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0"/>
  </p:notesMasterIdLst>
  <p:sldIdLst>
    <p:sldId id="585" r:id="rId2"/>
    <p:sldId id="259" r:id="rId3"/>
    <p:sldId id="588" r:id="rId4"/>
    <p:sldId id="589" r:id="rId5"/>
    <p:sldId id="590" r:id="rId6"/>
    <p:sldId id="591" r:id="rId7"/>
    <p:sldId id="592" r:id="rId8"/>
    <p:sldId id="59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 K G" userId="c26ce1b90fa457b4" providerId="LiveId" clId="{3B533533-5614-4869-B234-223698070E15}"/>
    <pc:docChg chg="undo custSel addSld delSld modSld sldOrd">
      <pc:chgData name="SUMA K G" userId="c26ce1b90fa457b4" providerId="LiveId" clId="{3B533533-5614-4869-B234-223698070E15}" dt="2024-02-16T01:03:04.391" v="588" actId="207"/>
      <pc:docMkLst>
        <pc:docMk/>
      </pc:docMkLst>
      <pc:sldChg chg="modSp mod">
        <pc:chgData name="SUMA K G" userId="c26ce1b90fa457b4" providerId="LiveId" clId="{3B533533-5614-4869-B234-223698070E15}" dt="2024-02-16T01:02:20.779" v="581" actId="13926"/>
        <pc:sldMkLst>
          <pc:docMk/>
          <pc:sldMk cId="2490700207" sldId="258"/>
        </pc:sldMkLst>
        <pc:spChg chg="mod">
          <ac:chgData name="SUMA K G" userId="c26ce1b90fa457b4" providerId="LiveId" clId="{3B533533-5614-4869-B234-223698070E15}" dt="2024-02-16T01:02:20.779" v="581" actId="13926"/>
          <ac:spMkLst>
            <pc:docMk/>
            <pc:sldMk cId="2490700207" sldId="258"/>
            <ac:spMk id="3" creationId="{ACEFEE70-766E-082E-93D6-2985CA4B76CE}"/>
          </ac:spMkLst>
        </pc:spChg>
      </pc:sldChg>
      <pc:sldChg chg="modSp del mod">
        <pc:chgData name="SUMA K G" userId="c26ce1b90fa457b4" providerId="LiveId" clId="{3B533533-5614-4869-B234-223698070E15}" dt="2024-02-16T01:02:08.701" v="572" actId="47"/>
        <pc:sldMkLst>
          <pc:docMk/>
          <pc:sldMk cId="4134621147" sldId="259"/>
        </pc:sldMkLst>
        <pc:spChg chg="mod">
          <ac:chgData name="SUMA K G" userId="c26ce1b90fa457b4" providerId="LiveId" clId="{3B533533-5614-4869-B234-223698070E15}" dt="2024-02-13T00:44:57.185" v="206" actId="255"/>
          <ac:spMkLst>
            <pc:docMk/>
            <pc:sldMk cId="4134621147" sldId="259"/>
            <ac:spMk id="2" creationId="{7AD63AA2-13BA-64FE-82AB-888CB3A5980B}"/>
          </ac:spMkLst>
        </pc:spChg>
        <pc:spChg chg="mod">
          <ac:chgData name="SUMA K G" userId="c26ce1b90fa457b4" providerId="LiveId" clId="{3B533533-5614-4869-B234-223698070E15}" dt="2024-02-13T00:44:03.931" v="192" actId="1076"/>
          <ac:spMkLst>
            <pc:docMk/>
            <pc:sldMk cId="4134621147" sldId="259"/>
            <ac:spMk id="3" creationId="{CBE9D3E8-A776-8B86-6BB5-94FD22EA7A86}"/>
          </ac:spMkLst>
        </pc:spChg>
      </pc:sldChg>
      <pc:sldChg chg="del">
        <pc:chgData name="SUMA K G" userId="c26ce1b90fa457b4" providerId="LiveId" clId="{3B533533-5614-4869-B234-223698070E15}" dt="2024-02-13T00:25:21.483" v="4" actId="47"/>
        <pc:sldMkLst>
          <pc:docMk/>
          <pc:sldMk cId="4079793207" sldId="260"/>
        </pc:sldMkLst>
      </pc:sldChg>
      <pc:sldChg chg="del">
        <pc:chgData name="SUMA K G" userId="c26ce1b90fa457b4" providerId="LiveId" clId="{3B533533-5614-4869-B234-223698070E15}" dt="2024-02-13T00:25:22.133" v="7" actId="47"/>
        <pc:sldMkLst>
          <pc:docMk/>
          <pc:sldMk cId="4065008350" sldId="261"/>
        </pc:sldMkLst>
      </pc:sldChg>
      <pc:sldChg chg="del">
        <pc:chgData name="SUMA K G" userId="c26ce1b90fa457b4" providerId="LiveId" clId="{3B533533-5614-4869-B234-223698070E15}" dt="2024-02-13T00:25:22.053" v="6" actId="47"/>
        <pc:sldMkLst>
          <pc:docMk/>
          <pc:sldMk cId="1287036282" sldId="262"/>
        </pc:sldMkLst>
      </pc:sldChg>
      <pc:sldChg chg="del">
        <pc:chgData name="SUMA K G" userId="c26ce1b90fa457b4" providerId="LiveId" clId="{3B533533-5614-4869-B234-223698070E15}" dt="2024-02-13T00:25:22.004" v="5" actId="47"/>
        <pc:sldMkLst>
          <pc:docMk/>
          <pc:sldMk cId="3258583922" sldId="263"/>
        </pc:sldMkLst>
      </pc:sldChg>
      <pc:sldChg chg="del">
        <pc:chgData name="SUMA K G" userId="c26ce1b90fa457b4" providerId="LiveId" clId="{3B533533-5614-4869-B234-223698070E15}" dt="2024-02-13T00:25:22.203" v="9" actId="47"/>
        <pc:sldMkLst>
          <pc:docMk/>
          <pc:sldMk cId="1078908389" sldId="264"/>
        </pc:sldMkLst>
      </pc:sldChg>
      <pc:sldChg chg="del">
        <pc:chgData name="SUMA K G" userId="c26ce1b90fa457b4" providerId="LiveId" clId="{3B533533-5614-4869-B234-223698070E15}" dt="2024-02-13T00:25:22.156" v="8" actId="47"/>
        <pc:sldMkLst>
          <pc:docMk/>
          <pc:sldMk cId="2699818377" sldId="265"/>
        </pc:sldMkLst>
      </pc:sldChg>
      <pc:sldChg chg="del">
        <pc:chgData name="SUMA K G" userId="c26ce1b90fa457b4" providerId="LiveId" clId="{3B533533-5614-4869-B234-223698070E15}" dt="2024-02-13T00:25:22.295" v="11" actId="47"/>
        <pc:sldMkLst>
          <pc:docMk/>
          <pc:sldMk cId="4192721814" sldId="267"/>
        </pc:sldMkLst>
      </pc:sldChg>
      <pc:sldChg chg="del">
        <pc:chgData name="SUMA K G" userId="c26ce1b90fa457b4" providerId="LiveId" clId="{3B533533-5614-4869-B234-223698070E15}" dt="2024-02-13T00:25:22.353" v="12" actId="47"/>
        <pc:sldMkLst>
          <pc:docMk/>
          <pc:sldMk cId="2841957408" sldId="268"/>
        </pc:sldMkLst>
      </pc:sldChg>
      <pc:sldChg chg="del">
        <pc:chgData name="SUMA K G" userId="c26ce1b90fa457b4" providerId="LiveId" clId="{3B533533-5614-4869-B234-223698070E15}" dt="2024-02-13T00:25:22.421" v="13" actId="47"/>
        <pc:sldMkLst>
          <pc:docMk/>
          <pc:sldMk cId="2281057350" sldId="269"/>
        </pc:sldMkLst>
      </pc:sldChg>
      <pc:sldChg chg="del">
        <pc:chgData name="SUMA K G" userId="c26ce1b90fa457b4" providerId="LiveId" clId="{3B533533-5614-4869-B234-223698070E15}" dt="2024-02-13T00:25:22.625" v="14" actId="47"/>
        <pc:sldMkLst>
          <pc:docMk/>
          <pc:sldMk cId="3814415489" sldId="271"/>
        </pc:sldMkLst>
      </pc:sldChg>
      <pc:sldChg chg="del">
        <pc:chgData name="SUMA K G" userId="c26ce1b90fa457b4" providerId="LiveId" clId="{3B533533-5614-4869-B234-223698070E15}" dt="2024-02-13T00:25:22.783" v="15" actId="47"/>
        <pc:sldMkLst>
          <pc:docMk/>
          <pc:sldMk cId="2095036919" sldId="272"/>
        </pc:sldMkLst>
      </pc:sldChg>
      <pc:sldChg chg="del">
        <pc:chgData name="SUMA K G" userId="c26ce1b90fa457b4" providerId="LiveId" clId="{3B533533-5614-4869-B234-223698070E15}" dt="2024-02-13T00:25:22.964" v="16" actId="47"/>
        <pc:sldMkLst>
          <pc:docMk/>
          <pc:sldMk cId="1927936738" sldId="273"/>
        </pc:sldMkLst>
      </pc:sldChg>
      <pc:sldChg chg="del">
        <pc:chgData name="SUMA K G" userId="c26ce1b90fa457b4" providerId="LiveId" clId="{3B533533-5614-4869-B234-223698070E15}" dt="2024-02-13T00:25:22.990" v="17" actId="47"/>
        <pc:sldMkLst>
          <pc:docMk/>
          <pc:sldMk cId="1806475550" sldId="274"/>
        </pc:sldMkLst>
      </pc:sldChg>
      <pc:sldChg chg="del">
        <pc:chgData name="SUMA K G" userId="c26ce1b90fa457b4" providerId="LiveId" clId="{3B533533-5614-4869-B234-223698070E15}" dt="2024-02-13T00:25:23.061" v="18" actId="47"/>
        <pc:sldMkLst>
          <pc:docMk/>
          <pc:sldMk cId="3246801322" sldId="276"/>
        </pc:sldMkLst>
      </pc:sldChg>
      <pc:sldChg chg="del">
        <pc:chgData name="SUMA K G" userId="c26ce1b90fa457b4" providerId="LiveId" clId="{3B533533-5614-4869-B234-223698070E15}" dt="2024-02-13T00:25:23.264" v="19" actId="47"/>
        <pc:sldMkLst>
          <pc:docMk/>
          <pc:sldMk cId="4099467783" sldId="277"/>
        </pc:sldMkLst>
      </pc:sldChg>
      <pc:sldChg chg="del">
        <pc:chgData name="SUMA K G" userId="c26ce1b90fa457b4" providerId="LiveId" clId="{3B533533-5614-4869-B234-223698070E15}" dt="2024-02-13T00:25:23.437" v="20" actId="47"/>
        <pc:sldMkLst>
          <pc:docMk/>
          <pc:sldMk cId="2251027253" sldId="278"/>
        </pc:sldMkLst>
      </pc:sldChg>
      <pc:sldChg chg="del">
        <pc:chgData name="SUMA K G" userId="c26ce1b90fa457b4" providerId="LiveId" clId="{3B533533-5614-4869-B234-223698070E15}" dt="2024-02-13T00:25:23.517" v="21" actId="47"/>
        <pc:sldMkLst>
          <pc:docMk/>
          <pc:sldMk cId="845934390" sldId="279"/>
        </pc:sldMkLst>
      </pc:sldChg>
      <pc:sldChg chg="del">
        <pc:chgData name="SUMA K G" userId="c26ce1b90fa457b4" providerId="LiveId" clId="{3B533533-5614-4869-B234-223698070E15}" dt="2024-02-13T00:25:23.727" v="22" actId="47"/>
        <pc:sldMkLst>
          <pc:docMk/>
          <pc:sldMk cId="827125950" sldId="280"/>
        </pc:sldMkLst>
      </pc:sldChg>
      <pc:sldChg chg="del">
        <pc:chgData name="SUMA K G" userId="c26ce1b90fa457b4" providerId="LiveId" clId="{3B533533-5614-4869-B234-223698070E15}" dt="2024-02-13T00:25:23.891" v="23" actId="47"/>
        <pc:sldMkLst>
          <pc:docMk/>
          <pc:sldMk cId="4111550437" sldId="281"/>
        </pc:sldMkLst>
      </pc:sldChg>
      <pc:sldChg chg="del">
        <pc:chgData name="SUMA K G" userId="c26ce1b90fa457b4" providerId="LiveId" clId="{3B533533-5614-4869-B234-223698070E15}" dt="2024-02-13T00:25:24.036" v="24" actId="47"/>
        <pc:sldMkLst>
          <pc:docMk/>
          <pc:sldMk cId="580189302" sldId="282"/>
        </pc:sldMkLst>
      </pc:sldChg>
      <pc:sldChg chg="del">
        <pc:chgData name="SUMA K G" userId="c26ce1b90fa457b4" providerId="LiveId" clId="{3B533533-5614-4869-B234-223698070E15}" dt="2024-02-13T00:25:24.235" v="25" actId="47"/>
        <pc:sldMkLst>
          <pc:docMk/>
          <pc:sldMk cId="1852791192" sldId="284"/>
        </pc:sldMkLst>
      </pc:sldChg>
      <pc:sldChg chg="del">
        <pc:chgData name="SUMA K G" userId="c26ce1b90fa457b4" providerId="LiveId" clId="{3B533533-5614-4869-B234-223698070E15}" dt="2024-02-13T00:25:24.403" v="26" actId="47"/>
        <pc:sldMkLst>
          <pc:docMk/>
          <pc:sldMk cId="3676871844" sldId="285"/>
        </pc:sldMkLst>
      </pc:sldChg>
      <pc:sldChg chg="del">
        <pc:chgData name="SUMA K G" userId="c26ce1b90fa457b4" providerId="LiveId" clId="{3B533533-5614-4869-B234-223698070E15}" dt="2024-02-13T00:25:24.555" v="27" actId="47"/>
        <pc:sldMkLst>
          <pc:docMk/>
          <pc:sldMk cId="2016034462" sldId="286"/>
        </pc:sldMkLst>
      </pc:sldChg>
      <pc:sldChg chg="del">
        <pc:chgData name="SUMA K G" userId="c26ce1b90fa457b4" providerId="LiveId" clId="{3B533533-5614-4869-B234-223698070E15}" dt="2024-02-13T00:25:24.696" v="28" actId="47"/>
        <pc:sldMkLst>
          <pc:docMk/>
          <pc:sldMk cId="2019221169" sldId="287"/>
        </pc:sldMkLst>
      </pc:sldChg>
      <pc:sldChg chg="del">
        <pc:chgData name="SUMA K G" userId="c26ce1b90fa457b4" providerId="LiveId" clId="{3B533533-5614-4869-B234-223698070E15}" dt="2024-02-13T00:25:24.845" v="29" actId="47"/>
        <pc:sldMkLst>
          <pc:docMk/>
          <pc:sldMk cId="2094704421" sldId="288"/>
        </pc:sldMkLst>
      </pc:sldChg>
      <pc:sldChg chg="del">
        <pc:chgData name="SUMA K G" userId="c26ce1b90fa457b4" providerId="LiveId" clId="{3B533533-5614-4869-B234-223698070E15}" dt="2024-02-13T00:25:22.233" v="10" actId="47"/>
        <pc:sldMkLst>
          <pc:docMk/>
          <pc:sldMk cId="2888962568" sldId="290"/>
        </pc:sldMkLst>
      </pc:sldChg>
      <pc:sldChg chg="modSp mod">
        <pc:chgData name="SUMA K G" userId="c26ce1b90fa457b4" providerId="LiveId" clId="{3B533533-5614-4869-B234-223698070E15}" dt="2024-02-16T01:03:04.391" v="588" actId="207"/>
        <pc:sldMkLst>
          <pc:docMk/>
          <pc:sldMk cId="2773029733" sldId="585"/>
        </pc:sldMkLst>
        <pc:spChg chg="mod">
          <ac:chgData name="SUMA K G" userId="c26ce1b90fa457b4" providerId="LiveId" clId="{3B533533-5614-4869-B234-223698070E15}" dt="2024-02-16T01:03:04.391" v="588" actId="207"/>
          <ac:spMkLst>
            <pc:docMk/>
            <pc:sldMk cId="2773029733" sldId="585"/>
            <ac:spMk id="3" creationId="{FD6B1D31-C4E7-8A73-DE3F-694072EBD1FA}"/>
          </ac:spMkLst>
        </pc:spChg>
      </pc:sldChg>
      <pc:sldChg chg="modSp new del mod">
        <pc:chgData name="SUMA K G" userId="c26ce1b90fa457b4" providerId="LiveId" clId="{3B533533-5614-4869-B234-223698070E15}" dt="2024-02-16T01:02:09.613" v="574" actId="47"/>
        <pc:sldMkLst>
          <pc:docMk/>
          <pc:sldMk cId="2480680137" sldId="586"/>
        </pc:sldMkLst>
        <pc:spChg chg="mod">
          <ac:chgData name="SUMA K G" userId="c26ce1b90fa457b4" providerId="LiveId" clId="{3B533533-5614-4869-B234-223698070E15}" dt="2024-02-13T00:45:10.798" v="208" actId="207"/>
          <ac:spMkLst>
            <pc:docMk/>
            <pc:sldMk cId="2480680137" sldId="586"/>
            <ac:spMk id="2" creationId="{37189312-B23B-34D9-1080-A18C99143532}"/>
          </ac:spMkLst>
        </pc:spChg>
        <pc:spChg chg="mod">
          <ac:chgData name="SUMA K G" userId="c26ce1b90fa457b4" providerId="LiveId" clId="{3B533533-5614-4869-B234-223698070E15}" dt="2024-02-13T05:26:20.368" v="444" actId="20577"/>
          <ac:spMkLst>
            <pc:docMk/>
            <pc:sldMk cId="2480680137" sldId="586"/>
            <ac:spMk id="3" creationId="{B605CBB8-1C26-7544-ECB5-899EC8FE9C36}"/>
          </ac:spMkLst>
        </pc:spChg>
      </pc:sldChg>
      <pc:sldChg chg="addSp modSp new del mod">
        <pc:chgData name="SUMA K G" userId="c26ce1b90fa457b4" providerId="LiveId" clId="{3B533533-5614-4869-B234-223698070E15}" dt="2024-02-16T01:02:10.066" v="575" actId="47"/>
        <pc:sldMkLst>
          <pc:docMk/>
          <pc:sldMk cId="3636751241" sldId="587"/>
        </pc:sldMkLst>
        <pc:spChg chg="mod">
          <ac:chgData name="SUMA K G" userId="c26ce1b90fa457b4" providerId="LiveId" clId="{3B533533-5614-4869-B234-223698070E15}" dt="2024-02-13T00:48:17.651" v="248"/>
          <ac:spMkLst>
            <pc:docMk/>
            <pc:sldMk cId="3636751241" sldId="587"/>
            <ac:spMk id="2" creationId="{80B3F729-34CE-F294-1135-1330F029467A}"/>
          </ac:spMkLst>
        </pc:spChg>
        <pc:spChg chg="mod">
          <ac:chgData name="SUMA K G" userId="c26ce1b90fa457b4" providerId="LiveId" clId="{3B533533-5614-4869-B234-223698070E15}" dt="2024-02-13T00:46:52.121" v="229" actId="21"/>
          <ac:spMkLst>
            <pc:docMk/>
            <pc:sldMk cId="3636751241" sldId="587"/>
            <ac:spMk id="3" creationId="{33299FAA-4045-1EE3-B86C-438A209947B3}"/>
          </ac:spMkLst>
        </pc:spChg>
        <pc:picChg chg="add mod">
          <ac:chgData name="SUMA K G" userId="c26ce1b90fa457b4" providerId="LiveId" clId="{3B533533-5614-4869-B234-223698070E15}" dt="2024-02-13T00:26:20.046" v="42" actId="1076"/>
          <ac:picMkLst>
            <pc:docMk/>
            <pc:sldMk cId="3636751241" sldId="587"/>
            <ac:picMk id="1026" creationId="{BC669F11-65DC-72AF-38D7-264A7E9FEAFF}"/>
          </ac:picMkLst>
        </pc:picChg>
      </pc:sldChg>
      <pc:sldChg chg="addSp modSp new del mod">
        <pc:chgData name="SUMA K G" userId="c26ce1b90fa457b4" providerId="LiveId" clId="{3B533533-5614-4869-B234-223698070E15}" dt="2024-02-16T01:02:10.360" v="576" actId="47"/>
        <pc:sldMkLst>
          <pc:docMk/>
          <pc:sldMk cId="4249310126" sldId="588"/>
        </pc:sldMkLst>
        <pc:spChg chg="mod">
          <ac:chgData name="SUMA K G" userId="c26ce1b90fa457b4" providerId="LiveId" clId="{3B533533-5614-4869-B234-223698070E15}" dt="2024-02-13T00:48:19.752" v="249"/>
          <ac:spMkLst>
            <pc:docMk/>
            <pc:sldMk cId="4249310126" sldId="588"/>
            <ac:spMk id="2" creationId="{937A6C3B-9615-9F73-C1D0-FE6A3673F7E3}"/>
          </ac:spMkLst>
        </pc:spChg>
        <pc:spChg chg="mod">
          <ac:chgData name="SUMA K G" userId="c26ce1b90fa457b4" providerId="LiveId" clId="{3B533533-5614-4869-B234-223698070E15}" dt="2024-02-13T00:48:08.833" v="247" actId="20577"/>
          <ac:spMkLst>
            <pc:docMk/>
            <pc:sldMk cId="4249310126" sldId="588"/>
            <ac:spMk id="3" creationId="{0791EB00-BF26-BE4C-B282-C44679159D55}"/>
          </ac:spMkLst>
        </pc:spChg>
        <pc:picChg chg="add mod">
          <ac:chgData name="SUMA K G" userId="c26ce1b90fa457b4" providerId="LiveId" clId="{3B533533-5614-4869-B234-223698070E15}" dt="2024-02-13T00:47:12.132" v="238" actId="1076"/>
          <ac:picMkLst>
            <pc:docMk/>
            <pc:sldMk cId="4249310126" sldId="588"/>
            <ac:picMk id="2050" creationId="{B5F8EF5F-DE89-CB27-82AF-884D55BDDF0C}"/>
          </ac:picMkLst>
        </pc:picChg>
      </pc:sldChg>
      <pc:sldChg chg="modSp new del mod">
        <pc:chgData name="SUMA K G" userId="c26ce1b90fa457b4" providerId="LiveId" clId="{3B533533-5614-4869-B234-223698070E15}" dt="2024-02-16T01:02:10.674" v="577" actId="47"/>
        <pc:sldMkLst>
          <pc:docMk/>
          <pc:sldMk cId="2326483373" sldId="589"/>
        </pc:sldMkLst>
        <pc:spChg chg="mod">
          <ac:chgData name="SUMA K G" userId="c26ce1b90fa457b4" providerId="LiveId" clId="{3B533533-5614-4869-B234-223698070E15}" dt="2024-02-13T00:48:26.052" v="251" actId="14100"/>
          <ac:spMkLst>
            <pc:docMk/>
            <pc:sldMk cId="2326483373" sldId="589"/>
            <ac:spMk id="2" creationId="{169BE13A-EDCA-FFB8-14DF-1DAAE31DCF52}"/>
          </ac:spMkLst>
        </pc:spChg>
        <pc:spChg chg="mod">
          <ac:chgData name="SUMA K G" userId="c26ce1b90fa457b4" providerId="LiveId" clId="{3B533533-5614-4869-B234-223698070E15}" dt="2024-02-13T00:49:19.018" v="263" actId="255"/>
          <ac:spMkLst>
            <pc:docMk/>
            <pc:sldMk cId="2326483373" sldId="589"/>
            <ac:spMk id="3" creationId="{D3572CA7-3F4A-360B-5D7B-C4FB9A9787A5}"/>
          </ac:spMkLst>
        </pc:spChg>
      </pc:sldChg>
      <pc:sldChg chg="addSp delSp modSp new del mod">
        <pc:chgData name="SUMA K G" userId="c26ce1b90fa457b4" providerId="LiveId" clId="{3B533533-5614-4869-B234-223698070E15}" dt="2024-02-16T01:02:11.111" v="578" actId="47"/>
        <pc:sldMkLst>
          <pc:docMk/>
          <pc:sldMk cId="502794606" sldId="590"/>
        </pc:sldMkLst>
        <pc:spChg chg="mod">
          <ac:chgData name="SUMA K G" userId="c26ce1b90fa457b4" providerId="LiveId" clId="{3B533533-5614-4869-B234-223698070E15}" dt="2024-02-13T00:54:13.796" v="294"/>
          <ac:spMkLst>
            <pc:docMk/>
            <pc:sldMk cId="502794606" sldId="590"/>
            <ac:spMk id="2" creationId="{E90D4A00-CDC9-187E-073C-9535FBD66F21}"/>
          </ac:spMkLst>
        </pc:spChg>
        <pc:spChg chg="add del mod">
          <ac:chgData name="SUMA K G" userId="c26ce1b90fa457b4" providerId="LiveId" clId="{3B533533-5614-4869-B234-223698070E15}" dt="2024-02-13T00:54:19.284" v="295" actId="13926"/>
          <ac:spMkLst>
            <pc:docMk/>
            <pc:sldMk cId="502794606" sldId="590"/>
            <ac:spMk id="3" creationId="{96039125-7EBD-72E6-583C-414A75576537}"/>
          </ac:spMkLst>
        </pc:spChg>
        <pc:spChg chg="add mod">
          <ac:chgData name="SUMA K G" userId="c26ce1b90fa457b4" providerId="LiveId" clId="{3B533533-5614-4869-B234-223698070E15}" dt="2024-02-13T00:27:15.230" v="60"/>
          <ac:spMkLst>
            <pc:docMk/>
            <pc:sldMk cId="502794606" sldId="590"/>
            <ac:spMk id="4" creationId="{9B9E6369-E412-728E-F9A1-954C24ED7D89}"/>
          </ac:spMkLst>
        </pc:spChg>
      </pc:sldChg>
      <pc:sldChg chg="modSp new del mod">
        <pc:chgData name="SUMA K G" userId="c26ce1b90fa457b4" providerId="LiveId" clId="{3B533533-5614-4869-B234-223698070E15}" dt="2024-02-16T01:02:11.437" v="579" actId="47"/>
        <pc:sldMkLst>
          <pc:docMk/>
          <pc:sldMk cId="2665073112" sldId="591"/>
        </pc:sldMkLst>
        <pc:spChg chg="mod">
          <ac:chgData name="SUMA K G" userId="c26ce1b90fa457b4" providerId="LiveId" clId="{3B533533-5614-4869-B234-223698070E15}" dt="2024-02-13T00:55:23.474" v="297"/>
          <ac:spMkLst>
            <pc:docMk/>
            <pc:sldMk cId="2665073112" sldId="591"/>
            <ac:spMk id="2" creationId="{CC96B6C2-BABA-BE88-5B4B-82E45FE684F7}"/>
          </ac:spMkLst>
        </pc:spChg>
        <pc:spChg chg="mod">
          <ac:chgData name="SUMA K G" userId="c26ce1b90fa457b4" providerId="LiveId" clId="{3B533533-5614-4869-B234-223698070E15}" dt="2024-02-13T00:55:18.039" v="296" actId="108"/>
          <ac:spMkLst>
            <pc:docMk/>
            <pc:sldMk cId="2665073112" sldId="591"/>
            <ac:spMk id="3" creationId="{F46A05D0-3BA3-D691-0771-38AE179676E4}"/>
          </ac:spMkLst>
        </pc:spChg>
      </pc:sldChg>
      <pc:sldChg chg="modSp new del mod">
        <pc:chgData name="SUMA K G" userId="c26ce1b90fa457b4" providerId="LiveId" clId="{3B533533-5614-4869-B234-223698070E15}" dt="2024-02-16T01:02:11.731" v="580" actId="47"/>
        <pc:sldMkLst>
          <pc:docMk/>
          <pc:sldMk cId="2813934145" sldId="592"/>
        </pc:sldMkLst>
        <pc:spChg chg="mod">
          <ac:chgData name="SUMA K G" userId="c26ce1b90fa457b4" providerId="LiveId" clId="{3B533533-5614-4869-B234-223698070E15}" dt="2024-02-13T00:55:27.115" v="298" actId="207"/>
          <ac:spMkLst>
            <pc:docMk/>
            <pc:sldMk cId="2813934145" sldId="592"/>
            <ac:spMk id="2" creationId="{B3DBD0D6-DC00-41CC-ABA0-1F847AD33105}"/>
          </ac:spMkLst>
        </pc:spChg>
        <pc:spChg chg="mod">
          <ac:chgData name="SUMA K G" userId="c26ce1b90fa457b4" providerId="LiveId" clId="{3B533533-5614-4869-B234-223698070E15}" dt="2024-02-13T01:06:58.962" v="420" actId="14100"/>
          <ac:spMkLst>
            <pc:docMk/>
            <pc:sldMk cId="2813934145" sldId="592"/>
            <ac:spMk id="3" creationId="{C19AC3DC-6E75-1C67-0254-A6DF66E51E6D}"/>
          </ac:spMkLst>
        </pc:spChg>
      </pc:sldChg>
      <pc:sldChg chg="modSp new mod">
        <pc:chgData name="SUMA K G" userId="c26ce1b90fa457b4" providerId="LiveId" clId="{3B533533-5614-4869-B234-223698070E15}" dt="2024-02-16T01:02:26.941" v="582" actId="13926"/>
        <pc:sldMkLst>
          <pc:docMk/>
          <pc:sldMk cId="696438992" sldId="593"/>
        </pc:sldMkLst>
        <pc:spChg chg="mod">
          <ac:chgData name="SUMA K G" userId="c26ce1b90fa457b4" providerId="LiveId" clId="{3B533533-5614-4869-B234-223698070E15}" dt="2024-02-13T00:30:05.904" v="70" actId="27636"/>
          <ac:spMkLst>
            <pc:docMk/>
            <pc:sldMk cId="696438992" sldId="593"/>
            <ac:spMk id="2" creationId="{203FE5D9-CC72-F34F-90EB-E225629E3302}"/>
          </ac:spMkLst>
        </pc:spChg>
        <pc:spChg chg="mod">
          <ac:chgData name="SUMA K G" userId="c26ce1b90fa457b4" providerId="LiveId" clId="{3B533533-5614-4869-B234-223698070E15}" dt="2024-02-16T01:02:26.941" v="582" actId="13926"/>
          <ac:spMkLst>
            <pc:docMk/>
            <pc:sldMk cId="696438992" sldId="593"/>
            <ac:spMk id="3" creationId="{B74A0FA9-95BF-0E25-9306-9A9AE5B2E076}"/>
          </ac:spMkLst>
        </pc:spChg>
      </pc:sldChg>
      <pc:sldChg chg="addSp modSp new mod">
        <pc:chgData name="SUMA K G" userId="c26ce1b90fa457b4" providerId="LiveId" clId="{3B533533-5614-4869-B234-223698070E15}" dt="2024-02-13T00:58:18.652" v="327" actId="1076"/>
        <pc:sldMkLst>
          <pc:docMk/>
          <pc:sldMk cId="2927117963" sldId="594"/>
        </pc:sldMkLst>
        <pc:spChg chg="mod">
          <ac:chgData name="SUMA K G" userId="c26ce1b90fa457b4" providerId="LiveId" clId="{3B533533-5614-4869-B234-223698070E15}" dt="2024-02-13T00:56:57.636" v="315" actId="27636"/>
          <ac:spMkLst>
            <pc:docMk/>
            <pc:sldMk cId="2927117963" sldId="594"/>
            <ac:spMk id="2" creationId="{52F6FAE3-7383-F969-9ECD-C7C7A5A7858A}"/>
          </ac:spMkLst>
        </pc:spChg>
        <pc:spChg chg="mod">
          <ac:chgData name="SUMA K G" userId="c26ce1b90fa457b4" providerId="LiveId" clId="{3B533533-5614-4869-B234-223698070E15}" dt="2024-02-13T00:58:15.501" v="326" actId="20577"/>
          <ac:spMkLst>
            <pc:docMk/>
            <pc:sldMk cId="2927117963" sldId="594"/>
            <ac:spMk id="3" creationId="{010E91A3-D580-BC40-9437-F1D6C8E11FFF}"/>
          </ac:spMkLst>
        </pc:spChg>
        <pc:picChg chg="add mod">
          <ac:chgData name="SUMA K G" userId="c26ce1b90fa457b4" providerId="LiveId" clId="{3B533533-5614-4869-B234-223698070E15}" dt="2024-02-13T00:58:18.652" v="327" actId="1076"/>
          <ac:picMkLst>
            <pc:docMk/>
            <pc:sldMk cId="2927117963" sldId="594"/>
            <ac:picMk id="4098" creationId="{A9AB5304-C92D-9673-0B5B-B00391095CE1}"/>
          </ac:picMkLst>
        </pc:picChg>
      </pc:sldChg>
      <pc:sldChg chg="addSp delSp modSp new mod ord">
        <pc:chgData name="SUMA K G" userId="c26ce1b90fa457b4" providerId="LiveId" clId="{3B533533-5614-4869-B234-223698070E15}" dt="2024-02-15T05:04:56.002" v="471"/>
        <pc:sldMkLst>
          <pc:docMk/>
          <pc:sldMk cId="231275377" sldId="595"/>
        </pc:sldMkLst>
        <pc:spChg chg="mod">
          <ac:chgData name="SUMA K G" userId="c26ce1b90fa457b4" providerId="LiveId" clId="{3B533533-5614-4869-B234-223698070E15}" dt="2024-02-13T00:31:28.317" v="90"/>
          <ac:spMkLst>
            <pc:docMk/>
            <pc:sldMk cId="231275377" sldId="595"/>
            <ac:spMk id="2" creationId="{F19DDB4D-16B2-64C1-C364-7DB976306D20}"/>
          </ac:spMkLst>
        </pc:spChg>
        <pc:spChg chg="del">
          <ac:chgData name="SUMA K G" userId="c26ce1b90fa457b4" providerId="LiveId" clId="{3B533533-5614-4869-B234-223698070E15}" dt="2024-02-13T00:31:34.734" v="91"/>
          <ac:spMkLst>
            <pc:docMk/>
            <pc:sldMk cId="231275377" sldId="595"/>
            <ac:spMk id="3" creationId="{B7D6E7A7-1E72-363C-ECAA-1FBF973E02EB}"/>
          </ac:spMkLst>
        </pc:spChg>
        <pc:spChg chg="add mod">
          <ac:chgData name="SUMA K G" userId="c26ce1b90fa457b4" providerId="LiveId" clId="{3B533533-5614-4869-B234-223698070E15}" dt="2024-02-13T00:58:35.456" v="336" actId="5793"/>
          <ac:spMkLst>
            <pc:docMk/>
            <pc:sldMk cId="231275377" sldId="595"/>
            <ac:spMk id="4" creationId="{35BA439F-99B8-76E8-DA4B-0219D7A92FBC}"/>
          </ac:spMkLst>
        </pc:spChg>
      </pc:sldChg>
      <pc:sldChg chg="addSp delSp modSp new mod">
        <pc:chgData name="SUMA K G" userId="c26ce1b90fa457b4" providerId="LiveId" clId="{3B533533-5614-4869-B234-223698070E15}" dt="2024-02-13T00:59:54.344" v="349" actId="1076"/>
        <pc:sldMkLst>
          <pc:docMk/>
          <pc:sldMk cId="725756034" sldId="596"/>
        </pc:sldMkLst>
        <pc:spChg chg="mod">
          <ac:chgData name="SUMA K G" userId="c26ce1b90fa457b4" providerId="LiveId" clId="{3B533533-5614-4869-B234-223698070E15}" dt="2024-02-13T00:32:38.869" v="104"/>
          <ac:spMkLst>
            <pc:docMk/>
            <pc:sldMk cId="725756034" sldId="596"/>
            <ac:spMk id="2" creationId="{7DE0DA7C-2C15-C59E-CD9B-53ED93D199F1}"/>
          </ac:spMkLst>
        </pc:spChg>
        <pc:spChg chg="mod">
          <ac:chgData name="SUMA K G" userId="c26ce1b90fa457b4" providerId="LiveId" clId="{3B533533-5614-4869-B234-223698070E15}" dt="2024-02-13T00:59:43.464" v="348" actId="123"/>
          <ac:spMkLst>
            <pc:docMk/>
            <pc:sldMk cId="725756034" sldId="596"/>
            <ac:spMk id="3" creationId="{8D7F6797-E2ED-68B5-326F-D72940CE8CBC}"/>
          </ac:spMkLst>
        </pc:spChg>
        <pc:spChg chg="add">
          <ac:chgData name="SUMA K G" userId="c26ce1b90fa457b4" providerId="LiveId" clId="{3B533533-5614-4869-B234-223698070E15}" dt="2024-02-13T00:32:54.756" v="109"/>
          <ac:spMkLst>
            <pc:docMk/>
            <pc:sldMk cId="725756034" sldId="596"/>
            <ac:spMk id="4" creationId="{38F2CAA3-4871-CD69-D577-F9025625A30C}"/>
          </ac:spMkLst>
        </pc:spChg>
        <pc:spChg chg="add del">
          <ac:chgData name="SUMA K G" userId="c26ce1b90fa457b4" providerId="LiveId" clId="{3B533533-5614-4869-B234-223698070E15}" dt="2024-02-13T00:33:08.793" v="112" actId="478"/>
          <ac:spMkLst>
            <pc:docMk/>
            <pc:sldMk cId="725756034" sldId="596"/>
            <ac:spMk id="5" creationId="{00BC9C7B-B38E-E571-A71A-D70B037BD4FA}"/>
          </ac:spMkLst>
        </pc:spChg>
        <pc:spChg chg="add del">
          <ac:chgData name="SUMA K G" userId="c26ce1b90fa457b4" providerId="LiveId" clId="{3B533533-5614-4869-B234-223698070E15}" dt="2024-02-13T00:33:32.012" v="120" actId="478"/>
          <ac:spMkLst>
            <pc:docMk/>
            <pc:sldMk cId="725756034" sldId="596"/>
            <ac:spMk id="6" creationId="{8818B979-6EC6-735E-09CC-632E361189DF}"/>
          </ac:spMkLst>
        </pc:spChg>
        <pc:picChg chg="add mod">
          <ac:chgData name="SUMA K G" userId="c26ce1b90fa457b4" providerId="LiveId" clId="{3B533533-5614-4869-B234-223698070E15}" dt="2024-02-13T00:59:54.344" v="349" actId="1076"/>
          <ac:picMkLst>
            <pc:docMk/>
            <pc:sldMk cId="725756034" sldId="596"/>
            <ac:picMk id="6149" creationId="{742BA8DD-6B0D-08BE-D8EA-0B9DDBAC18E2}"/>
          </ac:picMkLst>
        </pc:picChg>
      </pc:sldChg>
      <pc:sldChg chg="modSp new mod">
        <pc:chgData name="SUMA K G" userId="c26ce1b90fa457b4" providerId="LiveId" clId="{3B533533-5614-4869-B234-223698070E15}" dt="2024-02-13T01:01:57.790" v="360" actId="14100"/>
        <pc:sldMkLst>
          <pc:docMk/>
          <pc:sldMk cId="3320839937" sldId="597"/>
        </pc:sldMkLst>
        <pc:spChg chg="mod">
          <ac:chgData name="SUMA K G" userId="c26ce1b90fa457b4" providerId="LiveId" clId="{3B533533-5614-4869-B234-223698070E15}" dt="2024-02-13T01:01:08.951" v="354"/>
          <ac:spMkLst>
            <pc:docMk/>
            <pc:sldMk cId="3320839937" sldId="597"/>
            <ac:spMk id="2" creationId="{12535F47-BE19-6A53-D6CF-E0182F6CFC6E}"/>
          </ac:spMkLst>
        </pc:spChg>
        <pc:spChg chg="mod">
          <ac:chgData name="SUMA K G" userId="c26ce1b90fa457b4" providerId="LiveId" clId="{3B533533-5614-4869-B234-223698070E15}" dt="2024-02-13T01:01:57.790" v="360" actId="14100"/>
          <ac:spMkLst>
            <pc:docMk/>
            <pc:sldMk cId="3320839937" sldId="597"/>
            <ac:spMk id="3" creationId="{1B5F24E0-F4EC-32D4-BBF4-1E4E1B9F6C17}"/>
          </ac:spMkLst>
        </pc:spChg>
      </pc:sldChg>
      <pc:sldChg chg="addSp delSp modSp new mod">
        <pc:chgData name="SUMA K G" userId="c26ce1b90fa457b4" providerId="LiveId" clId="{3B533533-5614-4869-B234-223698070E15}" dt="2024-02-15T04:47:19.099" v="448" actId="13926"/>
        <pc:sldMkLst>
          <pc:docMk/>
          <pc:sldMk cId="632400608" sldId="598"/>
        </pc:sldMkLst>
        <pc:spChg chg="mod">
          <ac:chgData name="SUMA K G" userId="c26ce1b90fa457b4" providerId="LiveId" clId="{3B533533-5614-4869-B234-223698070E15}" dt="2024-02-13T00:36:41.154" v="127"/>
          <ac:spMkLst>
            <pc:docMk/>
            <pc:sldMk cId="632400608" sldId="598"/>
            <ac:spMk id="2" creationId="{F9DD560D-66F7-08CF-769E-4A390973E042}"/>
          </ac:spMkLst>
        </pc:spChg>
        <pc:spChg chg="add del">
          <ac:chgData name="SUMA K G" userId="c26ce1b90fa457b4" providerId="LiveId" clId="{3B533533-5614-4869-B234-223698070E15}" dt="2024-02-13T00:37:03.609" v="132"/>
          <ac:spMkLst>
            <pc:docMk/>
            <pc:sldMk cId="632400608" sldId="598"/>
            <ac:spMk id="3" creationId="{833FF419-DD06-C116-D0E8-78DA88FE9EF4}"/>
          </ac:spMkLst>
        </pc:spChg>
        <pc:spChg chg="add mod">
          <ac:chgData name="SUMA K G" userId="c26ce1b90fa457b4" providerId="LiveId" clId="{3B533533-5614-4869-B234-223698070E15}" dt="2024-02-13T00:36:49.450" v="129"/>
          <ac:spMkLst>
            <pc:docMk/>
            <pc:sldMk cId="632400608" sldId="598"/>
            <ac:spMk id="4" creationId="{B43CA3B6-4701-C2A3-2408-B636C6AAFB64}"/>
          </ac:spMkLst>
        </pc:spChg>
        <pc:spChg chg="add mod">
          <ac:chgData name="SUMA K G" userId="c26ce1b90fa457b4" providerId="LiveId" clId="{3B533533-5614-4869-B234-223698070E15}" dt="2024-02-13T00:36:55.998" v="131"/>
          <ac:spMkLst>
            <pc:docMk/>
            <pc:sldMk cId="632400608" sldId="598"/>
            <ac:spMk id="5" creationId="{9D2AE8C5-1625-602D-FCBC-FE858D2E4885}"/>
          </ac:spMkLst>
        </pc:spChg>
        <pc:spChg chg="add del mod">
          <ac:chgData name="SUMA K G" userId="c26ce1b90fa457b4" providerId="LiveId" clId="{3B533533-5614-4869-B234-223698070E15}" dt="2024-02-13T00:37:57.321" v="148" actId="478"/>
          <ac:spMkLst>
            <pc:docMk/>
            <pc:sldMk cId="632400608" sldId="598"/>
            <ac:spMk id="6" creationId="{9574079A-D9D6-2CFF-8394-E9FA7BD0EADA}"/>
          </ac:spMkLst>
        </pc:spChg>
        <pc:spChg chg="add mod">
          <ac:chgData name="SUMA K G" userId="c26ce1b90fa457b4" providerId="LiveId" clId="{3B533533-5614-4869-B234-223698070E15}" dt="2024-02-15T04:47:19.099" v="448" actId="13926"/>
          <ac:spMkLst>
            <pc:docMk/>
            <pc:sldMk cId="632400608" sldId="598"/>
            <ac:spMk id="7" creationId="{E461144F-3DC8-BDE9-F7A3-1DE888F9E0BA}"/>
          </ac:spMkLst>
        </pc:spChg>
        <pc:spChg chg="add del mod">
          <ac:chgData name="SUMA K G" userId="c26ce1b90fa457b4" providerId="LiveId" clId="{3B533533-5614-4869-B234-223698070E15}" dt="2024-02-13T00:38:07.240" v="150" actId="478"/>
          <ac:spMkLst>
            <pc:docMk/>
            <pc:sldMk cId="632400608" sldId="598"/>
            <ac:spMk id="8" creationId="{277EE3C0-811D-B81D-98D2-18542E1E464E}"/>
          </ac:spMkLst>
        </pc:spChg>
        <pc:picChg chg="add mod">
          <ac:chgData name="SUMA K G" userId="c26ce1b90fa457b4" providerId="LiveId" clId="{3B533533-5614-4869-B234-223698070E15}" dt="2024-02-13T01:08:10.161" v="425" actId="1076"/>
          <ac:picMkLst>
            <pc:docMk/>
            <pc:sldMk cId="632400608" sldId="598"/>
            <ac:picMk id="7173" creationId="{9EC0FC20-7D68-EB21-1A5A-BF9FA137417E}"/>
          </ac:picMkLst>
        </pc:picChg>
      </pc:sldChg>
      <pc:sldChg chg="addSp delSp modSp new mod">
        <pc:chgData name="SUMA K G" userId="c26ce1b90fa457b4" providerId="LiveId" clId="{3B533533-5614-4869-B234-223698070E15}" dt="2024-02-15T04:46:59.244" v="447" actId="13926"/>
        <pc:sldMkLst>
          <pc:docMk/>
          <pc:sldMk cId="2356889741" sldId="599"/>
        </pc:sldMkLst>
        <pc:spChg chg="mod">
          <ac:chgData name="SUMA K G" userId="c26ce1b90fa457b4" providerId="LiveId" clId="{3B533533-5614-4869-B234-223698070E15}" dt="2024-02-13T00:39:38.981" v="163"/>
          <ac:spMkLst>
            <pc:docMk/>
            <pc:sldMk cId="2356889741" sldId="599"/>
            <ac:spMk id="2" creationId="{DAE2391E-1346-14C4-406F-9CFCFFC79BBD}"/>
          </ac:spMkLst>
        </pc:spChg>
        <pc:spChg chg="add del mod">
          <ac:chgData name="SUMA K G" userId="c26ce1b90fa457b4" providerId="LiveId" clId="{3B533533-5614-4869-B234-223698070E15}" dt="2024-02-15T04:46:59.244" v="447" actId="13926"/>
          <ac:spMkLst>
            <pc:docMk/>
            <pc:sldMk cId="2356889741" sldId="599"/>
            <ac:spMk id="3" creationId="{14A27C9C-F92C-AFD1-E6E2-B22BBB1C0321}"/>
          </ac:spMkLst>
        </pc:spChg>
        <pc:spChg chg="add mod">
          <ac:chgData name="SUMA K G" userId="c26ce1b90fa457b4" providerId="LiveId" clId="{3B533533-5614-4869-B234-223698070E15}" dt="2024-02-13T00:40:01.337" v="167"/>
          <ac:spMkLst>
            <pc:docMk/>
            <pc:sldMk cId="2356889741" sldId="599"/>
            <ac:spMk id="4" creationId="{32411E8A-6F0B-DCC1-7860-06E303EECAC9}"/>
          </ac:spMkLst>
        </pc:spChg>
      </pc:sldChg>
      <pc:sldChg chg="modSp new del mod">
        <pc:chgData name="SUMA K G" userId="c26ce1b90fa457b4" providerId="LiveId" clId="{3B533533-5614-4869-B234-223698070E15}" dt="2024-02-16T01:02:09.192" v="573" actId="47"/>
        <pc:sldMkLst>
          <pc:docMk/>
          <pc:sldMk cId="3782998508" sldId="600"/>
        </pc:sldMkLst>
        <pc:spChg chg="mod">
          <ac:chgData name="SUMA K G" userId="c26ce1b90fa457b4" providerId="LiveId" clId="{3B533533-5614-4869-B234-223698070E15}" dt="2024-02-13T00:45:02.847" v="207" actId="255"/>
          <ac:spMkLst>
            <pc:docMk/>
            <pc:sldMk cId="3782998508" sldId="600"/>
            <ac:spMk id="2" creationId="{EC347BBA-75AE-653A-2B39-AD888929484A}"/>
          </ac:spMkLst>
        </pc:spChg>
        <pc:spChg chg="mod">
          <ac:chgData name="SUMA K G" userId="c26ce1b90fa457b4" providerId="LiveId" clId="{3B533533-5614-4869-B234-223698070E15}" dt="2024-02-13T01:06:09.312" v="419" actId="27636"/>
          <ac:spMkLst>
            <pc:docMk/>
            <pc:sldMk cId="3782998508" sldId="600"/>
            <ac:spMk id="3" creationId="{7D532118-D35A-1E40-4C65-6C6E8E5D0C17}"/>
          </ac:spMkLst>
        </pc:spChg>
      </pc:sldChg>
      <pc:sldChg chg="addSp delSp modSp new mod">
        <pc:chgData name="SUMA K G" userId="c26ce1b90fa457b4" providerId="LiveId" clId="{3B533533-5614-4869-B234-223698070E15}" dt="2024-02-15T04:47:38.286" v="449" actId="20577"/>
        <pc:sldMkLst>
          <pc:docMk/>
          <pc:sldMk cId="3846129185" sldId="601"/>
        </pc:sldMkLst>
        <pc:spChg chg="mod">
          <ac:chgData name="SUMA K G" userId="c26ce1b90fa457b4" providerId="LiveId" clId="{3B533533-5614-4869-B234-223698070E15}" dt="2024-02-13T01:03:26.027" v="368"/>
          <ac:spMkLst>
            <pc:docMk/>
            <pc:sldMk cId="3846129185" sldId="601"/>
            <ac:spMk id="2" creationId="{FA0E2C29-6830-10A4-F576-E3946DD432F9}"/>
          </ac:spMkLst>
        </pc:spChg>
        <pc:spChg chg="add del mod">
          <ac:chgData name="SUMA K G" userId="c26ce1b90fa457b4" providerId="LiveId" clId="{3B533533-5614-4869-B234-223698070E15}" dt="2024-02-15T04:47:38.286" v="449" actId="20577"/>
          <ac:spMkLst>
            <pc:docMk/>
            <pc:sldMk cId="3846129185" sldId="601"/>
            <ac:spMk id="3" creationId="{FABF0774-FB82-3674-DC2C-B7FD411EC2E3}"/>
          </ac:spMkLst>
        </pc:spChg>
        <pc:spChg chg="add mod">
          <ac:chgData name="SUMA K G" userId="c26ce1b90fa457b4" providerId="LiveId" clId="{3B533533-5614-4869-B234-223698070E15}" dt="2024-02-13T01:03:37.533" v="372"/>
          <ac:spMkLst>
            <pc:docMk/>
            <pc:sldMk cId="3846129185" sldId="601"/>
            <ac:spMk id="4" creationId="{C3C1AA23-4705-4031-9BED-EDB9B96F156B}"/>
          </ac:spMkLst>
        </pc:spChg>
      </pc:sldChg>
      <pc:sldChg chg="addSp modSp new mod">
        <pc:chgData name="SUMA K G" userId="c26ce1b90fa457b4" providerId="LiveId" clId="{3B533533-5614-4869-B234-223698070E15}" dt="2024-02-15T04:56:59.620" v="462" actId="20577"/>
        <pc:sldMkLst>
          <pc:docMk/>
          <pc:sldMk cId="2465350823" sldId="602"/>
        </pc:sldMkLst>
        <pc:spChg chg="mod">
          <ac:chgData name="SUMA K G" userId="c26ce1b90fa457b4" providerId="LiveId" clId="{3B533533-5614-4869-B234-223698070E15}" dt="2024-02-15T04:56:38.977" v="454" actId="14100"/>
          <ac:spMkLst>
            <pc:docMk/>
            <pc:sldMk cId="2465350823" sldId="602"/>
            <ac:spMk id="2" creationId="{CFA99758-D957-DF73-6B93-294205B3BAFA}"/>
          </ac:spMkLst>
        </pc:spChg>
        <pc:spChg chg="mod">
          <ac:chgData name="SUMA K G" userId="c26ce1b90fa457b4" providerId="LiveId" clId="{3B533533-5614-4869-B234-223698070E15}" dt="2024-02-15T04:56:59.620" v="462" actId="20577"/>
          <ac:spMkLst>
            <pc:docMk/>
            <pc:sldMk cId="2465350823" sldId="602"/>
            <ac:spMk id="3" creationId="{41CF98ED-70BF-D915-7042-A2507EECC632}"/>
          </ac:spMkLst>
        </pc:spChg>
        <pc:picChg chg="add mod">
          <ac:chgData name="SUMA K G" userId="c26ce1b90fa457b4" providerId="LiveId" clId="{3B533533-5614-4869-B234-223698070E15}" dt="2024-02-15T04:56:48.404" v="458" actId="1076"/>
          <ac:picMkLst>
            <pc:docMk/>
            <pc:sldMk cId="2465350823" sldId="602"/>
            <ac:picMk id="10242" creationId="{1DBB61E6-3154-1CF8-40DC-85681C363057}"/>
          </ac:picMkLst>
        </pc:picChg>
      </pc:sldChg>
      <pc:sldChg chg="addSp delSp modSp new mod">
        <pc:chgData name="SUMA K G" userId="c26ce1b90fa457b4" providerId="LiveId" clId="{3B533533-5614-4869-B234-223698070E15}" dt="2024-02-15T05:09:45.140" v="531" actId="6549"/>
        <pc:sldMkLst>
          <pc:docMk/>
          <pc:sldMk cId="160196092" sldId="603"/>
        </pc:sldMkLst>
        <pc:spChg chg="mod">
          <ac:chgData name="SUMA K G" userId="c26ce1b90fa457b4" providerId="LiveId" clId="{3B533533-5614-4869-B234-223698070E15}" dt="2024-02-15T05:05:17.398" v="473"/>
          <ac:spMkLst>
            <pc:docMk/>
            <pc:sldMk cId="160196092" sldId="603"/>
            <ac:spMk id="2" creationId="{90F0DC6C-9E1B-6D9A-A89B-D250328703F1}"/>
          </ac:spMkLst>
        </pc:spChg>
        <pc:spChg chg="add del mod">
          <ac:chgData name="SUMA K G" userId="c26ce1b90fa457b4" providerId="LiveId" clId="{3B533533-5614-4869-B234-223698070E15}" dt="2024-02-15T05:09:45.140" v="531" actId="6549"/>
          <ac:spMkLst>
            <pc:docMk/>
            <pc:sldMk cId="160196092" sldId="603"/>
            <ac:spMk id="3" creationId="{51EB0757-C4AE-89C1-E7FC-3337F71B4BFD}"/>
          </ac:spMkLst>
        </pc:spChg>
        <pc:spChg chg="add mod">
          <ac:chgData name="SUMA K G" userId="c26ce1b90fa457b4" providerId="LiveId" clId="{3B533533-5614-4869-B234-223698070E15}" dt="2024-02-15T05:05:28.594" v="475"/>
          <ac:spMkLst>
            <pc:docMk/>
            <pc:sldMk cId="160196092" sldId="603"/>
            <ac:spMk id="4" creationId="{E6067C46-7EBD-AF07-344B-A9DEF3669D84}"/>
          </ac:spMkLst>
        </pc:spChg>
        <pc:spChg chg="add mod">
          <ac:chgData name="SUMA K G" userId="c26ce1b90fa457b4" providerId="LiveId" clId="{3B533533-5614-4869-B234-223698070E15}" dt="2024-02-15T05:05:41.713" v="477"/>
          <ac:spMkLst>
            <pc:docMk/>
            <pc:sldMk cId="160196092" sldId="603"/>
            <ac:spMk id="5" creationId="{A52C99DE-EB5E-87F4-E27A-C6EF9009610C}"/>
          </ac:spMkLst>
        </pc:spChg>
        <pc:spChg chg="add mod">
          <ac:chgData name="SUMA K G" userId="c26ce1b90fa457b4" providerId="LiveId" clId="{3B533533-5614-4869-B234-223698070E15}" dt="2024-02-15T05:05:54.318" v="479"/>
          <ac:spMkLst>
            <pc:docMk/>
            <pc:sldMk cId="160196092" sldId="603"/>
            <ac:spMk id="6" creationId="{EC5C1AB6-33A3-DF2A-271B-FC32A98F64C6}"/>
          </ac:spMkLst>
        </pc:spChg>
      </pc:sldChg>
      <pc:sldChg chg="addSp modSp new mod">
        <pc:chgData name="SUMA K G" userId="c26ce1b90fa457b4" providerId="LiveId" clId="{3B533533-5614-4869-B234-223698070E15}" dt="2024-02-15T05:10:22.915" v="540" actId="20577"/>
        <pc:sldMkLst>
          <pc:docMk/>
          <pc:sldMk cId="1308951125" sldId="604"/>
        </pc:sldMkLst>
        <pc:spChg chg="mod">
          <ac:chgData name="SUMA K G" userId="c26ce1b90fa457b4" providerId="LiveId" clId="{3B533533-5614-4869-B234-223698070E15}" dt="2024-02-15T05:08:03.584" v="509"/>
          <ac:spMkLst>
            <pc:docMk/>
            <pc:sldMk cId="1308951125" sldId="604"/>
            <ac:spMk id="2" creationId="{3805A284-9D77-53E2-3828-4547BFAAFE6C}"/>
          </ac:spMkLst>
        </pc:spChg>
        <pc:spChg chg="mod">
          <ac:chgData name="SUMA K G" userId="c26ce1b90fa457b4" providerId="LiveId" clId="{3B533533-5614-4869-B234-223698070E15}" dt="2024-02-15T05:10:22.915" v="540" actId="20577"/>
          <ac:spMkLst>
            <pc:docMk/>
            <pc:sldMk cId="1308951125" sldId="604"/>
            <ac:spMk id="3" creationId="{CB2BF858-DE1E-278A-1D4D-7463433259B3}"/>
          </ac:spMkLst>
        </pc:spChg>
        <pc:picChg chg="add mod">
          <ac:chgData name="SUMA K G" userId="c26ce1b90fa457b4" providerId="LiveId" clId="{3B533533-5614-4869-B234-223698070E15}" dt="2024-02-15T05:09:51.026" v="532" actId="1076"/>
          <ac:picMkLst>
            <pc:docMk/>
            <pc:sldMk cId="1308951125" sldId="604"/>
            <ac:picMk id="5" creationId="{A98D8586-A6C2-C239-D62E-D65FC7D4622E}"/>
          </ac:picMkLst>
        </pc:picChg>
      </pc:sldChg>
      <pc:sldChg chg="addSp modSp new mod">
        <pc:chgData name="SUMA K G" userId="c26ce1b90fa457b4" providerId="LiveId" clId="{3B533533-5614-4869-B234-223698070E15}" dt="2024-02-15T05:35:02.299" v="570"/>
        <pc:sldMkLst>
          <pc:docMk/>
          <pc:sldMk cId="2517161550" sldId="605"/>
        </pc:sldMkLst>
        <pc:spChg chg="mod">
          <ac:chgData name="SUMA K G" userId="c26ce1b90fa457b4" providerId="LiveId" clId="{3B533533-5614-4869-B234-223698070E15}" dt="2024-02-15T05:35:02.299" v="570"/>
          <ac:spMkLst>
            <pc:docMk/>
            <pc:sldMk cId="2517161550" sldId="605"/>
            <ac:spMk id="2" creationId="{DF4C5AD4-CC25-F276-8A65-1E1824C34B04}"/>
          </ac:spMkLst>
        </pc:spChg>
        <pc:spChg chg="mod">
          <ac:chgData name="SUMA K G" userId="c26ce1b90fa457b4" providerId="LiveId" clId="{3B533533-5614-4869-B234-223698070E15}" dt="2024-02-15T05:11:04.418" v="549" actId="123"/>
          <ac:spMkLst>
            <pc:docMk/>
            <pc:sldMk cId="2517161550" sldId="605"/>
            <ac:spMk id="3" creationId="{C7720220-FCD0-C618-DDF0-4D9D3001EC2D}"/>
          </ac:spMkLst>
        </pc:spChg>
        <pc:picChg chg="add mod">
          <ac:chgData name="SUMA K G" userId="c26ce1b90fa457b4" providerId="LiveId" clId="{3B533533-5614-4869-B234-223698070E15}" dt="2024-02-15T05:11:18.238" v="551" actId="1076"/>
          <ac:picMkLst>
            <pc:docMk/>
            <pc:sldMk cId="2517161550" sldId="605"/>
            <ac:picMk id="5" creationId="{592BB16A-BDBA-D2B5-32D9-79D30010A495}"/>
          </ac:picMkLst>
        </pc:picChg>
      </pc:sldChg>
      <pc:sldChg chg="modSp new mod">
        <pc:chgData name="SUMA K G" userId="c26ce1b90fa457b4" providerId="LiveId" clId="{3B533533-5614-4869-B234-223698070E15}" dt="2024-02-15T05:30:21.225" v="565" actId="13926"/>
        <pc:sldMkLst>
          <pc:docMk/>
          <pc:sldMk cId="3770136847" sldId="606"/>
        </pc:sldMkLst>
        <pc:spChg chg="mod">
          <ac:chgData name="SUMA K G" userId="c26ce1b90fa457b4" providerId="LiveId" clId="{3B533533-5614-4869-B234-223698070E15}" dt="2024-02-15T05:11:39.888" v="553"/>
          <ac:spMkLst>
            <pc:docMk/>
            <pc:sldMk cId="3770136847" sldId="606"/>
            <ac:spMk id="2" creationId="{D54163EB-5FB7-913D-6830-B8CFFC362B11}"/>
          </ac:spMkLst>
        </pc:spChg>
        <pc:spChg chg="mod">
          <ac:chgData name="SUMA K G" userId="c26ce1b90fa457b4" providerId="LiveId" clId="{3B533533-5614-4869-B234-223698070E15}" dt="2024-02-15T05:30:21.225" v="565" actId="13926"/>
          <ac:spMkLst>
            <pc:docMk/>
            <pc:sldMk cId="3770136847" sldId="606"/>
            <ac:spMk id="3" creationId="{94593BC9-242D-D228-2DD6-D77E0CEA633C}"/>
          </ac:spMkLst>
        </pc:spChg>
      </pc:sldChg>
      <pc:sldChg chg="addSp delSp modSp new mod">
        <pc:chgData name="SUMA K G" userId="c26ce1b90fa457b4" providerId="LiveId" clId="{3B533533-5614-4869-B234-223698070E15}" dt="2024-02-15T06:22:30.183" v="571" actId="13926"/>
        <pc:sldMkLst>
          <pc:docMk/>
          <pc:sldMk cId="3099718690" sldId="607"/>
        </pc:sldMkLst>
        <pc:spChg chg="mod">
          <ac:chgData name="SUMA K G" userId="c26ce1b90fa457b4" providerId="LiveId" clId="{3B533533-5614-4869-B234-223698070E15}" dt="2024-02-15T05:30:47.863" v="569"/>
          <ac:spMkLst>
            <pc:docMk/>
            <pc:sldMk cId="3099718690" sldId="607"/>
            <ac:spMk id="2" creationId="{E822E034-4E19-23F8-E396-A64D45565818}"/>
          </ac:spMkLst>
        </pc:spChg>
        <pc:spChg chg="mod">
          <ac:chgData name="SUMA K G" userId="c26ce1b90fa457b4" providerId="LiveId" clId="{3B533533-5614-4869-B234-223698070E15}" dt="2024-02-15T06:22:30.183" v="571" actId="13926"/>
          <ac:spMkLst>
            <pc:docMk/>
            <pc:sldMk cId="3099718690" sldId="607"/>
            <ac:spMk id="3" creationId="{A2CD7ECE-B31C-0B5C-E495-1D5FE1AB5455}"/>
          </ac:spMkLst>
        </pc:spChg>
        <pc:spChg chg="add del">
          <ac:chgData name="SUMA K G" userId="c26ce1b90fa457b4" providerId="LiveId" clId="{3B533533-5614-4869-B234-223698070E15}" dt="2024-02-15T05:12:18.122" v="561" actId="478"/>
          <ac:spMkLst>
            <pc:docMk/>
            <pc:sldMk cId="3099718690" sldId="607"/>
            <ac:spMk id="4" creationId="{04DB6427-C9E9-1E03-197E-84219A044A9F}"/>
          </ac:spMkLst>
        </pc:spChg>
      </pc:sldChg>
    </pc:docChg>
  </pc:docChgLst>
  <pc:docChgLst>
    <pc:chgData name="SUMA K G" userId="c26ce1b90fa457b4" providerId="LiveId" clId="{AEFB462C-EAB6-41E0-8A03-029EFB46DA37}"/>
    <pc:docChg chg="undo custSel addSld delSld modSld">
      <pc:chgData name="SUMA K G" userId="c26ce1b90fa457b4" providerId="LiveId" clId="{AEFB462C-EAB6-41E0-8A03-029EFB46DA37}" dt="2024-02-19T23:49:19.765" v="156"/>
      <pc:docMkLst>
        <pc:docMk/>
      </pc:docMkLst>
      <pc:sldChg chg="modSp add del mod">
        <pc:chgData name="SUMA K G" userId="c26ce1b90fa457b4" providerId="LiveId" clId="{AEFB462C-EAB6-41E0-8A03-029EFB46DA37}" dt="2024-02-19T21:54:30.064" v="17" actId="13926"/>
        <pc:sldMkLst>
          <pc:docMk/>
          <pc:sldMk cId="2490700207" sldId="258"/>
        </pc:sldMkLst>
        <pc:spChg chg="mod">
          <ac:chgData name="SUMA K G" userId="c26ce1b90fa457b4" providerId="LiveId" clId="{AEFB462C-EAB6-41E0-8A03-029EFB46DA37}" dt="2024-02-19T21:54:30.064" v="17" actId="13926"/>
          <ac:spMkLst>
            <pc:docMk/>
            <pc:sldMk cId="2490700207" sldId="258"/>
            <ac:spMk id="3" creationId="{ACEFEE70-766E-082E-93D6-2985CA4B76CE}"/>
          </ac:spMkLst>
        </pc:spChg>
      </pc:sldChg>
      <pc:sldChg chg="modSp mod">
        <pc:chgData name="SUMA K G" userId="c26ce1b90fa457b4" providerId="LiveId" clId="{AEFB462C-EAB6-41E0-8A03-029EFB46DA37}" dt="2024-02-19T21:54:42.960" v="81" actId="6549"/>
        <pc:sldMkLst>
          <pc:docMk/>
          <pc:sldMk cId="2773029733" sldId="585"/>
        </pc:sldMkLst>
        <pc:spChg chg="mod">
          <ac:chgData name="SUMA K G" userId="c26ce1b90fa457b4" providerId="LiveId" clId="{AEFB462C-EAB6-41E0-8A03-029EFB46DA37}" dt="2024-02-19T21:54:42.960" v="81" actId="6549"/>
          <ac:spMkLst>
            <pc:docMk/>
            <pc:sldMk cId="2773029733" sldId="585"/>
            <ac:spMk id="3" creationId="{FD6B1D31-C4E7-8A73-DE3F-694072EBD1FA}"/>
          </ac:spMkLst>
        </pc:spChg>
      </pc:sldChg>
      <pc:sldChg chg="modSp new mod">
        <pc:chgData name="SUMA K G" userId="c26ce1b90fa457b4" providerId="LiveId" clId="{AEFB462C-EAB6-41E0-8A03-029EFB46DA37}" dt="2024-02-19T22:28:15.831" v="83"/>
        <pc:sldMkLst>
          <pc:docMk/>
          <pc:sldMk cId="3159541835" sldId="586"/>
        </pc:sldMkLst>
        <pc:spChg chg="mod">
          <ac:chgData name="SUMA K G" userId="c26ce1b90fa457b4" providerId="LiveId" clId="{AEFB462C-EAB6-41E0-8A03-029EFB46DA37}" dt="2024-02-19T22:28:15.831" v="83"/>
          <ac:spMkLst>
            <pc:docMk/>
            <pc:sldMk cId="3159541835" sldId="586"/>
            <ac:spMk id="3" creationId="{F98C3217-5BF2-26F0-863C-0E11CDA4FB98}"/>
          </ac:spMkLst>
        </pc:spChg>
      </pc:sldChg>
      <pc:sldChg chg="modSp new mod">
        <pc:chgData name="SUMA K G" userId="c26ce1b90fa457b4" providerId="LiveId" clId="{AEFB462C-EAB6-41E0-8A03-029EFB46DA37}" dt="2024-02-19T23:39:34.150" v="86"/>
        <pc:sldMkLst>
          <pc:docMk/>
          <pc:sldMk cId="4248383774" sldId="587"/>
        </pc:sldMkLst>
        <pc:spChg chg="mod">
          <ac:chgData name="SUMA K G" userId="c26ce1b90fa457b4" providerId="LiveId" clId="{AEFB462C-EAB6-41E0-8A03-029EFB46DA37}" dt="2024-02-19T23:39:28.680" v="85"/>
          <ac:spMkLst>
            <pc:docMk/>
            <pc:sldMk cId="4248383774" sldId="587"/>
            <ac:spMk id="2" creationId="{592FD3D0-730B-0BB7-52CF-084E49D6BF88}"/>
          </ac:spMkLst>
        </pc:spChg>
        <pc:spChg chg="mod">
          <ac:chgData name="SUMA K G" userId="c26ce1b90fa457b4" providerId="LiveId" clId="{AEFB462C-EAB6-41E0-8A03-029EFB46DA37}" dt="2024-02-19T23:39:34.150" v="86"/>
          <ac:spMkLst>
            <pc:docMk/>
            <pc:sldMk cId="4248383774" sldId="587"/>
            <ac:spMk id="3" creationId="{FFA16F68-2E4A-28E9-83C4-69FC2108B755}"/>
          </ac:spMkLst>
        </pc:spChg>
      </pc:sldChg>
      <pc:sldChg chg="addSp modSp new mod">
        <pc:chgData name="SUMA K G" userId="c26ce1b90fa457b4" providerId="LiveId" clId="{AEFB462C-EAB6-41E0-8A03-029EFB46DA37}" dt="2024-02-19T23:40:18.280" v="90" actId="1076"/>
        <pc:sldMkLst>
          <pc:docMk/>
          <pc:sldMk cId="1385666533" sldId="588"/>
        </pc:sldMkLst>
        <pc:spChg chg="mod">
          <ac:chgData name="SUMA K G" userId="c26ce1b90fa457b4" providerId="LiveId" clId="{AEFB462C-EAB6-41E0-8A03-029EFB46DA37}" dt="2024-02-19T23:39:58.667" v="88"/>
          <ac:spMkLst>
            <pc:docMk/>
            <pc:sldMk cId="1385666533" sldId="588"/>
            <ac:spMk id="3" creationId="{68565180-B8C7-AE0F-55EC-D6640F3F8106}"/>
          </ac:spMkLst>
        </pc:spChg>
        <pc:picChg chg="add mod">
          <ac:chgData name="SUMA K G" userId="c26ce1b90fa457b4" providerId="LiveId" clId="{AEFB462C-EAB6-41E0-8A03-029EFB46DA37}" dt="2024-02-19T23:40:18.280" v="90" actId="1076"/>
          <ac:picMkLst>
            <pc:docMk/>
            <pc:sldMk cId="1385666533" sldId="588"/>
            <ac:picMk id="5" creationId="{3A54B05F-1368-21E2-0617-BC1ED8267135}"/>
          </ac:picMkLst>
        </pc:picChg>
      </pc:sldChg>
      <pc:sldChg chg="modSp new mod">
        <pc:chgData name="SUMA K G" userId="c26ce1b90fa457b4" providerId="LiveId" clId="{AEFB462C-EAB6-41E0-8A03-029EFB46DA37}" dt="2024-02-19T23:40:32.568" v="92"/>
        <pc:sldMkLst>
          <pc:docMk/>
          <pc:sldMk cId="349020365" sldId="589"/>
        </pc:sldMkLst>
        <pc:spChg chg="mod">
          <ac:chgData name="SUMA K G" userId="c26ce1b90fa457b4" providerId="LiveId" clId="{AEFB462C-EAB6-41E0-8A03-029EFB46DA37}" dt="2024-02-19T23:40:32.568" v="92"/>
          <ac:spMkLst>
            <pc:docMk/>
            <pc:sldMk cId="349020365" sldId="589"/>
            <ac:spMk id="3" creationId="{06225627-28C8-5CCA-35B2-BEA2DCF49889}"/>
          </ac:spMkLst>
        </pc:spChg>
      </pc:sldChg>
      <pc:sldChg chg="addSp modSp new mod">
        <pc:chgData name="SUMA K G" userId="c26ce1b90fa457b4" providerId="LiveId" clId="{AEFB462C-EAB6-41E0-8A03-029EFB46DA37}" dt="2024-02-19T23:41:36.612" v="102" actId="732"/>
        <pc:sldMkLst>
          <pc:docMk/>
          <pc:sldMk cId="3695466333" sldId="590"/>
        </pc:sldMkLst>
        <pc:spChg chg="mod">
          <ac:chgData name="SUMA K G" userId="c26ce1b90fa457b4" providerId="LiveId" clId="{AEFB462C-EAB6-41E0-8A03-029EFB46DA37}" dt="2024-02-19T23:40:43.811" v="94"/>
          <ac:spMkLst>
            <pc:docMk/>
            <pc:sldMk cId="3695466333" sldId="590"/>
            <ac:spMk id="2" creationId="{0F65D6EB-B0A6-1096-CF5F-74EF06461FFC}"/>
          </ac:spMkLst>
        </pc:spChg>
        <pc:spChg chg="mod">
          <ac:chgData name="SUMA K G" userId="c26ce1b90fa457b4" providerId="LiveId" clId="{AEFB462C-EAB6-41E0-8A03-029EFB46DA37}" dt="2024-02-19T23:41:06.303" v="98"/>
          <ac:spMkLst>
            <pc:docMk/>
            <pc:sldMk cId="3695466333" sldId="590"/>
            <ac:spMk id="3" creationId="{CE606DB4-9C93-4890-ADAF-4415F1272A31}"/>
          </ac:spMkLst>
        </pc:spChg>
        <pc:spChg chg="add">
          <ac:chgData name="SUMA K G" userId="c26ce1b90fa457b4" providerId="LiveId" clId="{AEFB462C-EAB6-41E0-8A03-029EFB46DA37}" dt="2024-02-19T23:41:14.634" v="99"/>
          <ac:spMkLst>
            <pc:docMk/>
            <pc:sldMk cId="3695466333" sldId="590"/>
            <ac:spMk id="4" creationId="{C1431827-9474-006F-3838-A83A11F3258D}"/>
          </ac:spMkLst>
        </pc:spChg>
        <pc:picChg chg="add mod modCrop">
          <ac:chgData name="SUMA K G" userId="c26ce1b90fa457b4" providerId="LiveId" clId="{AEFB462C-EAB6-41E0-8A03-029EFB46DA37}" dt="2024-02-19T23:41:36.612" v="102" actId="732"/>
          <ac:picMkLst>
            <pc:docMk/>
            <pc:sldMk cId="3695466333" sldId="590"/>
            <ac:picMk id="6" creationId="{2CF576CD-1A63-C6ED-825B-8FFAF973996C}"/>
          </ac:picMkLst>
        </pc:picChg>
      </pc:sldChg>
      <pc:sldChg chg="modSp new mod">
        <pc:chgData name="SUMA K G" userId="c26ce1b90fa457b4" providerId="LiveId" clId="{AEFB462C-EAB6-41E0-8A03-029EFB46DA37}" dt="2024-02-19T23:41:51.933" v="104"/>
        <pc:sldMkLst>
          <pc:docMk/>
          <pc:sldMk cId="4151814252" sldId="591"/>
        </pc:sldMkLst>
        <pc:spChg chg="mod">
          <ac:chgData name="SUMA K G" userId="c26ce1b90fa457b4" providerId="LiveId" clId="{AEFB462C-EAB6-41E0-8A03-029EFB46DA37}" dt="2024-02-19T23:41:51.933" v="104"/>
          <ac:spMkLst>
            <pc:docMk/>
            <pc:sldMk cId="4151814252" sldId="591"/>
            <ac:spMk id="3" creationId="{8868A012-43DA-9625-80B5-CE03453A17D0}"/>
          </ac:spMkLst>
        </pc:spChg>
      </pc:sldChg>
      <pc:sldChg chg="addSp modSp new mod">
        <pc:chgData name="SUMA K G" userId="c26ce1b90fa457b4" providerId="LiveId" clId="{AEFB462C-EAB6-41E0-8A03-029EFB46DA37}" dt="2024-02-19T23:43:52.863" v="109" actId="1076"/>
        <pc:sldMkLst>
          <pc:docMk/>
          <pc:sldMk cId="447756259" sldId="592"/>
        </pc:sldMkLst>
        <pc:spChg chg="mod">
          <ac:chgData name="SUMA K G" userId="c26ce1b90fa457b4" providerId="LiveId" clId="{AEFB462C-EAB6-41E0-8A03-029EFB46DA37}" dt="2024-02-19T23:43:20.547" v="106"/>
          <ac:spMkLst>
            <pc:docMk/>
            <pc:sldMk cId="447756259" sldId="592"/>
            <ac:spMk id="2" creationId="{787B0260-3909-4BE9-2438-863828967243}"/>
          </ac:spMkLst>
        </pc:spChg>
        <pc:spChg chg="mod">
          <ac:chgData name="SUMA K G" userId="c26ce1b90fa457b4" providerId="LiveId" clId="{AEFB462C-EAB6-41E0-8A03-029EFB46DA37}" dt="2024-02-19T23:43:38.882" v="107"/>
          <ac:spMkLst>
            <pc:docMk/>
            <pc:sldMk cId="447756259" sldId="592"/>
            <ac:spMk id="3" creationId="{AE4EF61D-D7F1-99FE-DFE2-2B8816618A9C}"/>
          </ac:spMkLst>
        </pc:spChg>
        <pc:picChg chg="add mod">
          <ac:chgData name="SUMA K G" userId="c26ce1b90fa457b4" providerId="LiveId" clId="{AEFB462C-EAB6-41E0-8A03-029EFB46DA37}" dt="2024-02-19T23:43:52.863" v="109" actId="1076"/>
          <ac:picMkLst>
            <pc:docMk/>
            <pc:sldMk cId="447756259" sldId="592"/>
            <ac:picMk id="5" creationId="{4525BB1C-5061-1AA6-69EB-48AFDB98657E}"/>
          </ac:picMkLst>
        </pc:picChg>
      </pc:sldChg>
      <pc:sldChg chg="del">
        <pc:chgData name="SUMA K G" userId="c26ce1b90fa457b4" providerId="LiveId" clId="{AEFB462C-EAB6-41E0-8A03-029EFB46DA37}" dt="2024-02-19T21:54:18.985" v="0" actId="47"/>
        <pc:sldMkLst>
          <pc:docMk/>
          <pc:sldMk cId="696438992" sldId="593"/>
        </pc:sldMkLst>
      </pc:sldChg>
      <pc:sldChg chg="addSp modSp new mod">
        <pc:chgData name="SUMA K G" userId="c26ce1b90fa457b4" providerId="LiveId" clId="{AEFB462C-EAB6-41E0-8A03-029EFB46DA37}" dt="2024-02-19T23:44:14.760" v="113" actId="1076"/>
        <pc:sldMkLst>
          <pc:docMk/>
          <pc:sldMk cId="2663146142" sldId="593"/>
        </pc:sldMkLst>
        <pc:spChg chg="mod">
          <ac:chgData name="SUMA K G" userId="c26ce1b90fa457b4" providerId="LiveId" clId="{AEFB462C-EAB6-41E0-8A03-029EFB46DA37}" dt="2024-02-19T23:44:01.994" v="111"/>
          <ac:spMkLst>
            <pc:docMk/>
            <pc:sldMk cId="2663146142" sldId="593"/>
            <ac:spMk id="3" creationId="{57C59A32-D30A-EB0C-0BC6-88057D7F683E}"/>
          </ac:spMkLst>
        </pc:spChg>
        <pc:picChg chg="add mod">
          <ac:chgData name="SUMA K G" userId="c26ce1b90fa457b4" providerId="LiveId" clId="{AEFB462C-EAB6-41E0-8A03-029EFB46DA37}" dt="2024-02-19T23:44:14.760" v="113" actId="1076"/>
          <ac:picMkLst>
            <pc:docMk/>
            <pc:sldMk cId="2663146142" sldId="593"/>
            <ac:picMk id="5" creationId="{F64CE89B-9867-A6A3-5E9F-E05848214CCF}"/>
          </ac:picMkLst>
        </pc:picChg>
      </pc:sldChg>
      <pc:sldChg chg="modSp new mod">
        <pc:chgData name="SUMA K G" userId="c26ce1b90fa457b4" providerId="LiveId" clId="{AEFB462C-EAB6-41E0-8A03-029EFB46DA37}" dt="2024-02-19T23:44:34.811" v="116" actId="20577"/>
        <pc:sldMkLst>
          <pc:docMk/>
          <pc:sldMk cId="2420575970" sldId="594"/>
        </pc:sldMkLst>
        <pc:spChg chg="mod">
          <ac:chgData name="SUMA K G" userId="c26ce1b90fa457b4" providerId="LiveId" clId="{AEFB462C-EAB6-41E0-8A03-029EFB46DA37}" dt="2024-02-19T23:44:34.811" v="116" actId="20577"/>
          <ac:spMkLst>
            <pc:docMk/>
            <pc:sldMk cId="2420575970" sldId="594"/>
            <ac:spMk id="3" creationId="{E1456276-CE34-BED1-5EC6-3684BC6C1CFE}"/>
          </ac:spMkLst>
        </pc:spChg>
      </pc:sldChg>
      <pc:sldChg chg="del">
        <pc:chgData name="SUMA K G" userId="c26ce1b90fa457b4" providerId="LiveId" clId="{AEFB462C-EAB6-41E0-8A03-029EFB46DA37}" dt="2024-02-19T21:54:19.155" v="1" actId="47"/>
        <pc:sldMkLst>
          <pc:docMk/>
          <pc:sldMk cId="2927117963" sldId="594"/>
        </pc:sldMkLst>
      </pc:sldChg>
      <pc:sldChg chg="del">
        <pc:chgData name="SUMA K G" userId="c26ce1b90fa457b4" providerId="LiveId" clId="{AEFB462C-EAB6-41E0-8A03-029EFB46DA37}" dt="2024-02-19T21:54:19.598" v="4" actId="47"/>
        <pc:sldMkLst>
          <pc:docMk/>
          <pc:sldMk cId="231275377" sldId="595"/>
        </pc:sldMkLst>
      </pc:sldChg>
      <pc:sldChg chg="addSp modSp new mod">
        <pc:chgData name="SUMA K G" userId="c26ce1b90fa457b4" providerId="LiveId" clId="{AEFB462C-EAB6-41E0-8A03-029EFB46DA37}" dt="2024-02-19T23:45:07.340" v="121" actId="1076"/>
        <pc:sldMkLst>
          <pc:docMk/>
          <pc:sldMk cId="3735084650" sldId="595"/>
        </pc:sldMkLst>
        <pc:spChg chg="mod">
          <ac:chgData name="SUMA K G" userId="c26ce1b90fa457b4" providerId="LiveId" clId="{AEFB462C-EAB6-41E0-8A03-029EFB46DA37}" dt="2024-02-19T23:44:42.684" v="118"/>
          <ac:spMkLst>
            <pc:docMk/>
            <pc:sldMk cId="3735084650" sldId="595"/>
            <ac:spMk id="2" creationId="{B4A82FDC-796B-6396-06E7-456828C1BE44}"/>
          </ac:spMkLst>
        </pc:spChg>
        <pc:spChg chg="mod">
          <ac:chgData name="SUMA K G" userId="c26ce1b90fa457b4" providerId="LiveId" clId="{AEFB462C-EAB6-41E0-8A03-029EFB46DA37}" dt="2024-02-19T23:44:52.822" v="119"/>
          <ac:spMkLst>
            <pc:docMk/>
            <pc:sldMk cId="3735084650" sldId="595"/>
            <ac:spMk id="3" creationId="{36B61566-26A7-A813-74B8-40A0B401D8F1}"/>
          </ac:spMkLst>
        </pc:spChg>
        <pc:picChg chg="add mod">
          <ac:chgData name="SUMA K G" userId="c26ce1b90fa457b4" providerId="LiveId" clId="{AEFB462C-EAB6-41E0-8A03-029EFB46DA37}" dt="2024-02-19T23:45:07.340" v="121" actId="1076"/>
          <ac:picMkLst>
            <pc:docMk/>
            <pc:sldMk cId="3735084650" sldId="595"/>
            <ac:picMk id="5" creationId="{7FA245E3-0F4C-068D-52D0-6938D06FFC62}"/>
          </ac:picMkLst>
        </pc:picChg>
      </pc:sldChg>
      <pc:sldChg chg="del">
        <pc:chgData name="SUMA K G" userId="c26ce1b90fa457b4" providerId="LiveId" clId="{AEFB462C-EAB6-41E0-8A03-029EFB46DA37}" dt="2024-02-19T21:54:19.340" v="2" actId="47"/>
        <pc:sldMkLst>
          <pc:docMk/>
          <pc:sldMk cId="725756034" sldId="596"/>
        </pc:sldMkLst>
      </pc:sldChg>
      <pc:sldChg chg="addSp modSp new mod">
        <pc:chgData name="SUMA K G" userId="c26ce1b90fa457b4" providerId="LiveId" clId="{AEFB462C-EAB6-41E0-8A03-029EFB46DA37}" dt="2024-02-19T23:45:43.352" v="126" actId="1076"/>
        <pc:sldMkLst>
          <pc:docMk/>
          <pc:sldMk cId="3699798713" sldId="596"/>
        </pc:sldMkLst>
        <pc:spChg chg="mod">
          <ac:chgData name="SUMA K G" userId="c26ce1b90fa457b4" providerId="LiveId" clId="{AEFB462C-EAB6-41E0-8A03-029EFB46DA37}" dt="2024-02-19T23:45:20.802" v="123"/>
          <ac:spMkLst>
            <pc:docMk/>
            <pc:sldMk cId="3699798713" sldId="596"/>
            <ac:spMk id="3" creationId="{464C42D6-CDA6-EC5A-69D4-07DF801A991F}"/>
          </ac:spMkLst>
        </pc:spChg>
        <pc:picChg chg="add mod">
          <ac:chgData name="SUMA K G" userId="c26ce1b90fa457b4" providerId="LiveId" clId="{AEFB462C-EAB6-41E0-8A03-029EFB46DA37}" dt="2024-02-19T23:45:43.352" v="126" actId="1076"/>
          <ac:picMkLst>
            <pc:docMk/>
            <pc:sldMk cId="3699798713" sldId="596"/>
            <ac:picMk id="5" creationId="{4DB22F36-E640-C00C-CC37-610CE22A70FF}"/>
          </ac:picMkLst>
        </pc:picChg>
      </pc:sldChg>
      <pc:sldChg chg="modSp new mod">
        <pc:chgData name="SUMA K G" userId="c26ce1b90fa457b4" providerId="LiveId" clId="{AEFB462C-EAB6-41E0-8A03-029EFB46DA37}" dt="2024-02-19T23:45:57.087" v="128"/>
        <pc:sldMkLst>
          <pc:docMk/>
          <pc:sldMk cId="2640137442" sldId="597"/>
        </pc:sldMkLst>
        <pc:spChg chg="mod">
          <ac:chgData name="SUMA K G" userId="c26ce1b90fa457b4" providerId="LiveId" clId="{AEFB462C-EAB6-41E0-8A03-029EFB46DA37}" dt="2024-02-19T23:45:57.087" v="128"/>
          <ac:spMkLst>
            <pc:docMk/>
            <pc:sldMk cId="2640137442" sldId="597"/>
            <ac:spMk id="3" creationId="{C4C04AC5-FC48-CFA2-6ED2-0BED7D02EF7E}"/>
          </ac:spMkLst>
        </pc:spChg>
      </pc:sldChg>
      <pc:sldChg chg="del">
        <pc:chgData name="SUMA K G" userId="c26ce1b90fa457b4" providerId="LiveId" clId="{AEFB462C-EAB6-41E0-8A03-029EFB46DA37}" dt="2024-02-19T21:54:19.516" v="3" actId="47"/>
        <pc:sldMkLst>
          <pc:docMk/>
          <pc:sldMk cId="3320839937" sldId="597"/>
        </pc:sldMkLst>
      </pc:sldChg>
      <pc:sldChg chg="del">
        <pc:chgData name="SUMA K G" userId="c26ce1b90fa457b4" providerId="LiveId" clId="{AEFB462C-EAB6-41E0-8A03-029EFB46DA37}" dt="2024-02-19T21:54:20.704" v="9" actId="47"/>
        <pc:sldMkLst>
          <pc:docMk/>
          <pc:sldMk cId="632400608" sldId="598"/>
        </pc:sldMkLst>
      </pc:sldChg>
      <pc:sldChg chg="addSp modSp new mod">
        <pc:chgData name="SUMA K G" userId="c26ce1b90fa457b4" providerId="LiveId" clId="{AEFB462C-EAB6-41E0-8A03-029EFB46DA37}" dt="2024-02-19T23:46:49.068" v="134" actId="14100"/>
        <pc:sldMkLst>
          <pc:docMk/>
          <pc:sldMk cId="3475443129" sldId="598"/>
        </pc:sldMkLst>
        <pc:spChg chg="mod">
          <ac:chgData name="SUMA K G" userId="c26ce1b90fa457b4" providerId="LiveId" clId="{AEFB462C-EAB6-41E0-8A03-029EFB46DA37}" dt="2024-02-19T23:46:49.068" v="134" actId="14100"/>
          <ac:spMkLst>
            <pc:docMk/>
            <pc:sldMk cId="3475443129" sldId="598"/>
            <ac:spMk id="3" creationId="{D6EFE06A-57D9-B03F-A393-15E6BD86B2B2}"/>
          </ac:spMkLst>
        </pc:spChg>
        <pc:picChg chg="add mod">
          <ac:chgData name="SUMA K G" userId="c26ce1b90fa457b4" providerId="LiveId" clId="{AEFB462C-EAB6-41E0-8A03-029EFB46DA37}" dt="2024-02-19T23:46:36.924" v="132" actId="1076"/>
          <ac:picMkLst>
            <pc:docMk/>
            <pc:sldMk cId="3475443129" sldId="598"/>
            <ac:picMk id="5" creationId="{43F57706-0882-6F81-F991-C5F29F6365F1}"/>
          </ac:picMkLst>
        </pc:picChg>
      </pc:sldChg>
      <pc:sldChg chg="addSp modSp new mod">
        <pc:chgData name="SUMA K G" userId="c26ce1b90fa457b4" providerId="LiveId" clId="{AEFB462C-EAB6-41E0-8A03-029EFB46DA37}" dt="2024-02-19T23:47:33.084" v="142" actId="1076"/>
        <pc:sldMkLst>
          <pc:docMk/>
          <pc:sldMk cId="1362834264" sldId="599"/>
        </pc:sldMkLst>
        <pc:spChg chg="mod">
          <ac:chgData name="SUMA K G" userId="c26ce1b90fa457b4" providerId="LiveId" clId="{AEFB462C-EAB6-41E0-8A03-029EFB46DA37}" dt="2024-02-19T23:47:04.184" v="137" actId="27636"/>
          <ac:spMkLst>
            <pc:docMk/>
            <pc:sldMk cId="1362834264" sldId="599"/>
            <ac:spMk id="2" creationId="{1F658406-E336-9885-114C-62DA4DEB8FE3}"/>
          </ac:spMkLst>
        </pc:spChg>
        <pc:spChg chg="mod">
          <ac:chgData name="SUMA K G" userId="c26ce1b90fa457b4" providerId="LiveId" clId="{AEFB462C-EAB6-41E0-8A03-029EFB46DA37}" dt="2024-02-19T23:47:10.586" v="138"/>
          <ac:spMkLst>
            <pc:docMk/>
            <pc:sldMk cId="1362834264" sldId="599"/>
            <ac:spMk id="3" creationId="{8D189763-4272-79C4-7FA6-ECA4E269818A}"/>
          </ac:spMkLst>
        </pc:spChg>
        <pc:picChg chg="add mod">
          <ac:chgData name="SUMA K G" userId="c26ce1b90fa457b4" providerId="LiveId" clId="{AEFB462C-EAB6-41E0-8A03-029EFB46DA37}" dt="2024-02-19T23:47:33.084" v="142" actId="1076"/>
          <ac:picMkLst>
            <pc:docMk/>
            <pc:sldMk cId="1362834264" sldId="599"/>
            <ac:picMk id="5" creationId="{26C6CA53-E8F9-7DDE-CED7-46966FB9FCF7}"/>
          </ac:picMkLst>
        </pc:picChg>
      </pc:sldChg>
      <pc:sldChg chg="del">
        <pc:chgData name="SUMA K G" userId="c26ce1b90fa457b4" providerId="LiveId" clId="{AEFB462C-EAB6-41E0-8A03-029EFB46DA37}" dt="2024-02-19T21:54:20.379" v="8" actId="47"/>
        <pc:sldMkLst>
          <pc:docMk/>
          <pc:sldMk cId="2356889741" sldId="599"/>
        </pc:sldMkLst>
      </pc:sldChg>
      <pc:sldChg chg="addSp modSp new mod">
        <pc:chgData name="SUMA K G" userId="c26ce1b90fa457b4" providerId="LiveId" clId="{AEFB462C-EAB6-41E0-8A03-029EFB46DA37}" dt="2024-02-19T23:47:58.358" v="146" actId="1076"/>
        <pc:sldMkLst>
          <pc:docMk/>
          <pc:sldMk cId="2310833846" sldId="600"/>
        </pc:sldMkLst>
        <pc:spChg chg="mod">
          <ac:chgData name="SUMA K G" userId="c26ce1b90fa457b4" providerId="LiveId" clId="{AEFB462C-EAB6-41E0-8A03-029EFB46DA37}" dt="2024-02-19T23:47:45.037" v="144"/>
          <ac:spMkLst>
            <pc:docMk/>
            <pc:sldMk cId="2310833846" sldId="600"/>
            <ac:spMk id="3" creationId="{1A010CC9-EBDB-E7FB-147D-BAB1AA1309D3}"/>
          </ac:spMkLst>
        </pc:spChg>
        <pc:picChg chg="add mod">
          <ac:chgData name="SUMA K G" userId="c26ce1b90fa457b4" providerId="LiveId" clId="{AEFB462C-EAB6-41E0-8A03-029EFB46DA37}" dt="2024-02-19T23:47:58.358" v="146" actId="1076"/>
          <ac:picMkLst>
            <pc:docMk/>
            <pc:sldMk cId="2310833846" sldId="600"/>
            <ac:picMk id="5" creationId="{E7823464-7936-8289-75BB-4E3A47530611}"/>
          </ac:picMkLst>
        </pc:picChg>
      </pc:sldChg>
      <pc:sldChg chg="modSp new mod">
        <pc:chgData name="SUMA K G" userId="c26ce1b90fa457b4" providerId="LiveId" clId="{AEFB462C-EAB6-41E0-8A03-029EFB46DA37}" dt="2024-02-19T23:48:10.932" v="148"/>
        <pc:sldMkLst>
          <pc:docMk/>
          <pc:sldMk cId="3092059893" sldId="601"/>
        </pc:sldMkLst>
        <pc:spChg chg="mod">
          <ac:chgData name="SUMA K G" userId="c26ce1b90fa457b4" providerId="LiveId" clId="{AEFB462C-EAB6-41E0-8A03-029EFB46DA37}" dt="2024-02-19T23:48:10.932" v="148"/>
          <ac:spMkLst>
            <pc:docMk/>
            <pc:sldMk cId="3092059893" sldId="601"/>
            <ac:spMk id="3" creationId="{AB37F237-A98F-36C7-E1A2-F3DBFD352F6B}"/>
          </ac:spMkLst>
        </pc:spChg>
      </pc:sldChg>
      <pc:sldChg chg="del">
        <pc:chgData name="SUMA K G" userId="c26ce1b90fa457b4" providerId="LiveId" clId="{AEFB462C-EAB6-41E0-8A03-029EFB46DA37}" dt="2024-02-19T21:54:20.943" v="10" actId="47"/>
        <pc:sldMkLst>
          <pc:docMk/>
          <pc:sldMk cId="3846129185" sldId="601"/>
        </pc:sldMkLst>
      </pc:sldChg>
      <pc:sldChg chg="addSp modSp new mod">
        <pc:chgData name="SUMA K G" userId="c26ce1b90fa457b4" providerId="LiveId" clId="{AEFB462C-EAB6-41E0-8A03-029EFB46DA37}" dt="2024-02-19T23:48:38.997" v="152" actId="732"/>
        <pc:sldMkLst>
          <pc:docMk/>
          <pc:sldMk cId="1864293295" sldId="602"/>
        </pc:sldMkLst>
        <pc:picChg chg="add mod modCrop">
          <ac:chgData name="SUMA K G" userId="c26ce1b90fa457b4" providerId="LiveId" clId="{AEFB462C-EAB6-41E0-8A03-029EFB46DA37}" dt="2024-02-19T23:48:38.997" v="152" actId="732"/>
          <ac:picMkLst>
            <pc:docMk/>
            <pc:sldMk cId="1864293295" sldId="602"/>
            <ac:picMk id="5" creationId="{C53D4861-0B25-3234-F08D-59D27E66ECEB}"/>
          </ac:picMkLst>
        </pc:picChg>
      </pc:sldChg>
      <pc:sldChg chg="del">
        <pc:chgData name="SUMA K G" userId="c26ce1b90fa457b4" providerId="LiveId" clId="{AEFB462C-EAB6-41E0-8A03-029EFB46DA37}" dt="2024-02-19T21:54:21.131" v="11" actId="47"/>
        <pc:sldMkLst>
          <pc:docMk/>
          <pc:sldMk cId="2465350823" sldId="602"/>
        </pc:sldMkLst>
      </pc:sldChg>
      <pc:sldChg chg="del">
        <pc:chgData name="SUMA K G" userId="c26ce1b90fa457b4" providerId="LiveId" clId="{AEFB462C-EAB6-41E0-8A03-029EFB46DA37}" dt="2024-02-19T21:54:19.795" v="5" actId="47"/>
        <pc:sldMkLst>
          <pc:docMk/>
          <pc:sldMk cId="160196092" sldId="603"/>
        </pc:sldMkLst>
      </pc:sldChg>
      <pc:sldChg chg="modSp new mod">
        <pc:chgData name="SUMA K G" userId="c26ce1b90fa457b4" providerId="LiveId" clId="{AEFB462C-EAB6-41E0-8A03-029EFB46DA37}" dt="2024-02-19T23:48:56.332" v="154"/>
        <pc:sldMkLst>
          <pc:docMk/>
          <pc:sldMk cId="2931233677" sldId="603"/>
        </pc:sldMkLst>
        <pc:spChg chg="mod">
          <ac:chgData name="SUMA K G" userId="c26ce1b90fa457b4" providerId="LiveId" clId="{AEFB462C-EAB6-41E0-8A03-029EFB46DA37}" dt="2024-02-19T23:48:56.332" v="154"/>
          <ac:spMkLst>
            <pc:docMk/>
            <pc:sldMk cId="2931233677" sldId="603"/>
            <ac:spMk id="3" creationId="{DFA9283D-98C7-1F55-A829-5671EBB9E3AB}"/>
          </ac:spMkLst>
        </pc:spChg>
      </pc:sldChg>
      <pc:sldChg chg="del">
        <pc:chgData name="SUMA K G" userId="c26ce1b90fa457b4" providerId="LiveId" clId="{AEFB462C-EAB6-41E0-8A03-029EFB46DA37}" dt="2024-02-19T21:54:19.973" v="6" actId="47"/>
        <pc:sldMkLst>
          <pc:docMk/>
          <pc:sldMk cId="1308951125" sldId="604"/>
        </pc:sldMkLst>
      </pc:sldChg>
      <pc:sldChg chg="modSp new mod">
        <pc:chgData name="SUMA K G" userId="c26ce1b90fa457b4" providerId="LiveId" clId="{AEFB462C-EAB6-41E0-8A03-029EFB46DA37}" dt="2024-02-19T23:49:19.765" v="156"/>
        <pc:sldMkLst>
          <pc:docMk/>
          <pc:sldMk cId="1458193985" sldId="604"/>
        </pc:sldMkLst>
        <pc:spChg chg="mod">
          <ac:chgData name="SUMA K G" userId="c26ce1b90fa457b4" providerId="LiveId" clId="{AEFB462C-EAB6-41E0-8A03-029EFB46DA37}" dt="2024-02-19T23:49:19.765" v="156"/>
          <ac:spMkLst>
            <pc:docMk/>
            <pc:sldMk cId="1458193985" sldId="604"/>
            <ac:spMk id="3" creationId="{13ADCB3F-CE53-00A3-D301-3A000A2389C7}"/>
          </ac:spMkLst>
        </pc:spChg>
      </pc:sldChg>
      <pc:sldChg chg="del">
        <pc:chgData name="SUMA K G" userId="c26ce1b90fa457b4" providerId="LiveId" clId="{AEFB462C-EAB6-41E0-8A03-029EFB46DA37}" dt="2024-02-19T21:54:20.187" v="7" actId="47"/>
        <pc:sldMkLst>
          <pc:docMk/>
          <pc:sldMk cId="2517161550" sldId="605"/>
        </pc:sldMkLst>
      </pc:sldChg>
      <pc:sldChg chg="del">
        <pc:chgData name="SUMA K G" userId="c26ce1b90fa457b4" providerId="LiveId" clId="{AEFB462C-EAB6-41E0-8A03-029EFB46DA37}" dt="2024-02-19T21:54:21.337" v="12" actId="47"/>
        <pc:sldMkLst>
          <pc:docMk/>
          <pc:sldMk cId="3770136847" sldId="606"/>
        </pc:sldMkLst>
      </pc:sldChg>
      <pc:sldChg chg="del">
        <pc:chgData name="SUMA K G" userId="c26ce1b90fa457b4" providerId="LiveId" clId="{AEFB462C-EAB6-41E0-8A03-029EFB46DA37}" dt="2024-02-19T21:54:21.496" v="13" actId="47"/>
        <pc:sldMkLst>
          <pc:docMk/>
          <pc:sldMk cId="3099718690" sldId="607"/>
        </pc:sldMkLst>
      </pc:sldChg>
    </pc:docChg>
  </pc:docChgLst>
  <pc:docChgLst>
    <pc:chgData name="SUMA K G" userId="c26ce1b90fa457b4" providerId="LiveId" clId="{4A6DAEE7-13E1-4516-8EEA-7FFD6F8B8A29}"/>
    <pc:docChg chg="modSld">
      <pc:chgData name="SUMA K G" userId="c26ce1b90fa457b4" providerId="LiveId" clId="{4A6DAEE7-13E1-4516-8EEA-7FFD6F8B8A29}" dt="2024-02-20T10:24:13.991" v="2" actId="1076"/>
      <pc:docMkLst>
        <pc:docMk/>
      </pc:docMkLst>
      <pc:sldChg chg="modSp mod">
        <pc:chgData name="SUMA K G" userId="c26ce1b90fa457b4" providerId="LiveId" clId="{4A6DAEE7-13E1-4516-8EEA-7FFD6F8B8A29}" dt="2024-02-20T10:24:05.892" v="0" actId="14100"/>
        <pc:sldMkLst>
          <pc:docMk/>
          <pc:sldMk cId="4248383774" sldId="587"/>
        </pc:sldMkLst>
        <pc:spChg chg="mod">
          <ac:chgData name="SUMA K G" userId="c26ce1b90fa457b4" providerId="LiveId" clId="{4A6DAEE7-13E1-4516-8EEA-7FFD6F8B8A29}" dt="2024-02-20T10:24:05.892" v="0" actId="14100"/>
          <ac:spMkLst>
            <pc:docMk/>
            <pc:sldMk cId="4248383774" sldId="587"/>
            <ac:spMk id="3" creationId="{FFA16F68-2E4A-28E9-83C4-69FC2108B755}"/>
          </ac:spMkLst>
        </pc:spChg>
      </pc:sldChg>
      <pc:sldChg chg="modSp mod">
        <pc:chgData name="SUMA K G" userId="c26ce1b90fa457b4" providerId="LiveId" clId="{4A6DAEE7-13E1-4516-8EEA-7FFD6F8B8A29}" dt="2024-02-20T10:24:13.991" v="2" actId="1076"/>
        <pc:sldMkLst>
          <pc:docMk/>
          <pc:sldMk cId="1385666533" sldId="588"/>
        </pc:sldMkLst>
        <pc:spChg chg="mod">
          <ac:chgData name="SUMA K G" userId="c26ce1b90fa457b4" providerId="LiveId" clId="{4A6DAEE7-13E1-4516-8EEA-7FFD6F8B8A29}" dt="2024-02-20T10:24:11.630" v="1" actId="14100"/>
          <ac:spMkLst>
            <pc:docMk/>
            <pc:sldMk cId="1385666533" sldId="588"/>
            <ac:spMk id="3" creationId="{68565180-B8C7-AE0F-55EC-D6640F3F8106}"/>
          </ac:spMkLst>
        </pc:spChg>
        <pc:picChg chg="mod">
          <ac:chgData name="SUMA K G" userId="c26ce1b90fa457b4" providerId="LiveId" clId="{4A6DAEE7-13E1-4516-8EEA-7FFD6F8B8A29}" dt="2024-02-20T10:24:13.991" v="2" actId="1076"/>
          <ac:picMkLst>
            <pc:docMk/>
            <pc:sldMk cId="1385666533" sldId="588"/>
            <ac:picMk id="5" creationId="{3A54B05F-1368-21E2-0617-BC1ED8267135}"/>
          </ac:picMkLst>
        </pc:picChg>
      </pc:sldChg>
    </pc:docChg>
  </pc:docChgLst>
  <pc:docChgLst>
    <pc:chgData name="SUMA K G" userId="c26ce1b90fa457b4" providerId="LiveId" clId="{DC4C0661-57E9-4B11-9704-F1D72310967A}"/>
    <pc:docChg chg="undo custSel addSld delSld modSld sldOrd">
      <pc:chgData name="SUMA K G" userId="c26ce1b90fa457b4" providerId="LiveId" clId="{DC4C0661-57E9-4B11-9704-F1D72310967A}" dt="2024-03-05T00:05:09.291" v="677" actId="47"/>
      <pc:docMkLst>
        <pc:docMk/>
      </pc:docMkLst>
      <pc:sldChg chg="del">
        <pc:chgData name="SUMA K G" userId="c26ce1b90fa457b4" providerId="LiveId" clId="{DC4C0661-57E9-4B11-9704-F1D72310967A}" dt="2024-02-27T00:42:04.271" v="19" actId="47"/>
        <pc:sldMkLst>
          <pc:docMk/>
          <pc:sldMk cId="2490700207" sldId="258"/>
        </pc:sldMkLst>
      </pc:sldChg>
      <pc:sldChg chg="modSp add mod">
        <pc:chgData name="SUMA K G" userId="c26ce1b90fa457b4" providerId="LiveId" clId="{DC4C0661-57E9-4B11-9704-F1D72310967A}" dt="2024-02-27T01:08:48.091" v="314" actId="13926"/>
        <pc:sldMkLst>
          <pc:docMk/>
          <pc:sldMk cId="3675906361" sldId="259"/>
        </pc:sldMkLst>
        <pc:spChg chg="mod">
          <ac:chgData name="SUMA K G" userId="c26ce1b90fa457b4" providerId="LiveId" clId="{DC4C0661-57E9-4B11-9704-F1D72310967A}" dt="2024-02-27T01:08:48.091" v="314" actId="13926"/>
          <ac:spMkLst>
            <pc:docMk/>
            <pc:sldMk cId="3675906361" sldId="259"/>
            <ac:spMk id="3" creationId="{632B5889-C715-DE89-F8F4-3E6322765093}"/>
          </ac:spMkLst>
        </pc:spChg>
      </pc:sldChg>
      <pc:sldChg chg="modSp mod">
        <pc:chgData name="SUMA K G" userId="c26ce1b90fa457b4" providerId="LiveId" clId="{DC4C0661-57E9-4B11-9704-F1D72310967A}" dt="2024-02-27T01:08:42.557" v="313" actId="20577"/>
        <pc:sldMkLst>
          <pc:docMk/>
          <pc:sldMk cId="2773029733" sldId="585"/>
        </pc:sldMkLst>
        <pc:spChg chg="mod">
          <ac:chgData name="SUMA K G" userId="c26ce1b90fa457b4" providerId="LiveId" clId="{DC4C0661-57E9-4B11-9704-F1D72310967A}" dt="2024-02-27T01:08:42.557" v="313" actId="20577"/>
          <ac:spMkLst>
            <pc:docMk/>
            <pc:sldMk cId="2773029733" sldId="585"/>
            <ac:spMk id="3" creationId="{FD6B1D31-C4E7-8A73-DE3F-694072EBD1FA}"/>
          </ac:spMkLst>
        </pc:spChg>
      </pc:sldChg>
      <pc:sldChg chg="modSp mod">
        <pc:chgData name="SUMA K G" userId="c26ce1b90fa457b4" providerId="LiveId" clId="{DC4C0661-57E9-4B11-9704-F1D72310967A}" dt="2024-02-27T01:00:39.043" v="184" actId="108"/>
        <pc:sldMkLst>
          <pc:docMk/>
          <pc:sldMk cId="3159541835" sldId="586"/>
        </pc:sldMkLst>
        <pc:spChg chg="mod">
          <ac:chgData name="SUMA K G" userId="c26ce1b90fa457b4" providerId="LiveId" clId="{DC4C0661-57E9-4B11-9704-F1D72310967A}" dt="2024-02-27T01:00:39.043" v="184" actId="108"/>
          <ac:spMkLst>
            <pc:docMk/>
            <pc:sldMk cId="3159541835" sldId="586"/>
            <ac:spMk id="2" creationId="{3EADA319-6AE5-DA38-2A32-DD7ED363A492}"/>
          </ac:spMkLst>
        </pc:spChg>
        <pc:spChg chg="mod">
          <ac:chgData name="SUMA K G" userId="c26ce1b90fa457b4" providerId="LiveId" clId="{DC4C0661-57E9-4B11-9704-F1D72310967A}" dt="2024-02-27T00:43:54.163" v="32" actId="20577"/>
          <ac:spMkLst>
            <pc:docMk/>
            <pc:sldMk cId="3159541835" sldId="586"/>
            <ac:spMk id="3" creationId="{F98C3217-5BF2-26F0-863C-0E11CDA4FB98}"/>
          </ac:spMkLst>
        </pc:spChg>
      </pc:sldChg>
      <pc:sldChg chg="modSp new mod">
        <pc:chgData name="SUMA K G" userId="c26ce1b90fa457b4" providerId="LiveId" clId="{DC4C0661-57E9-4B11-9704-F1D72310967A}" dt="2024-02-29T04:40:54.734" v="319" actId="13926"/>
        <pc:sldMkLst>
          <pc:docMk/>
          <pc:sldMk cId="2701893301" sldId="587"/>
        </pc:sldMkLst>
        <pc:spChg chg="mod">
          <ac:chgData name="SUMA K G" userId="c26ce1b90fa457b4" providerId="LiveId" clId="{DC4C0661-57E9-4B11-9704-F1D72310967A}" dt="2024-02-27T01:00:42.738" v="185" actId="108"/>
          <ac:spMkLst>
            <pc:docMk/>
            <pc:sldMk cId="2701893301" sldId="587"/>
            <ac:spMk id="2" creationId="{98249640-6CDA-2A2C-2C7F-48B3B9A2C974}"/>
          </ac:spMkLst>
        </pc:spChg>
        <pc:spChg chg="mod">
          <ac:chgData name="SUMA K G" userId="c26ce1b90fa457b4" providerId="LiveId" clId="{DC4C0661-57E9-4B11-9704-F1D72310967A}" dt="2024-02-29T04:40:54.734" v="319" actId="13926"/>
          <ac:spMkLst>
            <pc:docMk/>
            <pc:sldMk cId="2701893301" sldId="587"/>
            <ac:spMk id="3" creationId="{B882342B-FE82-60D3-5BA0-49C499CCC597}"/>
          </ac:spMkLst>
        </pc:spChg>
      </pc:sldChg>
      <pc:sldChg chg="del">
        <pc:chgData name="SUMA K G" userId="c26ce1b90fa457b4" providerId="LiveId" clId="{DC4C0661-57E9-4B11-9704-F1D72310967A}" dt="2024-02-27T00:41:37.481" v="0" actId="47"/>
        <pc:sldMkLst>
          <pc:docMk/>
          <pc:sldMk cId="4248383774" sldId="587"/>
        </pc:sldMkLst>
      </pc:sldChg>
      <pc:sldChg chg="del">
        <pc:chgData name="SUMA K G" userId="c26ce1b90fa457b4" providerId="LiveId" clId="{DC4C0661-57E9-4B11-9704-F1D72310967A}" dt="2024-02-27T00:41:37.561" v="1" actId="47"/>
        <pc:sldMkLst>
          <pc:docMk/>
          <pc:sldMk cId="1385666533" sldId="588"/>
        </pc:sldMkLst>
      </pc:sldChg>
      <pc:sldChg chg="modSp new mod">
        <pc:chgData name="SUMA K G" userId="c26ce1b90fa457b4" providerId="LiveId" clId="{DC4C0661-57E9-4B11-9704-F1D72310967A}" dt="2024-02-27T00:50:49.095" v="60" actId="14100"/>
        <pc:sldMkLst>
          <pc:docMk/>
          <pc:sldMk cId="3800709820" sldId="588"/>
        </pc:sldMkLst>
        <pc:spChg chg="mod">
          <ac:chgData name="SUMA K G" userId="c26ce1b90fa457b4" providerId="LiveId" clId="{DC4C0661-57E9-4B11-9704-F1D72310967A}" dt="2024-02-27T00:45:34.120" v="36"/>
          <ac:spMkLst>
            <pc:docMk/>
            <pc:sldMk cId="3800709820" sldId="588"/>
            <ac:spMk id="2" creationId="{072D6822-A75A-2077-6A93-BF7523FB79C1}"/>
          </ac:spMkLst>
        </pc:spChg>
        <pc:spChg chg="mod">
          <ac:chgData name="SUMA K G" userId="c26ce1b90fa457b4" providerId="LiveId" clId="{DC4C0661-57E9-4B11-9704-F1D72310967A}" dt="2024-02-27T00:50:49.095" v="60" actId="14100"/>
          <ac:spMkLst>
            <pc:docMk/>
            <pc:sldMk cId="3800709820" sldId="588"/>
            <ac:spMk id="3" creationId="{EB94ADE2-D564-931C-145F-54D3590B9F07}"/>
          </ac:spMkLst>
        </pc:spChg>
      </pc:sldChg>
      <pc:sldChg chg="del">
        <pc:chgData name="SUMA K G" userId="c26ce1b90fa457b4" providerId="LiveId" clId="{DC4C0661-57E9-4B11-9704-F1D72310967A}" dt="2024-02-27T00:41:37.694" v="2" actId="47"/>
        <pc:sldMkLst>
          <pc:docMk/>
          <pc:sldMk cId="349020365" sldId="589"/>
        </pc:sldMkLst>
      </pc:sldChg>
      <pc:sldChg chg="modSp new mod">
        <pc:chgData name="SUMA K G" userId="c26ce1b90fa457b4" providerId="LiveId" clId="{DC4C0661-57E9-4B11-9704-F1D72310967A}" dt="2024-02-27T00:50:57.165" v="62"/>
        <pc:sldMkLst>
          <pc:docMk/>
          <pc:sldMk cId="3527457641" sldId="589"/>
        </pc:sldMkLst>
        <pc:spChg chg="mod">
          <ac:chgData name="SUMA K G" userId="c26ce1b90fa457b4" providerId="LiveId" clId="{DC4C0661-57E9-4B11-9704-F1D72310967A}" dt="2024-02-27T00:50:57.165" v="62"/>
          <ac:spMkLst>
            <pc:docMk/>
            <pc:sldMk cId="3527457641" sldId="589"/>
            <ac:spMk id="2" creationId="{903F7DA9-5C5B-9612-3644-098A57580EEF}"/>
          </ac:spMkLst>
        </pc:spChg>
        <pc:spChg chg="mod">
          <ac:chgData name="SUMA K G" userId="c26ce1b90fa457b4" providerId="LiveId" clId="{DC4C0661-57E9-4B11-9704-F1D72310967A}" dt="2024-02-27T00:50:52.916" v="61" actId="255"/>
          <ac:spMkLst>
            <pc:docMk/>
            <pc:sldMk cId="3527457641" sldId="589"/>
            <ac:spMk id="3" creationId="{204C9BB6-7328-6629-28C0-A7B498FC714B}"/>
          </ac:spMkLst>
        </pc:spChg>
      </pc:sldChg>
      <pc:sldChg chg="del">
        <pc:chgData name="SUMA K G" userId="c26ce1b90fa457b4" providerId="LiveId" clId="{DC4C0661-57E9-4B11-9704-F1D72310967A}" dt="2024-02-27T00:41:37.863" v="3" actId="47"/>
        <pc:sldMkLst>
          <pc:docMk/>
          <pc:sldMk cId="3695466333" sldId="590"/>
        </pc:sldMkLst>
      </pc:sldChg>
      <pc:sldChg chg="modSp new mod">
        <pc:chgData name="SUMA K G" userId="c26ce1b90fa457b4" providerId="LiveId" clId="{DC4C0661-57E9-4B11-9704-F1D72310967A}" dt="2024-02-27T00:51:07.434" v="67" actId="20577"/>
        <pc:sldMkLst>
          <pc:docMk/>
          <pc:sldMk cId="4077017567" sldId="590"/>
        </pc:sldMkLst>
        <pc:spChg chg="mod">
          <ac:chgData name="SUMA K G" userId="c26ce1b90fa457b4" providerId="LiveId" clId="{DC4C0661-57E9-4B11-9704-F1D72310967A}" dt="2024-02-27T00:51:00.423" v="63" actId="113"/>
          <ac:spMkLst>
            <pc:docMk/>
            <pc:sldMk cId="4077017567" sldId="590"/>
            <ac:spMk id="2" creationId="{3EF3494A-79F4-0652-BDE1-9E4A86B5111C}"/>
          </ac:spMkLst>
        </pc:spChg>
        <pc:spChg chg="mod">
          <ac:chgData name="SUMA K G" userId="c26ce1b90fa457b4" providerId="LiveId" clId="{DC4C0661-57E9-4B11-9704-F1D72310967A}" dt="2024-02-27T00:51:07.434" v="67" actId="20577"/>
          <ac:spMkLst>
            <pc:docMk/>
            <pc:sldMk cId="4077017567" sldId="590"/>
            <ac:spMk id="3" creationId="{1647939E-4D35-BF42-5E0E-F5438C2B0D34}"/>
          </ac:spMkLst>
        </pc:spChg>
      </pc:sldChg>
      <pc:sldChg chg="modSp new mod">
        <pc:chgData name="SUMA K G" userId="c26ce1b90fa457b4" providerId="LiveId" clId="{DC4C0661-57E9-4B11-9704-F1D72310967A}" dt="2024-02-27T01:02:45.399" v="229" actId="113"/>
        <pc:sldMkLst>
          <pc:docMk/>
          <pc:sldMk cId="3426694462" sldId="591"/>
        </pc:sldMkLst>
        <pc:spChg chg="mod">
          <ac:chgData name="SUMA K G" userId="c26ce1b90fa457b4" providerId="LiveId" clId="{DC4C0661-57E9-4B11-9704-F1D72310967A}" dt="2024-02-27T01:02:45.399" v="229" actId="113"/>
          <ac:spMkLst>
            <pc:docMk/>
            <pc:sldMk cId="3426694462" sldId="591"/>
            <ac:spMk id="2" creationId="{B2075BA3-AFF8-2CB4-8F1D-2A4AA72A2324}"/>
          </ac:spMkLst>
        </pc:spChg>
        <pc:spChg chg="mod">
          <ac:chgData name="SUMA K G" userId="c26ce1b90fa457b4" providerId="LiveId" clId="{DC4C0661-57E9-4B11-9704-F1D72310967A}" dt="2024-02-27T00:51:17.806" v="69" actId="123"/>
          <ac:spMkLst>
            <pc:docMk/>
            <pc:sldMk cId="3426694462" sldId="591"/>
            <ac:spMk id="3" creationId="{FA858516-8F0D-CECE-7390-888E272A3A09}"/>
          </ac:spMkLst>
        </pc:spChg>
      </pc:sldChg>
      <pc:sldChg chg="del">
        <pc:chgData name="SUMA K G" userId="c26ce1b90fa457b4" providerId="LiveId" clId="{DC4C0661-57E9-4B11-9704-F1D72310967A}" dt="2024-02-27T00:41:37.980" v="4" actId="47"/>
        <pc:sldMkLst>
          <pc:docMk/>
          <pc:sldMk cId="4151814252" sldId="591"/>
        </pc:sldMkLst>
      </pc:sldChg>
      <pc:sldChg chg="del">
        <pc:chgData name="SUMA K G" userId="c26ce1b90fa457b4" providerId="LiveId" clId="{DC4C0661-57E9-4B11-9704-F1D72310967A}" dt="2024-02-27T00:41:38.287" v="6" actId="47"/>
        <pc:sldMkLst>
          <pc:docMk/>
          <pc:sldMk cId="447756259" sldId="592"/>
        </pc:sldMkLst>
      </pc:sldChg>
      <pc:sldChg chg="modSp new mod">
        <pc:chgData name="SUMA K G" userId="c26ce1b90fa457b4" providerId="LiveId" clId="{DC4C0661-57E9-4B11-9704-F1D72310967A}" dt="2024-02-27T01:02:49.636" v="230" actId="113"/>
        <pc:sldMkLst>
          <pc:docMk/>
          <pc:sldMk cId="2548196930" sldId="592"/>
        </pc:sldMkLst>
        <pc:spChg chg="mod">
          <ac:chgData name="SUMA K G" userId="c26ce1b90fa457b4" providerId="LiveId" clId="{DC4C0661-57E9-4B11-9704-F1D72310967A}" dt="2024-02-27T01:02:49.636" v="230" actId="113"/>
          <ac:spMkLst>
            <pc:docMk/>
            <pc:sldMk cId="2548196930" sldId="592"/>
            <ac:spMk id="2" creationId="{421E6D7F-246F-FB8B-2481-66C28EA5F8BC}"/>
          </ac:spMkLst>
        </pc:spChg>
        <pc:spChg chg="mod">
          <ac:chgData name="SUMA K G" userId="c26ce1b90fa457b4" providerId="LiveId" clId="{DC4C0661-57E9-4B11-9704-F1D72310967A}" dt="2024-02-27T00:51:34.808" v="74" actId="14100"/>
          <ac:spMkLst>
            <pc:docMk/>
            <pc:sldMk cId="2548196930" sldId="592"/>
            <ac:spMk id="3" creationId="{CD99C70B-4194-B442-D0FF-27A808DEEA74}"/>
          </ac:spMkLst>
        </pc:spChg>
      </pc:sldChg>
      <pc:sldChg chg="modSp new mod">
        <pc:chgData name="SUMA K G" userId="c26ce1b90fa457b4" providerId="LiveId" clId="{DC4C0661-57E9-4B11-9704-F1D72310967A}" dt="2024-02-27T01:02:54.635" v="231" actId="113"/>
        <pc:sldMkLst>
          <pc:docMk/>
          <pc:sldMk cId="1492335786" sldId="593"/>
        </pc:sldMkLst>
        <pc:spChg chg="mod">
          <ac:chgData name="SUMA K G" userId="c26ce1b90fa457b4" providerId="LiveId" clId="{DC4C0661-57E9-4B11-9704-F1D72310967A}" dt="2024-02-27T01:02:54.635" v="231" actId="113"/>
          <ac:spMkLst>
            <pc:docMk/>
            <pc:sldMk cId="1492335786" sldId="593"/>
            <ac:spMk id="2" creationId="{98819586-5792-D415-7CBD-256EF52DBDE4}"/>
          </ac:spMkLst>
        </pc:spChg>
        <pc:spChg chg="mod">
          <ac:chgData name="SUMA K G" userId="c26ce1b90fa457b4" providerId="LiveId" clId="{DC4C0661-57E9-4B11-9704-F1D72310967A}" dt="2024-02-27T00:51:49.352" v="79" actId="14100"/>
          <ac:spMkLst>
            <pc:docMk/>
            <pc:sldMk cId="1492335786" sldId="593"/>
            <ac:spMk id="3" creationId="{B358D988-1C1B-413B-99C9-816CB8BAA687}"/>
          </ac:spMkLst>
        </pc:spChg>
      </pc:sldChg>
      <pc:sldChg chg="del">
        <pc:chgData name="SUMA K G" userId="c26ce1b90fa457b4" providerId="LiveId" clId="{DC4C0661-57E9-4B11-9704-F1D72310967A}" dt="2024-02-27T00:41:38.616" v="7" actId="47"/>
        <pc:sldMkLst>
          <pc:docMk/>
          <pc:sldMk cId="2663146142" sldId="593"/>
        </pc:sldMkLst>
      </pc:sldChg>
      <pc:sldChg chg="modSp new mod">
        <pc:chgData name="SUMA K G" userId="c26ce1b90fa457b4" providerId="LiveId" clId="{DC4C0661-57E9-4B11-9704-F1D72310967A}" dt="2024-02-29T04:42:58.718" v="381" actId="13926"/>
        <pc:sldMkLst>
          <pc:docMk/>
          <pc:sldMk cId="472549772" sldId="594"/>
        </pc:sldMkLst>
        <pc:spChg chg="mod">
          <ac:chgData name="SUMA K G" userId="c26ce1b90fa457b4" providerId="LiveId" clId="{DC4C0661-57E9-4B11-9704-F1D72310967A}" dt="2024-02-27T00:53:41.057" v="96"/>
          <ac:spMkLst>
            <pc:docMk/>
            <pc:sldMk cId="472549772" sldId="594"/>
            <ac:spMk id="2" creationId="{A5A55DFF-5E5E-043E-799C-DC2231841AF2}"/>
          </ac:spMkLst>
        </pc:spChg>
        <pc:spChg chg="mod">
          <ac:chgData name="SUMA K G" userId="c26ce1b90fa457b4" providerId="LiveId" clId="{DC4C0661-57E9-4B11-9704-F1D72310967A}" dt="2024-02-29T04:42:58.718" v="381" actId="13926"/>
          <ac:spMkLst>
            <pc:docMk/>
            <pc:sldMk cId="472549772" sldId="594"/>
            <ac:spMk id="3" creationId="{F53EDF17-5BCA-641B-3F76-02E2CB0A705D}"/>
          </ac:spMkLst>
        </pc:spChg>
      </pc:sldChg>
      <pc:sldChg chg="del">
        <pc:chgData name="SUMA K G" userId="c26ce1b90fa457b4" providerId="LiveId" clId="{DC4C0661-57E9-4B11-9704-F1D72310967A}" dt="2024-02-27T00:41:38.831" v="8" actId="47"/>
        <pc:sldMkLst>
          <pc:docMk/>
          <pc:sldMk cId="2420575970" sldId="594"/>
        </pc:sldMkLst>
      </pc:sldChg>
      <pc:sldChg chg="modSp new mod">
        <pc:chgData name="SUMA K G" userId="c26ce1b90fa457b4" providerId="LiveId" clId="{DC4C0661-57E9-4B11-9704-F1D72310967A}" dt="2024-02-29T04:43:15.159" v="383" actId="113"/>
        <pc:sldMkLst>
          <pc:docMk/>
          <pc:sldMk cId="3404864442" sldId="595"/>
        </pc:sldMkLst>
        <pc:spChg chg="mod">
          <ac:chgData name="SUMA K G" userId="c26ce1b90fa457b4" providerId="LiveId" clId="{DC4C0661-57E9-4B11-9704-F1D72310967A}" dt="2024-02-27T00:55:29.622" v="127"/>
          <ac:spMkLst>
            <pc:docMk/>
            <pc:sldMk cId="3404864442" sldId="595"/>
            <ac:spMk id="2" creationId="{F1323713-03F2-4011-2554-FDFEB0561F90}"/>
          </ac:spMkLst>
        </pc:spChg>
        <pc:spChg chg="mod">
          <ac:chgData name="SUMA K G" userId="c26ce1b90fa457b4" providerId="LiveId" clId="{DC4C0661-57E9-4B11-9704-F1D72310967A}" dt="2024-02-29T04:43:15.159" v="383" actId="113"/>
          <ac:spMkLst>
            <pc:docMk/>
            <pc:sldMk cId="3404864442" sldId="595"/>
            <ac:spMk id="3" creationId="{26A6000A-73DC-2AA4-F417-94879D0F2983}"/>
          </ac:spMkLst>
        </pc:spChg>
      </pc:sldChg>
      <pc:sldChg chg="del">
        <pc:chgData name="SUMA K G" userId="c26ce1b90fa457b4" providerId="LiveId" clId="{DC4C0661-57E9-4B11-9704-F1D72310967A}" dt="2024-02-27T00:41:38.977" v="9" actId="47"/>
        <pc:sldMkLst>
          <pc:docMk/>
          <pc:sldMk cId="3735084650" sldId="595"/>
        </pc:sldMkLst>
      </pc:sldChg>
      <pc:sldChg chg="del">
        <pc:chgData name="SUMA K G" userId="c26ce1b90fa457b4" providerId="LiveId" clId="{DC4C0661-57E9-4B11-9704-F1D72310967A}" dt="2024-02-27T00:41:39.173" v="10" actId="47"/>
        <pc:sldMkLst>
          <pc:docMk/>
          <pc:sldMk cId="3699798713" sldId="596"/>
        </pc:sldMkLst>
      </pc:sldChg>
      <pc:sldChg chg="modSp new mod">
        <pc:chgData name="SUMA K G" userId="c26ce1b90fa457b4" providerId="LiveId" clId="{DC4C0661-57E9-4B11-9704-F1D72310967A}" dt="2024-02-29T04:45:29.224" v="395" actId="255"/>
        <pc:sldMkLst>
          <pc:docMk/>
          <pc:sldMk cId="4110850515" sldId="596"/>
        </pc:sldMkLst>
        <pc:spChg chg="mod">
          <ac:chgData name="SUMA K G" userId="c26ce1b90fa457b4" providerId="LiveId" clId="{DC4C0661-57E9-4B11-9704-F1D72310967A}" dt="2024-02-27T01:07:49.987" v="303" actId="113"/>
          <ac:spMkLst>
            <pc:docMk/>
            <pc:sldMk cId="4110850515" sldId="596"/>
            <ac:spMk id="2" creationId="{67696F2D-BD35-F6E3-66BA-670EC4C97D5E}"/>
          </ac:spMkLst>
        </pc:spChg>
        <pc:spChg chg="mod">
          <ac:chgData name="SUMA K G" userId="c26ce1b90fa457b4" providerId="LiveId" clId="{DC4C0661-57E9-4B11-9704-F1D72310967A}" dt="2024-02-29T04:45:29.224" v="395" actId="255"/>
          <ac:spMkLst>
            <pc:docMk/>
            <pc:sldMk cId="4110850515" sldId="596"/>
            <ac:spMk id="3" creationId="{CA8A2BF6-473E-6CEE-8315-A489BE313BB5}"/>
          </ac:spMkLst>
        </pc:spChg>
      </pc:sldChg>
      <pc:sldChg chg="modSp new mod">
        <pc:chgData name="SUMA K G" userId="c26ce1b90fa457b4" providerId="LiveId" clId="{DC4C0661-57E9-4B11-9704-F1D72310967A}" dt="2024-02-29T04:45:37.322" v="398" actId="20577"/>
        <pc:sldMkLst>
          <pc:docMk/>
          <pc:sldMk cId="1191889892" sldId="597"/>
        </pc:sldMkLst>
        <pc:spChg chg="mod">
          <ac:chgData name="SUMA K G" userId="c26ce1b90fa457b4" providerId="LiveId" clId="{DC4C0661-57E9-4B11-9704-F1D72310967A}" dt="2024-02-27T01:07:46.550" v="302" actId="113"/>
          <ac:spMkLst>
            <pc:docMk/>
            <pc:sldMk cId="1191889892" sldId="597"/>
            <ac:spMk id="2" creationId="{FE8D296A-0772-3CE9-10B0-3567E8FC9070}"/>
          </ac:spMkLst>
        </pc:spChg>
        <pc:spChg chg="mod">
          <ac:chgData name="SUMA K G" userId="c26ce1b90fa457b4" providerId="LiveId" clId="{DC4C0661-57E9-4B11-9704-F1D72310967A}" dt="2024-02-29T04:45:37.322" v="398" actId="20577"/>
          <ac:spMkLst>
            <pc:docMk/>
            <pc:sldMk cId="1191889892" sldId="597"/>
            <ac:spMk id="3" creationId="{DA0B6D0A-99E7-B9D4-1328-95C90873CC2C}"/>
          </ac:spMkLst>
        </pc:spChg>
      </pc:sldChg>
      <pc:sldChg chg="del">
        <pc:chgData name="SUMA K G" userId="c26ce1b90fa457b4" providerId="LiveId" clId="{DC4C0661-57E9-4B11-9704-F1D72310967A}" dt="2024-02-27T00:41:39.285" v="11" actId="47"/>
        <pc:sldMkLst>
          <pc:docMk/>
          <pc:sldMk cId="2640137442" sldId="597"/>
        </pc:sldMkLst>
      </pc:sldChg>
      <pc:sldChg chg="modSp new mod">
        <pc:chgData name="SUMA K G" userId="c26ce1b90fa457b4" providerId="LiveId" clId="{DC4C0661-57E9-4B11-9704-F1D72310967A}" dt="2024-02-29T04:49:23.964" v="428" actId="14100"/>
        <pc:sldMkLst>
          <pc:docMk/>
          <pc:sldMk cId="3407410162" sldId="598"/>
        </pc:sldMkLst>
        <pc:spChg chg="mod">
          <ac:chgData name="SUMA K G" userId="c26ce1b90fa457b4" providerId="LiveId" clId="{DC4C0661-57E9-4B11-9704-F1D72310967A}" dt="2024-02-27T01:07:43.144" v="301" actId="113"/>
          <ac:spMkLst>
            <pc:docMk/>
            <pc:sldMk cId="3407410162" sldId="598"/>
            <ac:spMk id="2" creationId="{0CFE0B2F-E4A6-E68B-A367-AEA1EB258AA2}"/>
          </ac:spMkLst>
        </pc:spChg>
        <pc:spChg chg="mod">
          <ac:chgData name="SUMA K G" userId="c26ce1b90fa457b4" providerId="LiveId" clId="{DC4C0661-57E9-4B11-9704-F1D72310967A}" dt="2024-02-29T04:49:23.964" v="428" actId="14100"/>
          <ac:spMkLst>
            <pc:docMk/>
            <pc:sldMk cId="3407410162" sldId="598"/>
            <ac:spMk id="3" creationId="{8ACCC58C-57A6-6C8C-5C38-C15FB66AE00A}"/>
          </ac:spMkLst>
        </pc:spChg>
      </pc:sldChg>
      <pc:sldChg chg="del">
        <pc:chgData name="SUMA K G" userId="c26ce1b90fa457b4" providerId="LiveId" clId="{DC4C0661-57E9-4B11-9704-F1D72310967A}" dt="2024-02-27T00:41:39.698" v="12" actId="47"/>
        <pc:sldMkLst>
          <pc:docMk/>
          <pc:sldMk cId="3475443129" sldId="598"/>
        </pc:sldMkLst>
      </pc:sldChg>
      <pc:sldChg chg="del">
        <pc:chgData name="SUMA K G" userId="c26ce1b90fa457b4" providerId="LiveId" clId="{DC4C0661-57E9-4B11-9704-F1D72310967A}" dt="2024-02-27T00:41:39.884" v="13" actId="47"/>
        <pc:sldMkLst>
          <pc:docMk/>
          <pc:sldMk cId="1362834264" sldId="599"/>
        </pc:sldMkLst>
      </pc:sldChg>
      <pc:sldChg chg="modSp new mod">
        <pc:chgData name="SUMA K G" userId="c26ce1b90fa457b4" providerId="LiveId" clId="{DC4C0661-57E9-4B11-9704-F1D72310967A}" dt="2024-02-29T05:16:55.314" v="512" actId="255"/>
        <pc:sldMkLst>
          <pc:docMk/>
          <pc:sldMk cId="2917933193" sldId="599"/>
        </pc:sldMkLst>
        <pc:spChg chg="mod">
          <ac:chgData name="SUMA K G" userId="c26ce1b90fa457b4" providerId="LiveId" clId="{DC4C0661-57E9-4B11-9704-F1D72310967A}" dt="2024-02-27T00:56:00.108" v="135"/>
          <ac:spMkLst>
            <pc:docMk/>
            <pc:sldMk cId="2917933193" sldId="599"/>
            <ac:spMk id="2" creationId="{C093E51F-F4CD-7515-3DEA-2D6AF4F87EC4}"/>
          </ac:spMkLst>
        </pc:spChg>
        <pc:spChg chg="mod">
          <ac:chgData name="SUMA K G" userId="c26ce1b90fa457b4" providerId="LiveId" clId="{DC4C0661-57E9-4B11-9704-F1D72310967A}" dt="2024-02-29T05:16:55.314" v="512" actId="255"/>
          <ac:spMkLst>
            <pc:docMk/>
            <pc:sldMk cId="2917933193" sldId="599"/>
            <ac:spMk id="3" creationId="{CDD7C22A-F676-43A5-E6C1-19AB99FAE541}"/>
          </ac:spMkLst>
        </pc:spChg>
      </pc:sldChg>
      <pc:sldChg chg="del">
        <pc:chgData name="SUMA K G" userId="c26ce1b90fa457b4" providerId="LiveId" clId="{DC4C0661-57E9-4B11-9704-F1D72310967A}" dt="2024-02-27T00:41:40.085" v="14" actId="47"/>
        <pc:sldMkLst>
          <pc:docMk/>
          <pc:sldMk cId="2310833846" sldId="600"/>
        </pc:sldMkLst>
      </pc:sldChg>
      <pc:sldChg chg="modSp new mod">
        <pc:chgData name="SUMA K G" userId="c26ce1b90fa457b4" providerId="LiveId" clId="{DC4C0661-57E9-4B11-9704-F1D72310967A}" dt="2024-02-29T05:24:24.709" v="599"/>
        <pc:sldMkLst>
          <pc:docMk/>
          <pc:sldMk cId="3063078968" sldId="600"/>
        </pc:sldMkLst>
        <pc:spChg chg="mod">
          <ac:chgData name="SUMA K G" userId="c26ce1b90fa457b4" providerId="LiveId" clId="{DC4C0661-57E9-4B11-9704-F1D72310967A}" dt="2024-02-29T05:24:24.709" v="599"/>
          <ac:spMkLst>
            <pc:docMk/>
            <pc:sldMk cId="3063078968" sldId="600"/>
            <ac:spMk id="2" creationId="{3ECC8BB2-F4AC-F110-DA4F-93F20F491508}"/>
          </ac:spMkLst>
        </pc:spChg>
        <pc:spChg chg="mod">
          <ac:chgData name="SUMA K G" userId="c26ce1b90fa457b4" providerId="LiveId" clId="{DC4C0661-57E9-4B11-9704-F1D72310967A}" dt="2024-02-29T05:12:45.310" v="468" actId="20577"/>
          <ac:spMkLst>
            <pc:docMk/>
            <pc:sldMk cId="3063078968" sldId="600"/>
            <ac:spMk id="3" creationId="{594A0DB5-6426-2FC6-0AD6-7182631DEA10}"/>
          </ac:spMkLst>
        </pc:spChg>
      </pc:sldChg>
      <pc:sldChg chg="addSp modSp new mod">
        <pc:chgData name="SUMA K G" userId="c26ce1b90fa457b4" providerId="LiveId" clId="{DC4C0661-57E9-4B11-9704-F1D72310967A}" dt="2024-02-29T05:26:25.210" v="625" actId="13926"/>
        <pc:sldMkLst>
          <pc:docMk/>
          <pc:sldMk cId="96654972" sldId="601"/>
        </pc:sldMkLst>
        <pc:spChg chg="mod">
          <ac:chgData name="SUMA K G" userId="c26ce1b90fa457b4" providerId="LiveId" clId="{DC4C0661-57E9-4B11-9704-F1D72310967A}" dt="2024-02-29T05:24:26.927" v="600"/>
          <ac:spMkLst>
            <pc:docMk/>
            <pc:sldMk cId="96654972" sldId="601"/>
            <ac:spMk id="2" creationId="{6C6C9B28-BD26-CADB-A4D6-05040E93F5EE}"/>
          </ac:spMkLst>
        </pc:spChg>
        <pc:spChg chg="mod">
          <ac:chgData name="SUMA K G" userId="c26ce1b90fa457b4" providerId="LiveId" clId="{DC4C0661-57E9-4B11-9704-F1D72310967A}" dt="2024-02-29T05:26:25.210" v="625" actId="13926"/>
          <ac:spMkLst>
            <pc:docMk/>
            <pc:sldMk cId="96654972" sldId="601"/>
            <ac:spMk id="3" creationId="{80A4E6F3-E713-D5AD-9DB3-0D9DEB707E3E}"/>
          </ac:spMkLst>
        </pc:spChg>
        <pc:picChg chg="add mod">
          <ac:chgData name="SUMA K G" userId="c26ce1b90fa457b4" providerId="LiveId" clId="{DC4C0661-57E9-4B11-9704-F1D72310967A}" dt="2024-02-29T05:24:31.349" v="601" actId="1076"/>
          <ac:picMkLst>
            <pc:docMk/>
            <pc:sldMk cId="96654972" sldId="601"/>
            <ac:picMk id="1026" creationId="{B8F9F01F-8D1E-DA52-9455-7FE7ECA8B450}"/>
          </ac:picMkLst>
        </pc:picChg>
      </pc:sldChg>
      <pc:sldChg chg="del">
        <pc:chgData name="SUMA K G" userId="c26ce1b90fa457b4" providerId="LiveId" clId="{DC4C0661-57E9-4B11-9704-F1D72310967A}" dt="2024-02-27T00:41:40.390" v="15" actId="47"/>
        <pc:sldMkLst>
          <pc:docMk/>
          <pc:sldMk cId="3092059893" sldId="601"/>
        </pc:sldMkLst>
      </pc:sldChg>
      <pc:sldChg chg="modSp new mod">
        <pc:chgData name="SUMA K G" userId="c26ce1b90fa457b4" providerId="LiveId" clId="{DC4C0661-57E9-4B11-9704-F1D72310967A}" dt="2024-02-29T05:25:24.398" v="614" actId="13926"/>
        <pc:sldMkLst>
          <pc:docMk/>
          <pc:sldMk cId="1275451643" sldId="602"/>
        </pc:sldMkLst>
        <pc:spChg chg="mod">
          <ac:chgData name="SUMA K G" userId="c26ce1b90fa457b4" providerId="LiveId" clId="{DC4C0661-57E9-4B11-9704-F1D72310967A}" dt="2024-02-29T05:24:33.391" v="602"/>
          <ac:spMkLst>
            <pc:docMk/>
            <pc:sldMk cId="1275451643" sldId="602"/>
            <ac:spMk id="2" creationId="{32F9346F-E65C-51B0-CCF1-0C24E34DE2DC}"/>
          </ac:spMkLst>
        </pc:spChg>
        <pc:spChg chg="mod">
          <ac:chgData name="SUMA K G" userId="c26ce1b90fa457b4" providerId="LiveId" clId="{DC4C0661-57E9-4B11-9704-F1D72310967A}" dt="2024-02-29T05:25:24.398" v="614" actId="13926"/>
          <ac:spMkLst>
            <pc:docMk/>
            <pc:sldMk cId="1275451643" sldId="602"/>
            <ac:spMk id="3" creationId="{2E70FE11-8FD3-251C-3D2B-98BAC4E07178}"/>
          </ac:spMkLst>
        </pc:spChg>
      </pc:sldChg>
      <pc:sldChg chg="del">
        <pc:chgData name="SUMA K G" userId="c26ce1b90fa457b4" providerId="LiveId" clId="{DC4C0661-57E9-4B11-9704-F1D72310967A}" dt="2024-02-27T00:41:40.583" v="16" actId="47"/>
        <pc:sldMkLst>
          <pc:docMk/>
          <pc:sldMk cId="1864293295" sldId="602"/>
        </pc:sldMkLst>
      </pc:sldChg>
      <pc:sldChg chg="modSp new mod">
        <pc:chgData name="SUMA K G" userId="c26ce1b90fa457b4" providerId="LiveId" clId="{DC4C0661-57E9-4B11-9704-F1D72310967A}" dt="2024-02-29T05:28:41.604" v="673" actId="20577"/>
        <pc:sldMkLst>
          <pc:docMk/>
          <pc:sldMk cId="592821000" sldId="603"/>
        </pc:sldMkLst>
        <pc:spChg chg="mod">
          <ac:chgData name="SUMA K G" userId="c26ce1b90fa457b4" providerId="LiveId" clId="{DC4C0661-57E9-4B11-9704-F1D72310967A}" dt="2024-02-29T05:24:35.936" v="603"/>
          <ac:spMkLst>
            <pc:docMk/>
            <pc:sldMk cId="592821000" sldId="603"/>
            <ac:spMk id="2" creationId="{99069BE6-A112-8A6B-A713-B2E166B55615}"/>
          </ac:spMkLst>
        </pc:spChg>
        <pc:spChg chg="mod">
          <ac:chgData name="SUMA K G" userId="c26ce1b90fa457b4" providerId="LiveId" clId="{DC4C0661-57E9-4B11-9704-F1D72310967A}" dt="2024-02-29T05:28:41.604" v="673" actId="20577"/>
          <ac:spMkLst>
            <pc:docMk/>
            <pc:sldMk cId="592821000" sldId="603"/>
            <ac:spMk id="3" creationId="{8876106A-BD05-5E9F-23D5-7BCE11B35B96}"/>
          </ac:spMkLst>
        </pc:spChg>
      </pc:sldChg>
      <pc:sldChg chg="modSp new mod">
        <pc:chgData name="SUMA K G" userId="c26ce1b90fa457b4" providerId="LiveId" clId="{DC4C0661-57E9-4B11-9704-F1D72310967A}" dt="2024-02-29T05:26:54.630" v="637" actId="313"/>
        <pc:sldMkLst>
          <pc:docMk/>
          <pc:sldMk cId="736366857" sldId="604"/>
        </pc:sldMkLst>
        <pc:spChg chg="mod">
          <ac:chgData name="SUMA K G" userId="c26ce1b90fa457b4" providerId="LiveId" clId="{DC4C0661-57E9-4B11-9704-F1D72310967A}" dt="2024-02-29T05:24:37.958" v="604"/>
          <ac:spMkLst>
            <pc:docMk/>
            <pc:sldMk cId="736366857" sldId="604"/>
            <ac:spMk id="2" creationId="{3F15AB82-87BB-4543-816A-F3EFA0744DE6}"/>
          </ac:spMkLst>
        </pc:spChg>
        <pc:spChg chg="mod">
          <ac:chgData name="SUMA K G" userId="c26ce1b90fa457b4" providerId="LiveId" clId="{DC4C0661-57E9-4B11-9704-F1D72310967A}" dt="2024-02-29T05:26:54.630" v="637" actId="313"/>
          <ac:spMkLst>
            <pc:docMk/>
            <pc:sldMk cId="736366857" sldId="604"/>
            <ac:spMk id="3" creationId="{AD92D2A5-D451-6EE8-C76C-0716E2D2FED7}"/>
          </ac:spMkLst>
        </pc:spChg>
      </pc:sldChg>
      <pc:sldChg chg="del">
        <pc:chgData name="SUMA K G" userId="c26ce1b90fa457b4" providerId="LiveId" clId="{DC4C0661-57E9-4B11-9704-F1D72310967A}" dt="2024-02-27T00:41:40.920" v="17" actId="47"/>
        <pc:sldMkLst>
          <pc:docMk/>
          <pc:sldMk cId="1458193985" sldId="604"/>
        </pc:sldMkLst>
      </pc:sldChg>
      <pc:sldChg chg="modSp new mod">
        <pc:chgData name="SUMA K G" userId="c26ce1b90fa457b4" providerId="LiveId" clId="{DC4C0661-57E9-4B11-9704-F1D72310967A}" dt="2024-02-29T05:27:14.229" v="644" actId="20577"/>
        <pc:sldMkLst>
          <pc:docMk/>
          <pc:sldMk cId="3575402549" sldId="605"/>
        </pc:sldMkLst>
        <pc:spChg chg="mod">
          <ac:chgData name="SUMA K G" userId="c26ce1b90fa457b4" providerId="LiveId" clId="{DC4C0661-57E9-4B11-9704-F1D72310967A}" dt="2024-02-29T05:24:39.656" v="605"/>
          <ac:spMkLst>
            <pc:docMk/>
            <pc:sldMk cId="3575402549" sldId="605"/>
            <ac:spMk id="2" creationId="{A2694A96-EEE7-838F-B268-764CBC5EB4D2}"/>
          </ac:spMkLst>
        </pc:spChg>
        <pc:spChg chg="mod">
          <ac:chgData name="SUMA K G" userId="c26ce1b90fa457b4" providerId="LiveId" clId="{DC4C0661-57E9-4B11-9704-F1D72310967A}" dt="2024-02-29T05:27:14.229" v="644" actId="20577"/>
          <ac:spMkLst>
            <pc:docMk/>
            <pc:sldMk cId="3575402549" sldId="605"/>
            <ac:spMk id="3" creationId="{63CBAF59-5954-D171-8CFC-E8FAE3CE6F9C}"/>
          </ac:spMkLst>
        </pc:spChg>
      </pc:sldChg>
      <pc:sldChg chg="del">
        <pc:chgData name="SUMA K G" userId="c26ce1b90fa457b4" providerId="LiveId" clId="{DC4C0661-57E9-4B11-9704-F1D72310967A}" dt="2024-02-27T00:41:38.144" v="5" actId="47"/>
        <pc:sldMkLst>
          <pc:docMk/>
          <pc:sldMk cId="3804067814" sldId="605"/>
        </pc:sldMkLst>
      </pc:sldChg>
      <pc:sldChg chg="addSp modSp new mod">
        <pc:chgData name="SUMA K G" userId="c26ce1b90fa457b4" providerId="LiveId" clId="{DC4C0661-57E9-4B11-9704-F1D72310967A}" dt="2024-02-29T05:28:03.901" v="667" actId="5793"/>
        <pc:sldMkLst>
          <pc:docMk/>
          <pc:sldMk cId="616376358" sldId="606"/>
        </pc:sldMkLst>
        <pc:spChg chg="mod">
          <ac:chgData name="SUMA K G" userId="c26ce1b90fa457b4" providerId="LiveId" clId="{DC4C0661-57E9-4B11-9704-F1D72310967A}" dt="2024-02-29T05:24:41.991" v="606"/>
          <ac:spMkLst>
            <pc:docMk/>
            <pc:sldMk cId="616376358" sldId="606"/>
            <ac:spMk id="2" creationId="{3DD4D428-73AF-92E7-96B5-BF96FD3B69EF}"/>
          </ac:spMkLst>
        </pc:spChg>
        <pc:spChg chg="mod">
          <ac:chgData name="SUMA K G" userId="c26ce1b90fa457b4" providerId="LiveId" clId="{DC4C0661-57E9-4B11-9704-F1D72310967A}" dt="2024-02-29T05:28:03.901" v="667" actId="5793"/>
          <ac:spMkLst>
            <pc:docMk/>
            <pc:sldMk cId="616376358" sldId="606"/>
            <ac:spMk id="3" creationId="{DD04D98D-3780-0A25-FDE8-7DC0938DF185}"/>
          </ac:spMkLst>
        </pc:spChg>
        <pc:picChg chg="add mod">
          <ac:chgData name="SUMA K G" userId="c26ce1b90fa457b4" providerId="LiveId" clId="{DC4C0661-57E9-4B11-9704-F1D72310967A}" dt="2024-02-29T05:27:29.042" v="649" actId="1076"/>
          <ac:picMkLst>
            <pc:docMk/>
            <pc:sldMk cId="616376358" sldId="606"/>
            <ac:picMk id="2050" creationId="{F01FDCA6-E5B1-F46B-F5B1-C9D439BF4FD2}"/>
          </ac:picMkLst>
        </pc:picChg>
      </pc:sldChg>
      <pc:sldChg chg="addSp modSp new mod">
        <pc:chgData name="SUMA K G" userId="c26ce1b90fa457b4" providerId="LiveId" clId="{DC4C0661-57E9-4B11-9704-F1D72310967A}" dt="2024-02-29T05:28:16.986" v="671" actId="123"/>
        <pc:sldMkLst>
          <pc:docMk/>
          <pc:sldMk cId="3471506262" sldId="607"/>
        </pc:sldMkLst>
        <pc:spChg chg="mod">
          <ac:chgData name="SUMA K G" userId="c26ce1b90fa457b4" providerId="LiveId" clId="{DC4C0661-57E9-4B11-9704-F1D72310967A}" dt="2024-02-29T05:24:44.040" v="607"/>
          <ac:spMkLst>
            <pc:docMk/>
            <pc:sldMk cId="3471506262" sldId="607"/>
            <ac:spMk id="2" creationId="{C9E6D8A3-215F-742B-3C7C-D40A6644083F}"/>
          </ac:spMkLst>
        </pc:spChg>
        <pc:spChg chg="mod">
          <ac:chgData name="SUMA K G" userId="c26ce1b90fa457b4" providerId="LiveId" clId="{DC4C0661-57E9-4B11-9704-F1D72310967A}" dt="2024-02-29T05:28:16.986" v="671" actId="123"/>
          <ac:spMkLst>
            <pc:docMk/>
            <pc:sldMk cId="3471506262" sldId="607"/>
            <ac:spMk id="3" creationId="{1BEA5778-4198-07B9-290F-CDF437857C70}"/>
          </ac:spMkLst>
        </pc:spChg>
        <pc:picChg chg="add mod">
          <ac:chgData name="SUMA K G" userId="c26ce1b90fa457b4" providerId="LiveId" clId="{DC4C0661-57E9-4B11-9704-F1D72310967A}" dt="2024-02-29T05:27:38.954" v="652" actId="1076"/>
          <ac:picMkLst>
            <pc:docMk/>
            <pc:sldMk cId="3471506262" sldId="607"/>
            <ac:picMk id="3074" creationId="{F445A751-076E-EC86-B776-2CF63A8C6AC1}"/>
          </ac:picMkLst>
        </pc:picChg>
      </pc:sldChg>
      <pc:sldChg chg="modSp new del mod">
        <pc:chgData name="SUMA K G" userId="c26ce1b90fa457b4" providerId="LiveId" clId="{DC4C0661-57E9-4B11-9704-F1D72310967A}" dt="2024-02-29T05:27:58.785" v="666" actId="47"/>
        <pc:sldMkLst>
          <pc:docMk/>
          <pc:sldMk cId="3797605910" sldId="608"/>
        </pc:sldMkLst>
        <pc:spChg chg="mod">
          <ac:chgData name="SUMA K G" userId="c26ce1b90fa457b4" providerId="LiveId" clId="{DC4C0661-57E9-4B11-9704-F1D72310967A}" dt="2024-02-29T05:24:45.608" v="608"/>
          <ac:spMkLst>
            <pc:docMk/>
            <pc:sldMk cId="3797605910" sldId="608"/>
            <ac:spMk id="2" creationId="{FA6ED19B-A7DC-526F-90F9-F89203F05562}"/>
          </ac:spMkLst>
        </pc:spChg>
        <pc:spChg chg="mod">
          <ac:chgData name="SUMA K G" userId="c26ce1b90fa457b4" providerId="LiveId" clId="{DC4C0661-57E9-4B11-9704-F1D72310967A}" dt="2024-02-29T05:27:43.291" v="653" actId="21"/>
          <ac:spMkLst>
            <pc:docMk/>
            <pc:sldMk cId="3797605910" sldId="608"/>
            <ac:spMk id="3" creationId="{DEA772CB-AED7-317D-451C-776EBCE8E824}"/>
          </ac:spMkLst>
        </pc:spChg>
      </pc:sldChg>
      <pc:sldChg chg="addSp modSp new mod">
        <pc:chgData name="SUMA K G" userId="c26ce1b90fa457b4" providerId="LiveId" clId="{DC4C0661-57E9-4B11-9704-F1D72310967A}" dt="2024-02-29T04:43:41.709" v="385" actId="1076"/>
        <pc:sldMkLst>
          <pc:docMk/>
          <pc:sldMk cId="1585790214" sldId="609"/>
        </pc:sldMkLst>
        <pc:spChg chg="mod">
          <ac:chgData name="SUMA K G" userId="c26ce1b90fa457b4" providerId="LiveId" clId="{DC4C0661-57E9-4B11-9704-F1D72310967A}" dt="2024-02-27T01:03:38.355" v="238" actId="113"/>
          <ac:spMkLst>
            <pc:docMk/>
            <pc:sldMk cId="1585790214" sldId="609"/>
            <ac:spMk id="2" creationId="{6498DCF6-3E5C-8D83-827C-F11328C1597F}"/>
          </ac:spMkLst>
        </pc:spChg>
        <pc:spChg chg="mod">
          <ac:chgData name="SUMA K G" userId="c26ce1b90fa457b4" providerId="LiveId" clId="{DC4C0661-57E9-4B11-9704-F1D72310967A}" dt="2024-02-27T01:03:32.115" v="237" actId="14100"/>
          <ac:spMkLst>
            <pc:docMk/>
            <pc:sldMk cId="1585790214" sldId="609"/>
            <ac:spMk id="3" creationId="{15E670E3-EF54-E571-E36A-E78AD370DA3C}"/>
          </ac:spMkLst>
        </pc:spChg>
        <pc:spChg chg="add">
          <ac:chgData name="SUMA K G" userId="c26ce1b90fa457b4" providerId="LiveId" clId="{DC4C0661-57E9-4B11-9704-F1D72310967A}" dt="2024-02-27T00:59:03.854" v="166"/>
          <ac:spMkLst>
            <pc:docMk/>
            <pc:sldMk cId="1585790214" sldId="609"/>
            <ac:spMk id="4" creationId="{EA4FA1E9-FBE1-2FED-9B51-55643B943BC7}"/>
          </ac:spMkLst>
        </pc:spChg>
        <pc:picChg chg="add">
          <ac:chgData name="SUMA K G" userId="c26ce1b90fa457b4" providerId="LiveId" clId="{DC4C0661-57E9-4B11-9704-F1D72310967A}" dt="2024-02-27T00:59:03.854" v="166"/>
          <ac:picMkLst>
            <pc:docMk/>
            <pc:sldMk cId="1585790214" sldId="609"/>
            <ac:picMk id="4098" creationId="{CA813C92-B6E3-0436-B124-D8A6841508AE}"/>
          </ac:picMkLst>
        </pc:picChg>
        <pc:picChg chg="add mod">
          <ac:chgData name="SUMA K G" userId="c26ce1b90fa457b4" providerId="LiveId" clId="{DC4C0661-57E9-4B11-9704-F1D72310967A}" dt="2024-02-29T04:43:41.709" v="385" actId="1076"/>
          <ac:picMkLst>
            <pc:docMk/>
            <pc:sldMk cId="1585790214" sldId="609"/>
            <ac:picMk id="4100" creationId="{2EF5C730-143D-CF67-6551-A87932E76153}"/>
          </ac:picMkLst>
        </pc:picChg>
      </pc:sldChg>
      <pc:sldChg chg="addSp modSp new mod">
        <pc:chgData name="SUMA K G" userId="c26ce1b90fa457b4" providerId="LiveId" clId="{DC4C0661-57E9-4B11-9704-F1D72310967A}" dt="2024-02-29T04:44:47.952" v="391" actId="13926"/>
        <pc:sldMkLst>
          <pc:docMk/>
          <pc:sldMk cId="840909873" sldId="610"/>
        </pc:sldMkLst>
        <pc:spChg chg="mod">
          <ac:chgData name="SUMA K G" userId="c26ce1b90fa457b4" providerId="LiveId" clId="{DC4C0661-57E9-4B11-9704-F1D72310967A}" dt="2024-02-27T01:03:41.591" v="239"/>
          <ac:spMkLst>
            <pc:docMk/>
            <pc:sldMk cId="840909873" sldId="610"/>
            <ac:spMk id="2" creationId="{4C939C66-C5EA-BD08-5491-558C8C8E6793}"/>
          </ac:spMkLst>
        </pc:spChg>
        <pc:spChg chg="mod">
          <ac:chgData name="SUMA K G" userId="c26ce1b90fa457b4" providerId="LiveId" clId="{DC4C0661-57E9-4B11-9704-F1D72310967A}" dt="2024-02-29T04:44:47.952" v="391" actId="13926"/>
          <ac:spMkLst>
            <pc:docMk/>
            <pc:sldMk cId="840909873" sldId="610"/>
            <ac:spMk id="3" creationId="{F9CDACE3-518F-7642-35F0-842ABF5AE218}"/>
          </ac:spMkLst>
        </pc:spChg>
        <pc:picChg chg="add mod">
          <ac:chgData name="SUMA K G" userId="c26ce1b90fa457b4" providerId="LiveId" clId="{DC4C0661-57E9-4B11-9704-F1D72310967A}" dt="2024-02-29T04:44:02.382" v="388" actId="14100"/>
          <ac:picMkLst>
            <pc:docMk/>
            <pc:sldMk cId="840909873" sldId="610"/>
            <ac:picMk id="5122" creationId="{038B6EF7-2F3E-2FDC-5094-818E8049FEA9}"/>
          </ac:picMkLst>
        </pc:picChg>
      </pc:sldChg>
      <pc:sldChg chg="new del">
        <pc:chgData name="SUMA K G" userId="c26ce1b90fa457b4" providerId="LiveId" clId="{DC4C0661-57E9-4B11-9704-F1D72310967A}" dt="2024-02-29T05:16:49.412" v="510" actId="47"/>
        <pc:sldMkLst>
          <pc:docMk/>
          <pc:sldMk cId="2653261449" sldId="611"/>
        </pc:sldMkLst>
      </pc:sldChg>
      <pc:sldChg chg="modSp new del mod">
        <pc:chgData name="SUMA K G" userId="c26ce1b90fa457b4" providerId="LiveId" clId="{DC4C0661-57E9-4B11-9704-F1D72310967A}" dt="2024-02-27T01:02:01.228" v="215" actId="47"/>
        <pc:sldMkLst>
          <pc:docMk/>
          <pc:sldMk cId="3324901803" sldId="611"/>
        </pc:sldMkLst>
        <pc:spChg chg="mod">
          <ac:chgData name="SUMA K G" userId="c26ce1b90fa457b4" providerId="LiveId" clId="{DC4C0661-57E9-4B11-9704-F1D72310967A}" dt="2024-02-27T01:01:17.031" v="191" actId="21"/>
          <ac:spMkLst>
            <pc:docMk/>
            <pc:sldMk cId="3324901803" sldId="611"/>
            <ac:spMk id="3" creationId="{AFDDB9FC-5A60-C233-BBA4-2668F45C0C0C}"/>
          </ac:spMkLst>
        </pc:spChg>
      </pc:sldChg>
      <pc:sldChg chg="addSp modSp new mod ord">
        <pc:chgData name="SUMA K G" userId="c26ce1b90fa457b4" providerId="LiveId" clId="{DC4C0661-57E9-4B11-9704-F1D72310967A}" dt="2024-02-29T04:47:20.018" v="425" actId="1076"/>
        <pc:sldMkLst>
          <pc:docMk/>
          <pc:sldMk cId="1153587831" sldId="612"/>
        </pc:sldMkLst>
        <pc:spChg chg="mod">
          <ac:chgData name="SUMA K G" userId="c26ce1b90fa457b4" providerId="LiveId" clId="{DC4C0661-57E9-4B11-9704-F1D72310967A}" dt="2024-02-27T01:08:10.187" v="306"/>
          <ac:spMkLst>
            <pc:docMk/>
            <pc:sldMk cId="1153587831" sldId="612"/>
            <ac:spMk id="2" creationId="{D0FCED86-8BAD-D97C-1DAD-7DB7CCE88A8C}"/>
          </ac:spMkLst>
        </pc:spChg>
        <pc:spChg chg="mod">
          <ac:chgData name="SUMA K G" userId="c26ce1b90fa457b4" providerId="LiveId" clId="{DC4C0661-57E9-4B11-9704-F1D72310967A}" dt="2024-02-27T01:06:28.649" v="278" actId="255"/>
          <ac:spMkLst>
            <pc:docMk/>
            <pc:sldMk cId="1153587831" sldId="612"/>
            <ac:spMk id="3" creationId="{B0999555-FE60-215A-825B-239A1F9D59FC}"/>
          </ac:spMkLst>
        </pc:spChg>
        <pc:picChg chg="add mod">
          <ac:chgData name="SUMA K G" userId="c26ce1b90fa457b4" providerId="LiveId" clId="{DC4C0661-57E9-4B11-9704-F1D72310967A}" dt="2024-02-29T04:47:20.018" v="425" actId="1076"/>
          <ac:picMkLst>
            <pc:docMk/>
            <pc:sldMk cId="1153587831" sldId="612"/>
            <ac:picMk id="5" creationId="{D5E575BC-74BC-D702-A2F3-D65A6E0E1F8C}"/>
          </ac:picMkLst>
        </pc:picChg>
      </pc:sldChg>
      <pc:sldChg chg="new del">
        <pc:chgData name="SUMA K G" userId="c26ce1b90fa457b4" providerId="LiveId" clId="{DC4C0661-57E9-4B11-9704-F1D72310967A}" dt="2024-02-27T01:02:02.896" v="218" actId="47"/>
        <pc:sldMkLst>
          <pc:docMk/>
          <pc:sldMk cId="1351506762" sldId="612"/>
        </pc:sldMkLst>
      </pc:sldChg>
      <pc:sldChg chg="new del">
        <pc:chgData name="SUMA K G" userId="c26ce1b90fa457b4" providerId="LiveId" clId="{DC4C0661-57E9-4B11-9704-F1D72310967A}" dt="2024-02-27T01:02:02.306" v="217" actId="47"/>
        <pc:sldMkLst>
          <pc:docMk/>
          <pc:sldMk cId="866018392" sldId="613"/>
        </pc:sldMkLst>
      </pc:sldChg>
      <pc:sldChg chg="addSp delSp modSp new mod ord">
        <pc:chgData name="SUMA K G" userId="c26ce1b90fa457b4" providerId="LiveId" clId="{DC4C0661-57E9-4B11-9704-F1D72310967A}" dt="2024-02-29T04:46:24.232" v="406" actId="22"/>
        <pc:sldMkLst>
          <pc:docMk/>
          <pc:sldMk cId="2940873149" sldId="613"/>
        </pc:sldMkLst>
        <pc:spChg chg="mod">
          <ac:chgData name="SUMA K G" userId="c26ce1b90fa457b4" providerId="LiveId" clId="{DC4C0661-57E9-4B11-9704-F1D72310967A}" dt="2024-02-27T01:05:33.087" v="265"/>
          <ac:spMkLst>
            <pc:docMk/>
            <pc:sldMk cId="2940873149" sldId="613"/>
            <ac:spMk id="2" creationId="{7CDBA2F0-3D50-E810-8FDD-F7F3DAA39AAB}"/>
          </ac:spMkLst>
        </pc:spChg>
        <pc:spChg chg="mod">
          <ac:chgData name="SUMA K G" userId="c26ce1b90fa457b4" providerId="LiveId" clId="{DC4C0661-57E9-4B11-9704-F1D72310967A}" dt="2024-02-27T01:05:56.760" v="271" actId="123"/>
          <ac:spMkLst>
            <pc:docMk/>
            <pc:sldMk cId="2940873149" sldId="613"/>
            <ac:spMk id="3" creationId="{CF65C544-1196-8CD7-7150-76AFB079FB09}"/>
          </ac:spMkLst>
        </pc:spChg>
        <pc:spChg chg="add del">
          <ac:chgData name="SUMA K G" userId="c26ce1b90fa457b4" providerId="LiveId" clId="{DC4C0661-57E9-4B11-9704-F1D72310967A}" dt="2024-02-29T04:46:24.232" v="406" actId="22"/>
          <ac:spMkLst>
            <pc:docMk/>
            <pc:sldMk cId="2940873149" sldId="613"/>
            <ac:spMk id="5" creationId="{337C613A-47C7-C713-065A-3D2414DDAE15}"/>
          </ac:spMkLst>
        </pc:spChg>
        <pc:picChg chg="add mod">
          <ac:chgData name="SUMA K G" userId="c26ce1b90fa457b4" providerId="LiveId" clId="{DC4C0661-57E9-4B11-9704-F1D72310967A}" dt="2024-02-27T01:06:02.732" v="274" actId="1076"/>
          <ac:picMkLst>
            <pc:docMk/>
            <pc:sldMk cId="2940873149" sldId="613"/>
            <ac:picMk id="6146" creationId="{0027549C-FAC8-A939-8F59-CC7E3A94A4B2}"/>
          </ac:picMkLst>
        </pc:picChg>
      </pc:sldChg>
      <pc:sldChg chg="modSp new mod ord">
        <pc:chgData name="SUMA K G" userId="c26ce1b90fa457b4" providerId="LiveId" clId="{DC4C0661-57E9-4B11-9704-F1D72310967A}" dt="2024-02-29T04:45:46.544" v="400"/>
        <pc:sldMkLst>
          <pc:docMk/>
          <pc:sldMk cId="2216769073" sldId="614"/>
        </pc:sldMkLst>
        <pc:spChg chg="mod">
          <ac:chgData name="SUMA K G" userId="c26ce1b90fa457b4" providerId="LiveId" clId="{DC4C0661-57E9-4B11-9704-F1D72310967A}" dt="2024-02-27T01:05:12.875" v="259"/>
          <ac:spMkLst>
            <pc:docMk/>
            <pc:sldMk cId="2216769073" sldId="614"/>
            <ac:spMk id="2" creationId="{8586A443-D6BC-19F5-5BFC-0CAA731C9179}"/>
          </ac:spMkLst>
        </pc:spChg>
        <pc:spChg chg="mod">
          <ac:chgData name="SUMA K G" userId="c26ce1b90fa457b4" providerId="LiveId" clId="{DC4C0661-57E9-4B11-9704-F1D72310967A}" dt="2024-02-27T01:05:27.400" v="264" actId="123"/>
          <ac:spMkLst>
            <pc:docMk/>
            <pc:sldMk cId="2216769073" sldId="614"/>
            <ac:spMk id="3" creationId="{F973B05D-1ACA-00D5-0078-90B4BD9677AC}"/>
          </ac:spMkLst>
        </pc:spChg>
      </pc:sldChg>
      <pc:sldChg chg="new del">
        <pc:chgData name="SUMA K G" userId="c26ce1b90fa457b4" providerId="LiveId" clId="{DC4C0661-57E9-4B11-9704-F1D72310967A}" dt="2024-02-27T01:02:01.780" v="216" actId="47"/>
        <pc:sldMkLst>
          <pc:docMk/>
          <pc:sldMk cId="2536941345" sldId="614"/>
        </pc:sldMkLst>
      </pc:sldChg>
      <pc:sldChg chg="addSp modSp new mod ord">
        <pc:chgData name="SUMA K G" userId="c26ce1b90fa457b4" providerId="LiveId" clId="{DC4C0661-57E9-4B11-9704-F1D72310967A}" dt="2024-02-29T04:49:41.763" v="430" actId="1076"/>
        <pc:sldMkLst>
          <pc:docMk/>
          <pc:sldMk cId="3861753384" sldId="615"/>
        </pc:sldMkLst>
        <pc:spChg chg="mod">
          <ac:chgData name="SUMA K G" userId="c26ce1b90fa457b4" providerId="LiveId" clId="{DC4C0661-57E9-4B11-9704-F1D72310967A}" dt="2024-02-27T01:07:36.243" v="300" actId="113"/>
          <ac:spMkLst>
            <pc:docMk/>
            <pc:sldMk cId="3861753384" sldId="615"/>
            <ac:spMk id="2" creationId="{2D84CC09-0595-D531-D64B-741161A49940}"/>
          </ac:spMkLst>
        </pc:spChg>
        <pc:spChg chg="mod">
          <ac:chgData name="SUMA K G" userId="c26ce1b90fa457b4" providerId="LiveId" clId="{DC4C0661-57E9-4B11-9704-F1D72310967A}" dt="2024-02-29T04:49:38.951" v="429" actId="20577"/>
          <ac:spMkLst>
            <pc:docMk/>
            <pc:sldMk cId="3861753384" sldId="615"/>
            <ac:spMk id="3" creationId="{E875F77D-CAF8-3429-D6AE-ECC7A98CEC48}"/>
          </ac:spMkLst>
        </pc:spChg>
        <pc:picChg chg="add mod">
          <ac:chgData name="SUMA K G" userId="c26ce1b90fa457b4" providerId="LiveId" clId="{DC4C0661-57E9-4B11-9704-F1D72310967A}" dt="2024-02-29T04:49:41.763" v="430" actId="1076"/>
          <ac:picMkLst>
            <pc:docMk/>
            <pc:sldMk cId="3861753384" sldId="615"/>
            <ac:picMk id="7170" creationId="{018FD2DB-FE41-A693-3319-56292A39DC1E}"/>
          </ac:picMkLst>
        </pc:picChg>
      </pc:sldChg>
      <pc:sldChg chg="new del">
        <pc:chgData name="SUMA K G" userId="c26ce1b90fa457b4" providerId="LiveId" clId="{DC4C0661-57E9-4B11-9704-F1D72310967A}" dt="2024-02-29T05:16:48.692" v="509" actId="47"/>
        <pc:sldMkLst>
          <pc:docMk/>
          <pc:sldMk cId="2578535337" sldId="616"/>
        </pc:sldMkLst>
      </pc:sldChg>
      <pc:sldChg chg="ord">
        <pc:chgData name="SUMA K G" userId="c26ce1b90fa457b4" providerId="LiveId" clId="{DC4C0661-57E9-4B11-9704-F1D72310967A}" dt="2024-02-29T04:45:54.196" v="404"/>
        <pc:sldMkLst>
          <pc:docMk/>
          <pc:sldMk cId="1748423483" sldId="617"/>
        </pc:sldMkLst>
      </pc:sldChg>
      <pc:sldChg chg="modSp ord">
        <pc:chgData name="SUMA K G" userId="c26ce1b90fa457b4" providerId="LiveId" clId="{DC4C0661-57E9-4B11-9704-F1D72310967A}" dt="2024-02-29T04:47:01.307" v="424" actId="1366"/>
        <pc:sldMkLst>
          <pc:docMk/>
          <pc:sldMk cId="3465447660" sldId="618"/>
        </pc:sldMkLst>
        <pc:picChg chg="mod">
          <ac:chgData name="SUMA K G" userId="c26ce1b90fa457b4" providerId="LiveId" clId="{DC4C0661-57E9-4B11-9704-F1D72310967A}" dt="2024-02-29T04:47:01.307" v="424" actId="1366"/>
          <ac:picMkLst>
            <pc:docMk/>
            <pc:sldMk cId="3465447660" sldId="618"/>
            <ac:picMk id="5" creationId="{D6E64004-5E86-A4D0-D89C-DC95ECFCF347}"/>
          </ac:picMkLst>
        </pc:picChg>
      </pc:sldChg>
      <pc:sldChg chg="modSp new mod ord">
        <pc:chgData name="SUMA K G" userId="c26ce1b90fa457b4" providerId="LiveId" clId="{DC4C0661-57E9-4B11-9704-F1D72310967A}" dt="2024-02-29T04:42:33.938" v="379"/>
        <pc:sldMkLst>
          <pc:docMk/>
          <pc:sldMk cId="3267327227" sldId="619"/>
        </pc:sldMkLst>
        <pc:spChg chg="mod">
          <ac:chgData name="SUMA K G" userId="c26ce1b90fa457b4" providerId="LiveId" clId="{DC4C0661-57E9-4B11-9704-F1D72310967A}" dt="2024-02-29T04:42:33.938" v="379"/>
          <ac:spMkLst>
            <pc:docMk/>
            <pc:sldMk cId="3267327227" sldId="619"/>
            <ac:spMk id="2" creationId="{2E831EBB-3BAA-1896-986E-AEA0123F360E}"/>
          </ac:spMkLst>
        </pc:spChg>
        <pc:spChg chg="mod">
          <ac:chgData name="SUMA K G" userId="c26ce1b90fa457b4" providerId="LiveId" clId="{DC4C0661-57E9-4B11-9704-F1D72310967A}" dt="2024-02-29T04:42:28.519" v="378" actId="255"/>
          <ac:spMkLst>
            <pc:docMk/>
            <pc:sldMk cId="3267327227" sldId="619"/>
            <ac:spMk id="3" creationId="{6C13B4C0-1AE3-B743-CC95-31C23D058A28}"/>
          </ac:spMkLst>
        </pc:spChg>
      </pc:sldChg>
      <pc:sldChg chg="modSp add mod">
        <pc:chgData name="SUMA K G" userId="c26ce1b90fa457b4" providerId="LiveId" clId="{DC4C0661-57E9-4B11-9704-F1D72310967A}" dt="2024-02-29T04:46:46.915" v="422" actId="1076"/>
        <pc:sldMkLst>
          <pc:docMk/>
          <pc:sldMk cId="2308420183" sldId="620"/>
        </pc:sldMkLst>
        <pc:spChg chg="mod">
          <ac:chgData name="SUMA K G" userId="c26ce1b90fa457b4" providerId="LiveId" clId="{DC4C0661-57E9-4B11-9704-F1D72310967A}" dt="2024-02-29T04:46:38.539" v="419" actId="20577"/>
          <ac:spMkLst>
            <pc:docMk/>
            <pc:sldMk cId="2308420183" sldId="620"/>
            <ac:spMk id="2" creationId="{562DF366-0D4F-AAC2-4785-721479BE631E}"/>
          </ac:spMkLst>
        </pc:spChg>
        <pc:spChg chg="mod">
          <ac:chgData name="SUMA K G" userId="c26ce1b90fa457b4" providerId="LiveId" clId="{DC4C0661-57E9-4B11-9704-F1D72310967A}" dt="2024-02-29T04:46:44.264" v="421" actId="20577"/>
          <ac:spMkLst>
            <pc:docMk/>
            <pc:sldMk cId="2308420183" sldId="620"/>
            <ac:spMk id="3" creationId="{0D549E38-E669-A09A-B0A1-A446FB5EE925}"/>
          </ac:spMkLst>
        </pc:spChg>
        <pc:picChg chg="mod">
          <ac:chgData name="SUMA K G" userId="c26ce1b90fa457b4" providerId="LiveId" clId="{DC4C0661-57E9-4B11-9704-F1D72310967A}" dt="2024-02-29T04:46:46.915" v="422" actId="1076"/>
          <ac:picMkLst>
            <pc:docMk/>
            <pc:sldMk cId="2308420183" sldId="620"/>
            <ac:picMk id="6146" creationId="{5FEEE9D8-11EC-C70C-084C-F7EB1908F368}"/>
          </ac:picMkLst>
        </pc:picChg>
      </pc:sldChg>
      <pc:sldChg chg="modSp new mod">
        <pc:chgData name="SUMA K G" userId="c26ce1b90fa457b4" providerId="LiveId" clId="{DC4C0661-57E9-4B11-9704-F1D72310967A}" dt="2024-02-29T05:24:50.279" v="610" actId="20577"/>
        <pc:sldMkLst>
          <pc:docMk/>
          <pc:sldMk cId="4184315940" sldId="621"/>
        </pc:sldMkLst>
        <pc:spChg chg="mod">
          <ac:chgData name="SUMA K G" userId="c26ce1b90fa457b4" providerId="LiveId" clId="{DC4C0661-57E9-4B11-9704-F1D72310967A}" dt="2024-02-29T05:24:50.279" v="610" actId="20577"/>
          <ac:spMkLst>
            <pc:docMk/>
            <pc:sldMk cId="4184315940" sldId="621"/>
            <ac:spMk id="2" creationId="{115AC7AF-D9D4-E396-A4AD-D207BF148410}"/>
          </ac:spMkLst>
        </pc:spChg>
        <pc:spChg chg="mod">
          <ac:chgData name="SUMA K G" userId="c26ce1b90fa457b4" providerId="LiveId" clId="{DC4C0661-57E9-4B11-9704-F1D72310967A}" dt="2024-02-29T05:11:29.928" v="440" actId="14100"/>
          <ac:spMkLst>
            <pc:docMk/>
            <pc:sldMk cId="4184315940" sldId="621"/>
            <ac:spMk id="3" creationId="{00072CC6-9C45-DE7D-DB8F-4A70E5FB6AB8}"/>
          </ac:spMkLst>
        </pc:spChg>
      </pc:sldChg>
      <pc:sldChg chg="addSp modSp new mod">
        <pc:chgData name="SUMA K G" userId="c26ce1b90fa457b4" providerId="LiveId" clId="{DC4C0661-57E9-4B11-9704-F1D72310967A}" dt="2024-02-29T05:17:17.028" v="518" actId="123"/>
        <pc:sldMkLst>
          <pc:docMk/>
          <pc:sldMk cId="1367892307" sldId="622"/>
        </pc:sldMkLst>
        <pc:spChg chg="mod">
          <ac:chgData name="SUMA K G" userId="c26ce1b90fa457b4" providerId="LiveId" clId="{DC4C0661-57E9-4B11-9704-F1D72310967A}" dt="2024-02-29T05:17:01.537" v="513"/>
          <ac:spMkLst>
            <pc:docMk/>
            <pc:sldMk cId="1367892307" sldId="622"/>
            <ac:spMk id="2" creationId="{017DA2AC-8D1F-A9A2-168D-D7B393561611}"/>
          </ac:spMkLst>
        </pc:spChg>
        <pc:spChg chg="mod">
          <ac:chgData name="SUMA K G" userId="c26ce1b90fa457b4" providerId="LiveId" clId="{DC4C0661-57E9-4B11-9704-F1D72310967A}" dt="2024-02-29T05:17:17.028" v="518" actId="123"/>
          <ac:spMkLst>
            <pc:docMk/>
            <pc:sldMk cId="1367892307" sldId="622"/>
            <ac:spMk id="3" creationId="{4AB119B3-D036-9FAA-1473-1F738BF59C74}"/>
          </ac:spMkLst>
        </pc:spChg>
        <pc:picChg chg="add mod">
          <ac:chgData name="SUMA K G" userId="c26ce1b90fa457b4" providerId="LiveId" clId="{DC4C0661-57E9-4B11-9704-F1D72310967A}" dt="2024-02-29T05:17:14.609" v="517" actId="1076"/>
          <ac:picMkLst>
            <pc:docMk/>
            <pc:sldMk cId="1367892307" sldId="622"/>
            <ac:picMk id="1026" creationId="{D881117C-6024-9AD3-76A0-FA7A1B9FFD6B}"/>
          </ac:picMkLst>
        </pc:picChg>
      </pc:sldChg>
      <pc:sldChg chg="modSp new mod">
        <pc:chgData name="SUMA K G" userId="c26ce1b90fa457b4" providerId="LiveId" clId="{DC4C0661-57E9-4B11-9704-F1D72310967A}" dt="2024-02-29T05:17:40.224" v="521" actId="123"/>
        <pc:sldMkLst>
          <pc:docMk/>
          <pc:sldMk cId="3944131712" sldId="623"/>
        </pc:sldMkLst>
        <pc:spChg chg="mod">
          <ac:chgData name="SUMA K G" userId="c26ce1b90fa457b4" providerId="LiveId" clId="{DC4C0661-57E9-4B11-9704-F1D72310967A}" dt="2024-02-29T05:17:30.701" v="519"/>
          <ac:spMkLst>
            <pc:docMk/>
            <pc:sldMk cId="3944131712" sldId="623"/>
            <ac:spMk id="2" creationId="{EF0C7BF0-CF8C-DA77-85B7-6826415FE5D2}"/>
          </ac:spMkLst>
        </pc:spChg>
        <pc:spChg chg="mod">
          <ac:chgData name="SUMA K G" userId="c26ce1b90fa457b4" providerId="LiveId" clId="{DC4C0661-57E9-4B11-9704-F1D72310967A}" dt="2024-02-29T05:17:40.224" v="521" actId="123"/>
          <ac:spMkLst>
            <pc:docMk/>
            <pc:sldMk cId="3944131712" sldId="623"/>
            <ac:spMk id="3" creationId="{CBC77A99-081B-36E9-AF83-A6F19DCF17DA}"/>
          </ac:spMkLst>
        </pc:spChg>
      </pc:sldChg>
      <pc:sldChg chg="addSp modSp new mod">
        <pc:chgData name="SUMA K G" userId="c26ce1b90fa457b4" providerId="LiveId" clId="{DC4C0661-57E9-4B11-9704-F1D72310967A}" dt="2024-02-29T05:19:05.330" v="537" actId="13926"/>
        <pc:sldMkLst>
          <pc:docMk/>
          <pc:sldMk cId="360007140" sldId="624"/>
        </pc:sldMkLst>
        <pc:spChg chg="mod">
          <ac:chgData name="SUMA K G" userId="c26ce1b90fa457b4" providerId="LiveId" clId="{DC4C0661-57E9-4B11-9704-F1D72310967A}" dt="2024-02-29T05:18:13.570" v="522"/>
          <ac:spMkLst>
            <pc:docMk/>
            <pc:sldMk cId="360007140" sldId="624"/>
            <ac:spMk id="2" creationId="{CAFCA6B3-B947-63C1-3BEC-F58C0BA180BB}"/>
          </ac:spMkLst>
        </pc:spChg>
        <pc:spChg chg="mod">
          <ac:chgData name="SUMA K G" userId="c26ce1b90fa457b4" providerId="LiveId" clId="{DC4C0661-57E9-4B11-9704-F1D72310967A}" dt="2024-02-29T05:19:05.330" v="537" actId="13926"/>
          <ac:spMkLst>
            <pc:docMk/>
            <pc:sldMk cId="360007140" sldId="624"/>
            <ac:spMk id="3" creationId="{6BBADE8F-D0D2-1F11-CB4F-47AB6F287164}"/>
          </ac:spMkLst>
        </pc:spChg>
        <pc:picChg chg="add mod">
          <ac:chgData name="SUMA K G" userId="c26ce1b90fa457b4" providerId="LiveId" clId="{DC4C0661-57E9-4B11-9704-F1D72310967A}" dt="2024-02-29T05:18:22.885" v="526" actId="1076"/>
          <ac:picMkLst>
            <pc:docMk/>
            <pc:sldMk cId="360007140" sldId="624"/>
            <ac:picMk id="2050" creationId="{C89203A9-BED7-4F04-5286-1E470A7CBDEA}"/>
          </ac:picMkLst>
        </pc:picChg>
      </pc:sldChg>
      <pc:sldChg chg="addSp modSp new mod">
        <pc:chgData name="SUMA K G" userId="c26ce1b90fa457b4" providerId="LiveId" clId="{DC4C0661-57E9-4B11-9704-F1D72310967A}" dt="2024-02-29T05:23:11.268" v="591" actId="13926"/>
        <pc:sldMkLst>
          <pc:docMk/>
          <pc:sldMk cId="1360200292" sldId="625"/>
        </pc:sldMkLst>
        <pc:spChg chg="mod">
          <ac:chgData name="SUMA K G" userId="c26ce1b90fa457b4" providerId="LiveId" clId="{DC4C0661-57E9-4B11-9704-F1D72310967A}" dt="2024-02-29T05:21:36.570" v="583" actId="14100"/>
          <ac:spMkLst>
            <pc:docMk/>
            <pc:sldMk cId="1360200292" sldId="625"/>
            <ac:spMk id="2" creationId="{B33F6F2B-E3C5-B739-9571-7703F0ECC1F9}"/>
          </ac:spMkLst>
        </pc:spChg>
        <pc:spChg chg="mod">
          <ac:chgData name="SUMA K G" userId="c26ce1b90fa457b4" providerId="LiveId" clId="{DC4C0661-57E9-4B11-9704-F1D72310967A}" dt="2024-02-29T05:23:11.268" v="591" actId="13926"/>
          <ac:spMkLst>
            <pc:docMk/>
            <pc:sldMk cId="1360200292" sldId="625"/>
            <ac:spMk id="3" creationId="{51A902E3-2776-495F-E0D8-D07A4D947240}"/>
          </ac:spMkLst>
        </pc:spChg>
        <pc:picChg chg="add mod">
          <ac:chgData name="SUMA K G" userId="c26ce1b90fa457b4" providerId="LiveId" clId="{DC4C0661-57E9-4B11-9704-F1D72310967A}" dt="2024-02-29T05:21:33.865" v="582" actId="14100"/>
          <ac:picMkLst>
            <pc:docMk/>
            <pc:sldMk cId="1360200292" sldId="625"/>
            <ac:picMk id="5" creationId="{BBBDC8B3-7F4A-CE9D-9D57-13509616526E}"/>
          </ac:picMkLst>
        </pc:picChg>
      </pc:sldChg>
      <pc:sldChg chg="addSp modSp new mod">
        <pc:chgData name="SUMA K G" userId="c26ce1b90fa457b4" providerId="LiveId" clId="{DC4C0661-57E9-4B11-9704-F1D72310967A}" dt="2024-02-29T06:25:57.827" v="675" actId="13926"/>
        <pc:sldMkLst>
          <pc:docMk/>
          <pc:sldMk cId="2828057975" sldId="626"/>
        </pc:sldMkLst>
        <pc:spChg chg="mod">
          <ac:chgData name="SUMA K G" userId="c26ce1b90fa457b4" providerId="LiveId" clId="{DC4C0661-57E9-4B11-9704-F1D72310967A}" dt="2024-02-29T05:21:45.670" v="588" actId="14100"/>
          <ac:spMkLst>
            <pc:docMk/>
            <pc:sldMk cId="2828057975" sldId="626"/>
            <ac:spMk id="2" creationId="{BE316D2F-48B9-760F-6C38-B7556C4333BF}"/>
          </ac:spMkLst>
        </pc:spChg>
        <pc:spChg chg="mod">
          <ac:chgData name="SUMA K G" userId="c26ce1b90fa457b4" providerId="LiveId" clId="{DC4C0661-57E9-4B11-9704-F1D72310967A}" dt="2024-02-29T06:25:57.827" v="675" actId="13926"/>
          <ac:spMkLst>
            <pc:docMk/>
            <pc:sldMk cId="2828057975" sldId="626"/>
            <ac:spMk id="3" creationId="{2B7E96DB-62AA-29CC-45D9-D1E038FA7243}"/>
          </ac:spMkLst>
        </pc:spChg>
        <pc:picChg chg="add mod">
          <ac:chgData name="SUMA K G" userId="c26ce1b90fa457b4" providerId="LiveId" clId="{DC4C0661-57E9-4B11-9704-F1D72310967A}" dt="2024-02-29T05:21:13.025" v="575" actId="1076"/>
          <ac:picMkLst>
            <pc:docMk/>
            <pc:sldMk cId="2828057975" sldId="626"/>
            <ac:picMk id="5" creationId="{4266B03A-87C9-9719-213D-17440F576F48}"/>
          </ac:picMkLst>
        </pc:picChg>
      </pc:sldChg>
      <pc:sldChg chg="addSp delSp modSp new del mod">
        <pc:chgData name="SUMA K G" userId="c26ce1b90fa457b4" providerId="LiveId" clId="{DC4C0661-57E9-4B11-9704-F1D72310967A}" dt="2024-02-29T05:21:47.529" v="589" actId="47"/>
        <pc:sldMkLst>
          <pc:docMk/>
          <pc:sldMk cId="332570037" sldId="627"/>
        </pc:sldMkLst>
        <pc:picChg chg="add del mod">
          <ac:chgData name="SUMA K G" userId="c26ce1b90fa457b4" providerId="LiveId" clId="{DC4C0661-57E9-4B11-9704-F1D72310967A}" dt="2024-02-29T05:20:50.932" v="565" actId="21"/>
          <ac:picMkLst>
            <pc:docMk/>
            <pc:sldMk cId="332570037" sldId="627"/>
            <ac:picMk id="5" creationId="{4266B03A-87C9-9719-213D-17440F576F48}"/>
          </ac:picMkLst>
        </pc:picChg>
      </pc:sldChg>
      <pc:sldChg chg="modSp add mod">
        <pc:chgData name="SUMA K G" userId="c26ce1b90fa457b4" providerId="LiveId" clId="{DC4C0661-57E9-4B11-9704-F1D72310967A}" dt="2024-02-29T05:29:01.197" v="674" actId="13926"/>
        <pc:sldMkLst>
          <pc:docMk/>
          <pc:sldMk cId="1869870619" sldId="627"/>
        </pc:sldMkLst>
        <pc:spChg chg="mod">
          <ac:chgData name="SUMA K G" userId="c26ce1b90fa457b4" providerId="LiveId" clId="{DC4C0661-57E9-4B11-9704-F1D72310967A}" dt="2024-02-29T05:29:01.197" v="674" actId="13926"/>
          <ac:spMkLst>
            <pc:docMk/>
            <pc:sldMk cId="1869870619" sldId="627"/>
            <ac:spMk id="3" creationId="{81F9C651-F912-23DA-DE3F-6B9A8E2A2DC4}"/>
          </ac:spMkLst>
        </pc:spChg>
      </pc:sldChg>
      <pc:sldChg chg="new del">
        <pc:chgData name="SUMA K G" userId="c26ce1b90fa457b4" providerId="LiveId" clId="{DC4C0661-57E9-4B11-9704-F1D72310967A}" dt="2024-02-29T05:21:48.199" v="590" actId="47"/>
        <pc:sldMkLst>
          <pc:docMk/>
          <pc:sldMk cId="1114723937" sldId="628"/>
        </pc:sldMkLst>
      </pc:sldChg>
      <pc:sldChg chg="modSp add mod">
        <pc:chgData name="SUMA K G" userId="c26ce1b90fa457b4" providerId="LiveId" clId="{DC4C0661-57E9-4B11-9704-F1D72310967A}" dt="2024-02-29T05:27:04.440" v="640" actId="20577"/>
        <pc:sldMkLst>
          <pc:docMk/>
          <pc:sldMk cId="3158344619" sldId="628"/>
        </pc:sldMkLst>
        <pc:spChg chg="mod">
          <ac:chgData name="SUMA K G" userId="c26ce1b90fa457b4" providerId="LiveId" clId="{DC4C0661-57E9-4B11-9704-F1D72310967A}" dt="2024-02-29T05:27:04.440" v="640" actId="20577"/>
          <ac:spMkLst>
            <pc:docMk/>
            <pc:sldMk cId="3158344619" sldId="628"/>
            <ac:spMk id="3" creationId="{2658026D-A83F-A2B4-3A77-6CEB5F8DB38C}"/>
          </ac:spMkLst>
        </pc:spChg>
      </pc:sldChg>
      <pc:sldChg chg="del">
        <pc:chgData name="SUMA K G" userId="c26ce1b90fa457b4" providerId="LiveId" clId="{DC4C0661-57E9-4B11-9704-F1D72310967A}" dt="2024-03-05T00:04:58.371" v="676" actId="2696"/>
        <pc:sldMkLst>
          <pc:docMk/>
          <pc:sldMk cId="3256527240" sldId="629"/>
        </pc:sldMkLst>
      </pc:sldChg>
      <pc:sldChg chg="del">
        <pc:chgData name="SUMA K G" userId="c26ce1b90fa457b4" providerId="LiveId" clId="{DC4C0661-57E9-4B11-9704-F1D72310967A}" dt="2024-03-05T00:04:58.371" v="676" actId="2696"/>
        <pc:sldMkLst>
          <pc:docMk/>
          <pc:sldMk cId="4064046969" sldId="630"/>
        </pc:sldMkLst>
      </pc:sldChg>
      <pc:sldChg chg="del">
        <pc:chgData name="SUMA K G" userId="c26ce1b90fa457b4" providerId="LiveId" clId="{DC4C0661-57E9-4B11-9704-F1D72310967A}" dt="2024-03-05T00:04:58.371" v="676" actId="2696"/>
        <pc:sldMkLst>
          <pc:docMk/>
          <pc:sldMk cId="1977606456" sldId="631"/>
        </pc:sldMkLst>
      </pc:sldChg>
      <pc:sldChg chg="del">
        <pc:chgData name="SUMA K G" userId="c26ce1b90fa457b4" providerId="LiveId" clId="{DC4C0661-57E9-4B11-9704-F1D72310967A}" dt="2024-03-05T00:04:58.371" v="676" actId="2696"/>
        <pc:sldMkLst>
          <pc:docMk/>
          <pc:sldMk cId="1452337874" sldId="632"/>
        </pc:sldMkLst>
      </pc:sldChg>
      <pc:sldChg chg="del">
        <pc:chgData name="SUMA K G" userId="c26ce1b90fa457b4" providerId="LiveId" clId="{DC4C0661-57E9-4B11-9704-F1D72310967A}" dt="2024-03-05T00:05:09.291" v="677" actId="47"/>
        <pc:sldMkLst>
          <pc:docMk/>
          <pc:sldMk cId="1516780592" sldId="633"/>
        </pc:sldMkLst>
      </pc:sldChg>
    </pc:docChg>
  </pc:docChgLst>
  <pc:docChgLst>
    <pc:chgData name="SUMA K G" userId="c26ce1b90fa457b4" providerId="LiveId" clId="{FDBE89A1-35F2-4E4B-A168-24D0CC79A0ED}"/>
    <pc:docChg chg="undo custSel addSld delSld modSld">
      <pc:chgData name="SUMA K G" userId="c26ce1b90fa457b4" providerId="LiveId" clId="{FDBE89A1-35F2-4E4B-A168-24D0CC79A0ED}" dt="2024-03-07T19:43:34.551" v="40" actId="20577"/>
      <pc:docMkLst>
        <pc:docMk/>
      </pc:docMkLst>
      <pc:sldChg chg="modSp mod">
        <pc:chgData name="SUMA K G" userId="c26ce1b90fa457b4" providerId="LiveId" clId="{FDBE89A1-35F2-4E4B-A168-24D0CC79A0ED}" dt="2024-03-07T19:43:01.509" v="0" actId="13926"/>
        <pc:sldMkLst>
          <pc:docMk/>
          <pc:sldMk cId="3675906361" sldId="259"/>
        </pc:sldMkLst>
        <pc:spChg chg="mod">
          <ac:chgData name="SUMA K G" userId="c26ce1b90fa457b4" providerId="LiveId" clId="{FDBE89A1-35F2-4E4B-A168-24D0CC79A0ED}" dt="2024-03-07T19:43:01.509" v="0" actId="13926"/>
          <ac:spMkLst>
            <pc:docMk/>
            <pc:sldMk cId="3675906361" sldId="259"/>
            <ac:spMk id="3" creationId="{632B5889-C715-DE89-F8F4-3E6322765093}"/>
          </ac:spMkLst>
        </pc:spChg>
      </pc:sldChg>
      <pc:sldChg chg="modSp mod">
        <pc:chgData name="SUMA K G" userId="c26ce1b90fa457b4" providerId="LiveId" clId="{FDBE89A1-35F2-4E4B-A168-24D0CC79A0ED}" dt="2024-03-07T19:43:34.551" v="40" actId="20577"/>
        <pc:sldMkLst>
          <pc:docMk/>
          <pc:sldMk cId="2773029733" sldId="585"/>
        </pc:sldMkLst>
        <pc:spChg chg="mod">
          <ac:chgData name="SUMA K G" userId="c26ce1b90fa457b4" providerId="LiveId" clId="{FDBE89A1-35F2-4E4B-A168-24D0CC79A0ED}" dt="2024-03-07T19:43:34.551" v="40" actId="20577"/>
          <ac:spMkLst>
            <pc:docMk/>
            <pc:sldMk cId="2773029733" sldId="585"/>
            <ac:spMk id="3" creationId="{FD6B1D31-C4E7-8A73-DE3F-694072EBD1FA}"/>
          </ac:spMkLst>
        </pc:spChg>
      </pc:sldChg>
      <pc:sldChg chg="del">
        <pc:chgData name="SUMA K G" userId="c26ce1b90fa457b4" providerId="LiveId" clId="{FDBE89A1-35F2-4E4B-A168-24D0CC79A0ED}" dt="2024-03-07T19:43:12.606" v="1" actId="47"/>
        <pc:sldMkLst>
          <pc:docMk/>
          <pc:sldMk cId="3159541835" sldId="586"/>
        </pc:sldMkLst>
      </pc:sldChg>
      <pc:sldChg chg="del">
        <pc:chgData name="SUMA K G" userId="c26ce1b90fa457b4" providerId="LiveId" clId="{FDBE89A1-35F2-4E4B-A168-24D0CC79A0ED}" dt="2024-03-07T19:43:12.759" v="2" actId="47"/>
        <pc:sldMkLst>
          <pc:docMk/>
          <pc:sldMk cId="2701893301" sldId="587"/>
        </pc:sldMkLst>
      </pc:sldChg>
      <pc:sldChg chg="add del">
        <pc:chgData name="SUMA K G" userId="c26ce1b90fa457b4" providerId="LiveId" clId="{FDBE89A1-35F2-4E4B-A168-24D0CC79A0ED}" dt="2024-03-07T19:43:21.545" v="36" actId="47"/>
        <pc:sldMkLst>
          <pc:docMk/>
          <pc:sldMk cId="2548196930" sldId="592"/>
        </pc:sldMkLst>
      </pc:sldChg>
      <pc:sldChg chg="add del">
        <pc:chgData name="SUMA K G" userId="c26ce1b90fa457b4" providerId="LiveId" clId="{FDBE89A1-35F2-4E4B-A168-24D0CC79A0ED}" dt="2024-03-07T19:43:24.461" v="37" actId="47"/>
        <pc:sldMkLst>
          <pc:docMk/>
          <pc:sldMk cId="1492335786" sldId="593"/>
        </pc:sldMkLst>
      </pc:sldChg>
      <pc:sldChg chg="del">
        <pc:chgData name="SUMA K G" userId="c26ce1b90fa457b4" providerId="LiveId" clId="{FDBE89A1-35F2-4E4B-A168-24D0CC79A0ED}" dt="2024-03-07T19:43:13.150" v="4" actId="47"/>
        <pc:sldMkLst>
          <pc:docMk/>
          <pc:sldMk cId="472549772" sldId="594"/>
        </pc:sldMkLst>
      </pc:sldChg>
      <pc:sldChg chg="del">
        <pc:chgData name="SUMA K G" userId="c26ce1b90fa457b4" providerId="LiveId" clId="{FDBE89A1-35F2-4E4B-A168-24D0CC79A0ED}" dt="2024-03-07T19:43:13.341" v="5" actId="47"/>
        <pc:sldMkLst>
          <pc:docMk/>
          <pc:sldMk cId="3404864442" sldId="595"/>
        </pc:sldMkLst>
      </pc:sldChg>
      <pc:sldChg chg="del">
        <pc:chgData name="SUMA K G" userId="c26ce1b90fa457b4" providerId="LiveId" clId="{FDBE89A1-35F2-4E4B-A168-24D0CC79A0ED}" dt="2024-03-07T19:43:13.855" v="8" actId="47"/>
        <pc:sldMkLst>
          <pc:docMk/>
          <pc:sldMk cId="4110850515" sldId="596"/>
        </pc:sldMkLst>
      </pc:sldChg>
      <pc:sldChg chg="del">
        <pc:chgData name="SUMA K G" userId="c26ce1b90fa457b4" providerId="LiveId" clId="{FDBE89A1-35F2-4E4B-A168-24D0CC79A0ED}" dt="2024-03-07T19:43:14.041" v="9" actId="47"/>
        <pc:sldMkLst>
          <pc:docMk/>
          <pc:sldMk cId="1191889892" sldId="597"/>
        </pc:sldMkLst>
      </pc:sldChg>
      <pc:sldChg chg="del">
        <pc:chgData name="SUMA K G" userId="c26ce1b90fa457b4" providerId="LiveId" clId="{FDBE89A1-35F2-4E4B-A168-24D0CC79A0ED}" dt="2024-03-07T19:43:15.390" v="15" actId="47"/>
        <pc:sldMkLst>
          <pc:docMk/>
          <pc:sldMk cId="3407410162" sldId="598"/>
        </pc:sldMkLst>
      </pc:sldChg>
      <pc:sldChg chg="del">
        <pc:chgData name="SUMA K G" userId="c26ce1b90fa457b4" providerId="LiveId" clId="{FDBE89A1-35F2-4E4B-A168-24D0CC79A0ED}" dt="2024-03-07T19:43:15.713" v="17" actId="47"/>
        <pc:sldMkLst>
          <pc:docMk/>
          <pc:sldMk cId="2917933193" sldId="599"/>
        </pc:sldMkLst>
      </pc:sldChg>
      <pc:sldChg chg="del">
        <pc:chgData name="SUMA K G" userId="c26ce1b90fa457b4" providerId="LiveId" clId="{FDBE89A1-35F2-4E4B-A168-24D0CC79A0ED}" dt="2024-03-07T19:43:16.490" v="23" actId="47"/>
        <pc:sldMkLst>
          <pc:docMk/>
          <pc:sldMk cId="3063078968" sldId="600"/>
        </pc:sldMkLst>
      </pc:sldChg>
      <pc:sldChg chg="del">
        <pc:chgData name="SUMA K G" userId="c26ce1b90fa457b4" providerId="LiveId" clId="{FDBE89A1-35F2-4E4B-A168-24D0CC79A0ED}" dt="2024-03-07T19:43:17.158" v="24" actId="47"/>
        <pc:sldMkLst>
          <pc:docMk/>
          <pc:sldMk cId="96654972" sldId="601"/>
        </pc:sldMkLst>
      </pc:sldChg>
      <pc:sldChg chg="del">
        <pc:chgData name="SUMA K G" userId="c26ce1b90fa457b4" providerId="LiveId" clId="{FDBE89A1-35F2-4E4B-A168-24D0CC79A0ED}" dt="2024-03-07T19:43:17.354" v="25" actId="47"/>
        <pc:sldMkLst>
          <pc:docMk/>
          <pc:sldMk cId="1275451643" sldId="602"/>
        </pc:sldMkLst>
      </pc:sldChg>
      <pc:sldChg chg="del">
        <pc:chgData name="SUMA K G" userId="c26ce1b90fa457b4" providerId="LiveId" clId="{FDBE89A1-35F2-4E4B-A168-24D0CC79A0ED}" dt="2024-03-07T19:43:17.544" v="26" actId="47"/>
        <pc:sldMkLst>
          <pc:docMk/>
          <pc:sldMk cId="592821000" sldId="603"/>
        </pc:sldMkLst>
      </pc:sldChg>
      <pc:sldChg chg="del">
        <pc:chgData name="SUMA K G" userId="c26ce1b90fa457b4" providerId="LiveId" clId="{FDBE89A1-35F2-4E4B-A168-24D0CC79A0ED}" dt="2024-03-07T19:43:17.913" v="28" actId="47"/>
        <pc:sldMkLst>
          <pc:docMk/>
          <pc:sldMk cId="736366857" sldId="604"/>
        </pc:sldMkLst>
      </pc:sldChg>
      <pc:sldChg chg="del">
        <pc:chgData name="SUMA K G" userId="c26ce1b90fa457b4" providerId="LiveId" clId="{FDBE89A1-35F2-4E4B-A168-24D0CC79A0ED}" dt="2024-03-07T19:43:18.226" v="30" actId="47"/>
        <pc:sldMkLst>
          <pc:docMk/>
          <pc:sldMk cId="3575402549" sldId="605"/>
        </pc:sldMkLst>
      </pc:sldChg>
      <pc:sldChg chg="del">
        <pc:chgData name="SUMA K G" userId="c26ce1b90fa457b4" providerId="LiveId" clId="{FDBE89A1-35F2-4E4B-A168-24D0CC79A0ED}" dt="2024-03-07T19:43:18.437" v="31" actId="47"/>
        <pc:sldMkLst>
          <pc:docMk/>
          <pc:sldMk cId="616376358" sldId="606"/>
        </pc:sldMkLst>
      </pc:sldChg>
      <pc:sldChg chg="del">
        <pc:chgData name="SUMA K G" userId="c26ce1b90fa457b4" providerId="LiveId" clId="{FDBE89A1-35F2-4E4B-A168-24D0CC79A0ED}" dt="2024-03-07T19:43:18.673" v="32" actId="47"/>
        <pc:sldMkLst>
          <pc:docMk/>
          <pc:sldMk cId="3471506262" sldId="607"/>
        </pc:sldMkLst>
      </pc:sldChg>
      <pc:sldChg chg="del">
        <pc:chgData name="SUMA K G" userId="c26ce1b90fa457b4" providerId="LiveId" clId="{FDBE89A1-35F2-4E4B-A168-24D0CC79A0ED}" dt="2024-03-07T19:43:13.536" v="6" actId="47"/>
        <pc:sldMkLst>
          <pc:docMk/>
          <pc:sldMk cId="1585790214" sldId="609"/>
        </pc:sldMkLst>
      </pc:sldChg>
      <pc:sldChg chg="del">
        <pc:chgData name="SUMA K G" userId="c26ce1b90fa457b4" providerId="LiveId" clId="{FDBE89A1-35F2-4E4B-A168-24D0CC79A0ED}" dt="2024-03-07T19:43:13.704" v="7" actId="47"/>
        <pc:sldMkLst>
          <pc:docMk/>
          <pc:sldMk cId="840909873" sldId="610"/>
        </pc:sldMkLst>
      </pc:sldChg>
      <pc:sldChg chg="del">
        <pc:chgData name="SUMA K G" userId="c26ce1b90fa457b4" providerId="LiveId" clId="{FDBE89A1-35F2-4E4B-A168-24D0CC79A0ED}" dt="2024-03-07T19:43:14.726" v="11" actId="47"/>
        <pc:sldMkLst>
          <pc:docMk/>
          <pc:sldMk cId="2940873149" sldId="613"/>
        </pc:sldMkLst>
      </pc:sldChg>
      <pc:sldChg chg="del">
        <pc:chgData name="SUMA K G" userId="c26ce1b90fa457b4" providerId="LiveId" clId="{FDBE89A1-35F2-4E4B-A168-24D0CC79A0ED}" dt="2024-03-07T19:43:14.224" v="10" actId="47"/>
        <pc:sldMkLst>
          <pc:docMk/>
          <pc:sldMk cId="2216769073" sldId="614"/>
        </pc:sldMkLst>
      </pc:sldChg>
      <pc:sldChg chg="del">
        <pc:chgData name="SUMA K G" userId="c26ce1b90fa457b4" providerId="LiveId" clId="{FDBE89A1-35F2-4E4B-A168-24D0CC79A0ED}" dt="2024-03-07T19:43:15.578" v="16" actId="47"/>
        <pc:sldMkLst>
          <pc:docMk/>
          <pc:sldMk cId="3861753384" sldId="615"/>
        </pc:sldMkLst>
      </pc:sldChg>
      <pc:sldChg chg="del">
        <pc:chgData name="SUMA K G" userId="c26ce1b90fa457b4" providerId="LiveId" clId="{FDBE89A1-35F2-4E4B-A168-24D0CC79A0ED}" dt="2024-03-07T19:43:15.249" v="14" actId="47"/>
        <pc:sldMkLst>
          <pc:docMk/>
          <pc:sldMk cId="1748423483" sldId="617"/>
        </pc:sldMkLst>
      </pc:sldChg>
      <pc:sldChg chg="del">
        <pc:chgData name="SUMA K G" userId="c26ce1b90fa457b4" providerId="LiveId" clId="{FDBE89A1-35F2-4E4B-A168-24D0CC79A0ED}" dt="2024-03-07T19:43:14.981" v="13" actId="47"/>
        <pc:sldMkLst>
          <pc:docMk/>
          <pc:sldMk cId="3465447660" sldId="618"/>
        </pc:sldMkLst>
      </pc:sldChg>
      <pc:sldChg chg="del">
        <pc:chgData name="SUMA K G" userId="c26ce1b90fa457b4" providerId="LiveId" clId="{FDBE89A1-35F2-4E4B-A168-24D0CC79A0ED}" dt="2024-03-07T19:43:12.986" v="3" actId="47"/>
        <pc:sldMkLst>
          <pc:docMk/>
          <pc:sldMk cId="3267327227" sldId="619"/>
        </pc:sldMkLst>
      </pc:sldChg>
      <pc:sldChg chg="del">
        <pc:chgData name="SUMA K G" userId="c26ce1b90fa457b4" providerId="LiveId" clId="{FDBE89A1-35F2-4E4B-A168-24D0CC79A0ED}" dt="2024-03-07T19:43:14.910" v="12" actId="47"/>
        <pc:sldMkLst>
          <pc:docMk/>
          <pc:sldMk cId="2308420183" sldId="620"/>
        </pc:sldMkLst>
      </pc:sldChg>
      <pc:sldChg chg="add del">
        <pc:chgData name="SUMA K G" userId="c26ce1b90fa457b4" providerId="LiveId" clId="{FDBE89A1-35F2-4E4B-A168-24D0CC79A0ED}" dt="2024-03-07T19:43:29.966" v="39" actId="47"/>
        <pc:sldMkLst>
          <pc:docMk/>
          <pc:sldMk cId="4184315940" sldId="621"/>
        </pc:sldMkLst>
      </pc:sldChg>
      <pc:sldChg chg="del">
        <pc:chgData name="SUMA K G" userId="c26ce1b90fa457b4" providerId="LiveId" clId="{FDBE89A1-35F2-4E4B-A168-24D0CC79A0ED}" dt="2024-03-07T19:43:16.250" v="18" actId="47"/>
        <pc:sldMkLst>
          <pc:docMk/>
          <pc:sldMk cId="1367892307" sldId="622"/>
        </pc:sldMkLst>
      </pc:sldChg>
      <pc:sldChg chg="del">
        <pc:chgData name="SUMA K G" userId="c26ce1b90fa457b4" providerId="LiveId" clId="{FDBE89A1-35F2-4E4B-A168-24D0CC79A0ED}" dt="2024-03-07T19:43:16.289" v="19" actId="47"/>
        <pc:sldMkLst>
          <pc:docMk/>
          <pc:sldMk cId="3944131712" sldId="623"/>
        </pc:sldMkLst>
      </pc:sldChg>
      <pc:sldChg chg="del">
        <pc:chgData name="SUMA K G" userId="c26ce1b90fa457b4" providerId="LiveId" clId="{FDBE89A1-35F2-4E4B-A168-24D0CC79A0ED}" dt="2024-03-07T19:43:16.323" v="20" actId="47"/>
        <pc:sldMkLst>
          <pc:docMk/>
          <pc:sldMk cId="360007140" sldId="624"/>
        </pc:sldMkLst>
      </pc:sldChg>
      <pc:sldChg chg="del">
        <pc:chgData name="SUMA K G" userId="c26ce1b90fa457b4" providerId="LiveId" clId="{FDBE89A1-35F2-4E4B-A168-24D0CC79A0ED}" dt="2024-03-07T19:43:16.369" v="21" actId="47"/>
        <pc:sldMkLst>
          <pc:docMk/>
          <pc:sldMk cId="1360200292" sldId="625"/>
        </pc:sldMkLst>
      </pc:sldChg>
      <pc:sldChg chg="del">
        <pc:chgData name="SUMA K G" userId="c26ce1b90fa457b4" providerId="LiveId" clId="{FDBE89A1-35F2-4E4B-A168-24D0CC79A0ED}" dt="2024-03-07T19:43:16.455" v="22" actId="47"/>
        <pc:sldMkLst>
          <pc:docMk/>
          <pc:sldMk cId="2828057975" sldId="626"/>
        </pc:sldMkLst>
      </pc:sldChg>
      <pc:sldChg chg="del">
        <pc:chgData name="SUMA K G" userId="c26ce1b90fa457b4" providerId="LiveId" clId="{FDBE89A1-35F2-4E4B-A168-24D0CC79A0ED}" dt="2024-03-07T19:43:17.709" v="27" actId="47"/>
        <pc:sldMkLst>
          <pc:docMk/>
          <pc:sldMk cId="1869870619" sldId="627"/>
        </pc:sldMkLst>
      </pc:sldChg>
      <pc:sldChg chg="del">
        <pc:chgData name="SUMA K G" userId="c26ce1b90fa457b4" providerId="LiveId" clId="{FDBE89A1-35F2-4E4B-A168-24D0CC79A0ED}" dt="2024-03-07T19:43:18.067" v="29" actId="47"/>
        <pc:sldMkLst>
          <pc:docMk/>
          <pc:sldMk cId="3158344619" sldId="62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3/16/2026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534561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465347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3/16/2026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40803631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23435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1074840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12245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800607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3/16/2026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49773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3/16/2026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0644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1122878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252688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3/16/2026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148423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320800" y="1341120"/>
            <a:ext cx="10454640" cy="3142597"/>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l"/>
            <a:endParaRPr lang="en-US" sz="3000" b="1" cap="all" dirty="0">
              <a:solidFill>
                <a:schemeClr val="tx2"/>
              </a:solidFill>
              <a:latin typeface="+mj-lt"/>
              <a:ea typeface="+mj-ea"/>
              <a:cs typeface="+mj-cs"/>
            </a:endParaRPr>
          </a:p>
          <a:p>
            <a:pPr algn="just"/>
            <a:r>
              <a:rPr lang="en-IN" sz="3200" b="1" dirty="0">
                <a:solidFill>
                  <a:srgbClr val="FF0000"/>
                </a:solidFill>
                <a:highlight>
                  <a:srgbClr val="FFFF00"/>
                </a:highlight>
                <a:latin typeface="Cambria" panose="02040503050406030204" pitchFamily="18" charset="0"/>
                <a:ea typeface="Cambria" panose="02040503050406030204" pitchFamily="18" charset="0"/>
              </a:rPr>
              <a:t>DYNAMIC PROGRAMMING</a:t>
            </a:r>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60" y="96520"/>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C446B-C04B-6AE3-530E-0FF5E11F6EAA}"/>
              </a:ext>
            </a:extLst>
          </p:cNvPr>
          <p:cNvSpPr>
            <a:spLocks noGrp="1"/>
          </p:cNvSpPr>
          <p:nvPr>
            <p:ph type="title"/>
          </p:nvPr>
        </p:nvSpPr>
        <p:spPr>
          <a:xfrm>
            <a:off x="1371600" y="172720"/>
            <a:ext cx="10403840" cy="1998980"/>
          </a:xfrm>
        </p:spPr>
        <p:txBody>
          <a:bodyPr/>
          <a:lstStyle/>
          <a:p>
            <a:pPr algn="ctr"/>
            <a:r>
              <a:rPr lang="en-US" dirty="0"/>
              <a:t>Module No. 3 </a:t>
            </a:r>
            <a:br>
              <a:rPr lang="en-US" dirty="0"/>
            </a:br>
            <a:r>
              <a:rPr lang="en-IN" dirty="0"/>
              <a:t>Deep Reinforcement Learning – 8 Hours</a:t>
            </a:r>
            <a:endParaRPr lang="en-US" dirty="0"/>
          </a:p>
        </p:txBody>
      </p:sp>
      <p:sp>
        <p:nvSpPr>
          <p:cNvPr id="3" name="Content Placeholder 2">
            <a:extLst>
              <a:ext uri="{FF2B5EF4-FFF2-40B4-BE49-F238E27FC236}">
                <a16:creationId xmlns:a16="http://schemas.microsoft.com/office/drawing/2014/main" id="{632B5889-C715-DE89-F8F4-3E6322765093}"/>
              </a:ext>
            </a:extLst>
          </p:cNvPr>
          <p:cNvSpPr>
            <a:spLocks noGrp="1"/>
          </p:cNvSpPr>
          <p:nvPr>
            <p:ph idx="1"/>
          </p:nvPr>
        </p:nvSpPr>
        <p:spPr>
          <a:xfrm>
            <a:off x="1371600" y="1666240"/>
            <a:ext cx="10210800" cy="4201160"/>
          </a:xfrm>
        </p:spPr>
        <p:txBody>
          <a:bodyPr>
            <a:noAutofit/>
          </a:bodyPr>
          <a:lstStyle/>
          <a:p>
            <a:pPr algn="just"/>
            <a:r>
              <a:rPr lang="en-IN" sz="2400" dirty="0">
                <a:solidFill>
                  <a:srgbClr val="000000"/>
                </a:solidFill>
                <a:highlight>
                  <a:srgbClr val="FFFF00"/>
                </a:highlight>
                <a:latin typeface="Times New Roman" panose="02020603050405020304" pitchFamily="18" charset="0"/>
              </a:rPr>
              <a:t>Dynamic Programming</a:t>
            </a:r>
          </a:p>
          <a:p>
            <a:pPr algn="just"/>
            <a:r>
              <a:rPr lang="en-IN" sz="2400" dirty="0">
                <a:solidFill>
                  <a:srgbClr val="000000"/>
                </a:solidFill>
                <a:latin typeface="Times New Roman" panose="02020603050405020304" pitchFamily="18" charset="0"/>
              </a:rPr>
              <a:t>Monte Carlo</a:t>
            </a:r>
          </a:p>
          <a:p>
            <a:pPr algn="just"/>
            <a:r>
              <a:rPr lang="en-IN" sz="2400" dirty="0">
                <a:solidFill>
                  <a:srgbClr val="000000"/>
                </a:solidFill>
                <a:latin typeface="Times New Roman" panose="02020603050405020304" pitchFamily="18" charset="0"/>
              </a:rPr>
              <a:t>Components</a:t>
            </a:r>
          </a:p>
          <a:p>
            <a:pPr algn="just"/>
            <a:r>
              <a:rPr lang="en-IN" sz="2400" dirty="0">
                <a:solidFill>
                  <a:srgbClr val="000000"/>
                </a:solidFill>
                <a:latin typeface="Times New Roman" panose="02020603050405020304" pitchFamily="18" charset="0"/>
              </a:rPr>
              <a:t>Control in Monte Carlo</a:t>
            </a:r>
          </a:p>
          <a:p>
            <a:pPr algn="just"/>
            <a:r>
              <a:rPr lang="en-IN" sz="2400" dirty="0">
                <a:solidFill>
                  <a:srgbClr val="000000"/>
                </a:solidFill>
                <a:latin typeface="Times New Roman" panose="02020603050405020304" pitchFamily="18" charset="0"/>
              </a:rPr>
              <a:t>LPI Convergence</a:t>
            </a:r>
          </a:p>
          <a:p>
            <a:pPr algn="just"/>
            <a:r>
              <a:rPr lang="en-IN" sz="2400" dirty="0">
                <a:solidFill>
                  <a:srgbClr val="000000"/>
                </a:solidFill>
                <a:latin typeface="Times New Roman" panose="02020603050405020304" pitchFamily="18" charset="0"/>
              </a:rPr>
              <a:t>Value Iteration</a:t>
            </a:r>
          </a:p>
          <a:p>
            <a:pPr algn="just"/>
            <a:r>
              <a:rPr lang="en-IN" sz="2400" dirty="0">
                <a:solidFill>
                  <a:srgbClr val="000000"/>
                </a:solidFill>
                <a:latin typeface="Times New Roman" panose="02020603050405020304" pitchFamily="18" charset="0"/>
              </a:rPr>
              <a:t>Policy Iteration</a:t>
            </a:r>
          </a:p>
          <a:p>
            <a:pPr algn="just"/>
            <a:r>
              <a:rPr lang="en-IN" sz="2400" dirty="0">
                <a:solidFill>
                  <a:srgbClr val="000000"/>
                </a:solidFill>
                <a:latin typeface="Times New Roman" panose="02020603050405020304" pitchFamily="18" charset="0"/>
              </a:rPr>
              <a:t>Q-Learning</a:t>
            </a:r>
          </a:p>
          <a:p>
            <a:pPr algn="just"/>
            <a:r>
              <a:rPr lang="en-IN" sz="2400" dirty="0">
                <a:solidFill>
                  <a:srgbClr val="000000"/>
                </a:solidFill>
                <a:latin typeface="Times New Roman" panose="02020603050405020304" pitchFamily="18" charset="0"/>
              </a:rPr>
              <a:t>Q-learning with deep networks, Double Q learning, replay memory, Deep NN Architectures for RL</a:t>
            </a:r>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675906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D6822-A75A-2077-6A93-BF7523FB79C1}"/>
              </a:ext>
            </a:extLst>
          </p:cNvPr>
          <p:cNvSpPr>
            <a:spLocks noGrp="1"/>
          </p:cNvSpPr>
          <p:nvPr>
            <p:ph type="title"/>
          </p:nvPr>
        </p:nvSpPr>
        <p:spPr/>
        <p:txBody>
          <a:bodyPr/>
          <a:lstStyle/>
          <a:p>
            <a:r>
              <a:rPr lang="en-IN" b="1" i="0" dirty="0">
                <a:solidFill>
                  <a:srgbClr val="383838"/>
                </a:solidFill>
                <a:effectLst/>
                <a:latin typeface="Inter"/>
              </a:rPr>
              <a:t>Dynamic Programming</a:t>
            </a:r>
            <a:br>
              <a:rPr lang="en-IN" b="1" i="0" dirty="0">
                <a:solidFill>
                  <a:srgbClr val="383838"/>
                </a:solidFill>
                <a:effectLst/>
                <a:latin typeface="Inter"/>
              </a:rPr>
            </a:br>
            <a:endParaRPr lang="en-IN" dirty="0"/>
          </a:p>
        </p:txBody>
      </p:sp>
      <p:sp>
        <p:nvSpPr>
          <p:cNvPr id="3" name="Content Placeholder 2">
            <a:extLst>
              <a:ext uri="{FF2B5EF4-FFF2-40B4-BE49-F238E27FC236}">
                <a16:creationId xmlns:a16="http://schemas.microsoft.com/office/drawing/2014/main" id="{EB94ADE2-D564-931C-145F-54D3590B9F07}"/>
              </a:ext>
            </a:extLst>
          </p:cNvPr>
          <p:cNvSpPr>
            <a:spLocks noGrp="1"/>
          </p:cNvSpPr>
          <p:nvPr>
            <p:ph idx="1"/>
          </p:nvPr>
        </p:nvSpPr>
        <p:spPr>
          <a:xfrm>
            <a:off x="1371600" y="1554480"/>
            <a:ext cx="9682480" cy="4312920"/>
          </a:xfrm>
        </p:spPr>
        <p:txBody>
          <a:bodyPr>
            <a:noAutofit/>
          </a:bodyPr>
          <a:lstStyle/>
          <a:p>
            <a:pPr algn="just"/>
            <a:r>
              <a:rPr lang="en-US" sz="2500" b="0" i="0" dirty="0">
                <a:solidFill>
                  <a:srgbClr val="202124"/>
                </a:solidFill>
                <a:effectLst/>
                <a:latin typeface="Google Sans"/>
              </a:rPr>
              <a:t>Reinforcement learning (RL) is a branch of machine learning that deals with learning from trial and error, based on rewards and penalties. Dynamic programming (DP) is </a:t>
            </a:r>
            <a:r>
              <a:rPr lang="en-US" sz="2500" b="0" i="0" dirty="0">
                <a:solidFill>
                  <a:srgbClr val="040C28"/>
                </a:solidFill>
                <a:effectLst/>
                <a:latin typeface="Google Sans"/>
              </a:rPr>
              <a:t>a technique for solving complex problems by breaking them down into simpler subproblems, and reusing the solutions of the subproblems</a:t>
            </a:r>
            <a:r>
              <a:rPr lang="en-US" sz="2500" b="0" i="0" dirty="0">
                <a:solidFill>
                  <a:srgbClr val="202124"/>
                </a:solidFill>
                <a:effectLst/>
                <a:latin typeface="Google Sans"/>
              </a:rPr>
              <a:t>.</a:t>
            </a:r>
          </a:p>
          <a:p>
            <a:pPr algn="just"/>
            <a:endParaRPr lang="en-US" sz="2500" dirty="0">
              <a:solidFill>
                <a:srgbClr val="202124"/>
              </a:solidFill>
              <a:latin typeface="Google Sans"/>
            </a:endParaRPr>
          </a:p>
          <a:p>
            <a:pPr algn="just"/>
            <a:r>
              <a:rPr lang="en-US" sz="2500" b="0" i="0" dirty="0">
                <a:solidFill>
                  <a:srgbClr val="383838"/>
                </a:solidFill>
                <a:effectLst/>
                <a:latin typeface="Inter"/>
              </a:rPr>
              <a:t>DP is a collection of algorithms that  can solve a problem </a:t>
            </a:r>
            <a:r>
              <a:rPr lang="en-US" sz="2500" b="0" i="1" dirty="0">
                <a:solidFill>
                  <a:srgbClr val="383838"/>
                </a:solidFill>
                <a:effectLst/>
                <a:latin typeface="Inter"/>
              </a:rPr>
              <a:t>where we have the perfect model of the environment (i.e. probability distributions of any change happening in the problem setup are known) and where an agent can only take discrete actions.</a:t>
            </a:r>
            <a:endParaRPr lang="en-IN" sz="2500" dirty="0"/>
          </a:p>
        </p:txBody>
      </p:sp>
    </p:spTree>
    <p:extLst>
      <p:ext uri="{BB962C8B-B14F-4D97-AF65-F5344CB8AC3E}">
        <p14:creationId xmlns:p14="http://schemas.microsoft.com/office/powerpoint/2010/main" val="3800709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F7DA9-5C5B-9612-3644-098A57580EEF}"/>
              </a:ext>
            </a:extLst>
          </p:cNvPr>
          <p:cNvSpPr>
            <a:spLocks noGrp="1"/>
          </p:cNvSpPr>
          <p:nvPr>
            <p:ph type="title"/>
          </p:nvPr>
        </p:nvSpPr>
        <p:spPr/>
        <p:txBody>
          <a:bodyPr/>
          <a:lstStyle/>
          <a:p>
            <a:r>
              <a:rPr lang="en-IN" b="1" i="0" dirty="0">
                <a:solidFill>
                  <a:srgbClr val="383838"/>
                </a:solidFill>
                <a:effectLst/>
                <a:latin typeface="Inter"/>
              </a:rPr>
              <a:t>Dynamic Programming</a:t>
            </a:r>
            <a:br>
              <a:rPr lang="en-IN" b="1" i="0" dirty="0">
                <a:solidFill>
                  <a:srgbClr val="383838"/>
                </a:solidFill>
                <a:effectLst/>
                <a:latin typeface="Inter"/>
              </a:rPr>
            </a:br>
            <a:endParaRPr lang="en-IN" dirty="0"/>
          </a:p>
        </p:txBody>
      </p:sp>
      <p:sp>
        <p:nvSpPr>
          <p:cNvPr id="3" name="Content Placeholder 2">
            <a:extLst>
              <a:ext uri="{FF2B5EF4-FFF2-40B4-BE49-F238E27FC236}">
                <a16:creationId xmlns:a16="http://schemas.microsoft.com/office/drawing/2014/main" id="{204C9BB6-7328-6629-28C0-A7B498FC714B}"/>
              </a:ext>
            </a:extLst>
          </p:cNvPr>
          <p:cNvSpPr>
            <a:spLocks noGrp="1"/>
          </p:cNvSpPr>
          <p:nvPr>
            <p:ph idx="1"/>
          </p:nvPr>
        </p:nvSpPr>
        <p:spPr/>
        <p:txBody>
          <a:bodyPr>
            <a:normAutofit/>
          </a:bodyPr>
          <a:lstStyle/>
          <a:p>
            <a:pPr algn="just"/>
            <a:r>
              <a:rPr lang="en-US" sz="2500" b="0" i="0" dirty="0">
                <a:solidFill>
                  <a:srgbClr val="383838"/>
                </a:solidFill>
                <a:effectLst/>
                <a:latin typeface="Inter"/>
              </a:rPr>
              <a:t>DP essentially solves a planning problem rather than a more general RL problem. The main difference, as mentioned, is that for an RL problem the environment can be very complex and its specifics are not known at all initially.</a:t>
            </a:r>
            <a:endParaRPr lang="en-IN" sz="2500" dirty="0"/>
          </a:p>
        </p:txBody>
      </p:sp>
    </p:spTree>
    <p:extLst>
      <p:ext uri="{BB962C8B-B14F-4D97-AF65-F5344CB8AC3E}">
        <p14:creationId xmlns:p14="http://schemas.microsoft.com/office/powerpoint/2010/main" val="3527457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494A-79F4-0652-BDE1-9E4A86B5111C}"/>
              </a:ext>
            </a:extLst>
          </p:cNvPr>
          <p:cNvSpPr>
            <a:spLocks noGrp="1"/>
          </p:cNvSpPr>
          <p:nvPr>
            <p:ph type="title"/>
          </p:nvPr>
        </p:nvSpPr>
        <p:spPr/>
        <p:txBody>
          <a:bodyPr/>
          <a:lstStyle/>
          <a:p>
            <a:r>
              <a:rPr lang="en-IN" b="1" i="0" dirty="0">
                <a:solidFill>
                  <a:srgbClr val="383838"/>
                </a:solidFill>
                <a:effectLst/>
                <a:latin typeface="Inter"/>
              </a:rPr>
              <a:t>Why learn dynamic programming?</a:t>
            </a:r>
            <a:br>
              <a:rPr lang="en-IN" b="1" i="0" dirty="0">
                <a:solidFill>
                  <a:srgbClr val="383838"/>
                </a:solidFill>
                <a:effectLst/>
                <a:latin typeface="Inter"/>
              </a:rPr>
            </a:br>
            <a:endParaRPr lang="en-IN" b="1" dirty="0"/>
          </a:p>
        </p:txBody>
      </p:sp>
      <p:sp>
        <p:nvSpPr>
          <p:cNvPr id="3" name="Content Placeholder 2">
            <a:extLst>
              <a:ext uri="{FF2B5EF4-FFF2-40B4-BE49-F238E27FC236}">
                <a16:creationId xmlns:a16="http://schemas.microsoft.com/office/drawing/2014/main" id="{1647939E-4D35-BF42-5E0E-F5438C2B0D34}"/>
              </a:ext>
            </a:extLst>
          </p:cNvPr>
          <p:cNvSpPr>
            <a:spLocks noGrp="1"/>
          </p:cNvSpPr>
          <p:nvPr>
            <p:ph idx="1"/>
          </p:nvPr>
        </p:nvSpPr>
        <p:spPr/>
        <p:txBody>
          <a:bodyPr>
            <a:normAutofit/>
          </a:bodyPr>
          <a:lstStyle/>
          <a:p>
            <a:pPr algn="just"/>
            <a:r>
              <a:rPr lang="en-US" sz="2500" dirty="0">
                <a:solidFill>
                  <a:srgbClr val="383838"/>
                </a:solidFill>
                <a:latin typeface="Inter"/>
              </a:rPr>
              <a:t>D</a:t>
            </a:r>
            <a:r>
              <a:rPr lang="en-US" sz="2500" b="0" i="0" dirty="0">
                <a:solidFill>
                  <a:srgbClr val="383838"/>
                </a:solidFill>
                <a:effectLst/>
                <a:latin typeface="Inter"/>
              </a:rPr>
              <a:t>ynamic programming can help find optimal solutions to planning problems faced in the industry, with an important assumption that the specifics of the environment are known. DP presents a good starting point to understand RL algorithms that can solve more complex problems.</a:t>
            </a:r>
            <a:endParaRPr lang="en-IN" sz="2500" dirty="0"/>
          </a:p>
        </p:txBody>
      </p:sp>
    </p:spTree>
    <p:extLst>
      <p:ext uri="{BB962C8B-B14F-4D97-AF65-F5344CB8AC3E}">
        <p14:creationId xmlns:p14="http://schemas.microsoft.com/office/powerpoint/2010/main" val="407701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75BA3-AFF8-2CB4-8F1D-2A4AA72A2324}"/>
              </a:ext>
            </a:extLst>
          </p:cNvPr>
          <p:cNvSpPr>
            <a:spLocks noGrp="1"/>
          </p:cNvSpPr>
          <p:nvPr>
            <p:ph type="title"/>
          </p:nvPr>
        </p:nvSpPr>
        <p:spPr/>
        <p:txBody>
          <a:bodyPr/>
          <a:lstStyle/>
          <a:p>
            <a:r>
              <a:rPr lang="en-IN" b="1" i="0" dirty="0">
                <a:solidFill>
                  <a:srgbClr val="383838"/>
                </a:solidFill>
                <a:effectLst/>
                <a:latin typeface="Inter"/>
              </a:rPr>
              <a:t>Motorbike Rental company</a:t>
            </a:r>
            <a:br>
              <a:rPr lang="en-IN" b="1" i="0" dirty="0">
                <a:solidFill>
                  <a:srgbClr val="383838"/>
                </a:solidFill>
                <a:effectLst/>
                <a:latin typeface="Inter"/>
              </a:rPr>
            </a:br>
            <a:endParaRPr lang="en-IN" b="1" dirty="0"/>
          </a:p>
        </p:txBody>
      </p:sp>
      <p:sp>
        <p:nvSpPr>
          <p:cNvPr id="3" name="Content Placeholder 2">
            <a:extLst>
              <a:ext uri="{FF2B5EF4-FFF2-40B4-BE49-F238E27FC236}">
                <a16:creationId xmlns:a16="http://schemas.microsoft.com/office/drawing/2014/main" id="{FA858516-8F0D-CECE-7390-888E272A3A09}"/>
              </a:ext>
            </a:extLst>
          </p:cNvPr>
          <p:cNvSpPr>
            <a:spLocks noGrp="1"/>
          </p:cNvSpPr>
          <p:nvPr>
            <p:ph idx="1"/>
          </p:nvPr>
        </p:nvSpPr>
        <p:spPr/>
        <p:txBody>
          <a:bodyPr>
            <a:normAutofit/>
          </a:bodyPr>
          <a:lstStyle/>
          <a:p>
            <a:pPr algn="just"/>
            <a:r>
              <a:rPr lang="en-US" sz="2500" b="0" i="0" dirty="0">
                <a:solidFill>
                  <a:srgbClr val="383838"/>
                </a:solidFill>
                <a:effectLst/>
                <a:latin typeface="Inter"/>
              </a:rPr>
              <a:t>Sunny manages a motorbike rental company in Ladakh. Being near the highest motorable road in the world, there is a lot of demand for motorbikes on rent from tourists. Within the town he has 2 locations where tourists can come and get a bike on rent. If he is out of bikes at one location, then he loses business.</a:t>
            </a:r>
            <a:endParaRPr lang="en-IN" sz="2500" dirty="0"/>
          </a:p>
        </p:txBody>
      </p:sp>
    </p:spTree>
    <p:extLst>
      <p:ext uri="{BB962C8B-B14F-4D97-AF65-F5344CB8AC3E}">
        <p14:creationId xmlns:p14="http://schemas.microsoft.com/office/powerpoint/2010/main" val="3426694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E6D7F-246F-FB8B-2481-66C28EA5F8BC}"/>
              </a:ext>
            </a:extLst>
          </p:cNvPr>
          <p:cNvSpPr>
            <a:spLocks noGrp="1"/>
          </p:cNvSpPr>
          <p:nvPr>
            <p:ph type="title"/>
          </p:nvPr>
        </p:nvSpPr>
        <p:spPr/>
        <p:txBody>
          <a:bodyPr/>
          <a:lstStyle/>
          <a:p>
            <a:r>
              <a:rPr lang="en-IN" b="1" i="0" dirty="0">
                <a:solidFill>
                  <a:srgbClr val="383838"/>
                </a:solidFill>
                <a:effectLst/>
                <a:latin typeface="Inter"/>
              </a:rPr>
              <a:t>Motorbike Rental company</a:t>
            </a:r>
            <a:br>
              <a:rPr lang="en-IN" b="1" i="0" dirty="0">
                <a:solidFill>
                  <a:srgbClr val="383838"/>
                </a:solidFill>
                <a:effectLst/>
                <a:latin typeface="Inter"/>
              </a:rPr>
            </a:br>
            <a:endParaRPr lang="en-IN" b="1" dirty="0"/>
          </a:p>
        </p:txBody>
      </p:sp>
      <p:sp>
        <p:nvSpPr>
          <p:cNvPr id="3" name="Content Placeholder 2">
            <a:extLst>
              <a:ext uri="{FF2B5EF4-FFF2-40B4-BE49-F238E27FC236}">
                <a16:creationId xmlns:a16="http://schemas.microsoft.com/office/drawing/2014/main" id="{CD99C70B-4194-B442-D0FF-27A808DEEA74}"/>
              </a:ext>
            </a:extLst>
          </p:cNvPr>
          <p:cNvSpPr>
            <a:spLocks noGrp="1"/>
          </p:cNvSpPr>
          <p:nvPr>
            <p:ph idx="1"/>
          </p:nvPr>
        </p:nvSpPr>
        <p:spPr>
          <a:xfrm>
            <a:off x="1371600" y="1767840"/>
            <a:ext cx="10302240" cy="4099560"/>
          </a:xfrm>
        </p:spPr>
        <p:txBody>
          <a:bodyPr>
            <a:noAutofit/>
          </a:bodyPr>
          <a:lstStyle/>
          <a:p>
            <a:pPr algn="just">
              <a:buFont typeface="Arial" panose="020B0604020202020204" pitchFamily="34" charset="0"/>
              <a:buChar char="•"/>
            </a:pPr>
            <a:r>
              <a:rPr lang="en-US" sz="2500" b="0" i="0" dirty="0">
                <a:solidFill>
                  <a:srgbClr val="383838"/>
                </a:solidFill>
                <a:effectLst/>
                <a:latin typeface="Inter"/>
              </a:rPr>
              <a:t>Bikes are rented out for Rs 1200 per day and are available for renting the day after they are returned.</a:t>
            </a:r>
          </a:p>
          <a:p>
            <a:pPr algn="just">
              <a:buFont typeface="Arial" panose="020B0604020202020204" pitchFamily="34" charset="0"/>
              <a:buChar char="•"/>
            </a:pPr>
            <a:r>
              <a:rPr lang="en-US" sz="2500" b="0" i="0" dirty="0">
                <a:solidFill>
                  <a:srgbClr val="383838"/>
                </a:solidFill>
                <a:effectLst/>
                <a:latin typeface="Inter"/>
              </a:rPr>
              <a:t>Sunny can move the bikes from 1 location to another and incurs a cost of Rs 100</a:t>
            </a:r>
          </a:p>
          <a:p>
            <a:pPr algn="just">
              <a:buFont typeface="Arial" panose="020B0604020202020204" pitchFamily="34" charset="0"/>
              <a:buChar char="•"/>
            </a:pPr>
            <a:r>
              <a:rPr lang="en-US" sz="2500" b="0" i="0" dirty="0">
                <a:solidFill>
                  <a:srgbClr val="383838"/>
                </a:solidFill>
                <a:effectLst/>
                <a:latin typeface="Inter"/>
              </a:rPr>
              <a:t>With experience Sunny has figured out the approximate probability distributions of demand and return rates.</a:t>
            </a:r>
          </a:p>
          <a:p>
            <a:pPr algn="just">
              <a:buFont typeface="Arial" panose="020B0604020202020204" pitchFamily="34" charset="0"/>
              <a:buChar char="•"/>
            </a:pPr>
            <a:r>
              <a:rPr lang="en-US" sz="2500" b="0" i="0" dirty="0">
                <a:solidFill>
                  <a:srgbClr val="383838"/>
                </a:solidFill>
                <a:effectLst/>
                <a:latin typeface="Inter"/>
              </a:rPr>
              <a:t>Number of bikes returned and requested at each location are given by functions g(n) and h(n) respectively. In exact terms the probability that the number of bikes rented at both locations is n is given by g(n) and probability that the number of bikes returned at both locations is n is given by h(n)</a:t>
            </a:r>
          </a:p>
          <a:p>
            <a:pPr algn="just"/>
            <a:endParaRPr lang="en-IN" sz="2500" dirty="0"/>
          </a:p>
        </p:txBody>
      </p:sp>
    </p:spTree>
    <p:extLst>
      <p:ext uri="{BB962C8B-B14F-4D97-AF65-F5344CB8AC3E}">
        <p14:creationId xmlns:p14="http://schemas.microsoft.com/office/powerpoint/2010/main" val="254819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19586-5792-D415-7CBD-256EF52DBDE4}"/>
              </a:ext>
            </a:extLst>
          </p:cNvPr>
          <p:cNvSpPr>
            <a:spLocks noGrp="1"/>
          </p:cNvSpPr>
          <p:nvPr>
            <p:ph type="title"/>
          </p:nvPr>
        </p:nvSpPr>
        <p:spPr/>
        <p:txBody>
          <a:bodyPr/>
          <a:lstStyle/>
          <a:p>
            <a:r>
              <a:rPr lang="en-IN" b="1" i="0" dirty="0">
                <a:solidFill>
                  <a:srgbClr val="383838"/>
                </a:solidFill>
                <a:effectLst/>
                <a:latin typeface="Inter"/>
              </a:rPr>
              <a:t>Motorbike Rental company</a:t>
            </a:r>
            <a:br>
              <a:rPr lang="en-IN" b="1" i="0" dirty="0">
                <a:solidFill>
                  <a:srgbClr val="383838"/>
                </a:solidFill>
                <a:effectLst/>
                <a:latin typeface="Inter"/>
              </a:rPr>
            </a:br>
            <a:endParaRPr lang="en-IN" b="1" dirty="0"/>
          </a:p>
        </p:txBody>
      </p:sp>
      <p:sp>
        <p:nvSpPr>
          <p:cNvPr id="3" name="Content Placeholder 2">
            <a:extLst>
              <a:ext uri="{FF2B5EF4-FFF2-40B4-BE49-F238E27FC236}">
                <a16:creationId xmlns:a16="http://schemas.microsoft.com/office/drawing/2014/main" id="{B358D988-1C1B-413B-99C9-816CB8BAA687}"/>
              </a:ext>
            </a:extLst>
          </p:cNvPr>
          <p:cNvSpPr>
            <a:spLocks noGrp="1"/>
          </p:cNvSpPr>
          <p:nvPr>
            <p:ph idx="1"/>
          </p:nvPr>
        </p:nvSpPr>
        <p:spPr>
          <a:xfrm>
            <a:off x="1371600" y="1910080"/>
            <a:ext cx="10170160" cy="3957320"/>
          </a:xfrm>
        </p:spPr>
        <p:txBody>
          <a:bodyPr>
            <a:noAutofit/>
          </a:bodyPr>
          <a:lstStyle/>
          <a:p>
            <a:pPr algn="just"/>
            <a:r>
              <a:rPr lang="en-US" sz="2500" b="0" i="0" dirty="0">
                <a:solidFill>
                  <a:srgbClr val="383838"/>
                </a:solidFill>
                <a:effectLst/>
                <a:latin typeface="Inter"/>
              </a:rPr>
              <a:t>The problem that Sunny is trying to solve is to find out how many bikes he should move each day from 1 location to another so that he can </a:t>
            </a:r>
            <a:r>
              <a:rPr lang="en-US" sz="2500" b="0" i="0" dirty="0" err="1">
                <a:solidFill>
                  <a:srgbClr val="383838"/>
                </a:solidFill>
                <a:effectLst/>
                <a:latin typeface="Inter"/>
              </a:rPr>
              <a:t>maximise</a:t>
            </a:r>
            <a:r>
              <a:rPr lang="en-US" sz="2500" b="0" i="0" dirty="0">
                <a:solidFill>
                  <a:srgbClr val="383838"/>
                </a:solidFill>
                <a:effectLst/>
                <a:latin typeface="Inter"/>
              </a:rPr>
              <a:t> his earnings.</a:t>
            </a:r>
          </a:p>
          <a:p>
            <a:pPr algn="just"/>
            <a:endParaRPr lang="en-US" sz="2500" b="0" i="0" dirty="0">
              <a:solidFill>
                <a:srgbClr val="383838"/>
              </a:solidFill>
              <a:effectLst/>
              <a:latin typeface="Inter"/>
            </a:endParaRPr>
          </a:p>
          <a:p>
            <a:pPr algn="just"/>
            <a:r>
              <a:rPr lang="en-US" sz="2500" b="0" i="0" dirty="0">
                <a:solidFill>
                  <a:srgbClr val="383838"/>
                </a:solidFill>
                <a:effectLst/>
                <a:latin typeface="Inter"/>
              </a:rPr>
              <a:t>Here, we exactly know the environment (g(n) &amp; h(n)) and this is the kind of problem in which dynamic programming can come in handy. Similarly, if you can properly model the environment of your problem where you can take discrete actions, then DP can help you find the optimal solution. </a:t>
            </a:r>
            <a:endParaRPr lang="en-IN" sz="2500" dirty="0"/>
          </a:p>
        </p:txBody>
      </p:sp>
    </p:spTree>
    <p:extLst>
      <p:ext uri="{BB962C8B-B14F-4D97-AF65-F5344CB8AC3E}">
        <p14:creationId xmlns:p14="http://schemas.microsoft.com/office/powerpoint/2010/main" val="149233578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32A30"/>
      </a:dk2>
      <a:lt2>
        <a:srgbClr val="F2F2F0"/>
      </a:lt2>
      <a:accent1>
        <a:srgbClr val="836C9F"/>
      </a:accent1>
      <a:accent2>
        <a:srgbClr val="BDAB56"/>
      </a:accent2>
      <a:accent3>
        <a:srgbClr val="B0565D"/>
      </a:accent3>
      <a:accent4>
        <a:srgbClr val="55B1BC"/>
      </a:accent4>
      <a:accent5>
        <a:srgbClr val="4D925F"/>
      </a:accent5>
      <a:accent6>
        <a:srgbClr val="E08C4A"/>
      </a:accent6>
      <a:hlink>
        <a:srgbClr val="55B1BC"/>
      </a:hlink>
      <a:folHlink>
        <a:srgbClr val="836C9F"/>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9270AA94-2367-4B1E-B579-26147B222B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2D2B57D-B9E8-40FC-831D-8AEA052EB10C}"/>
</file>

<file path=customXml/itemProps2.xml><?xml version="1.0" encoding="utf-8"?>
<ds:datastoreItem xmlns:ds="http://schemas.openxmlformats.org/officeDocument/2006/customXml" ds:itemID="{A64AA601-A576-4B7F-A6AE-3AB234ADDF04}"/>
</file>

<file path=customXml/itemProps3.xml><?xml version="1.0" encoding="utf-8"?>
<ds:datastoreItem xmlns:ds="http://schemas.openxmlformats.org/officeDocument/2006/customXml" ds:itemID="{3C088E8E-CED1-4572-9616-C4FC40B122BD}"/>
</file>

<file path=docProps/app.xml><?xml version="1.0" encoding="utf-8"?>
<Properties xmlns="http://schemas.openxmlformats.org/officeDocument/2006/extended-properties" xmlns:vt="http://schemas.openxmlformats.org/officeDocument/2006/docPropsVTypes">
  <Template>Crop</Template>
  <TotalTime>2825</TotalTime>
  <Words>538</Words>
  <Application>Microsoft Office PowerPoint</Application>
  <PresentationFormat>Widescreen</PresentationFormat>
  <Paragraphs>33</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Cambria</vt:lpstr>
      <vt:lpstr>Franklin Gothic Book</vt:lpstr>
      <vt:lpstr>Google Sans</vt:lpstr>
      <vt:lpstr>Inter</vt:lpstr>
      <vt:lpstr>Times New Roman</vt:lpstr>
      <vt:lpstr>Crop</vt:lpstr>
      <vt:lpstr>PowerPoint Presentation</vt:lpstr>
      <vt:lpstr>Module No. 3  Deep Reinforcement Learning – 8 Hours</vt:lpstr>
      <vt:lpstr>Dynamic Programming </vt:lpstr>
      <vt:lpstr>Dynamic Programming </vt:lpstr>
      <vt:lpstr>Why learn dynamic programming? </vt:lpstr>
      <vt:lpstr>Motorbike Rental company </vt:lpstr>
      <vt:lpstr>Motorbike Rental company </vt:lpstr>
      <vt:lpstr>Motorbike Rental company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26</cp:revision>
  <dcterms:created xsi:type="dcterms:W3CDTF">2023-01-04T16:33:49Z</dcterms:created>
  <dcterms:modified xsi:type="dcterms:W3CDTF">2026-03-16T09:42:46Z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