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11"/>
  </p:notesMasterIdLst>
  <p:sldIdLst>
    <p:sldId id="585" r:id="rId2"/>
    <p:sldId id="262" r:id="rId3"/>
    <p:sldId id="641" r:id="rId4"/>
    <p:sldId id="642" r:id="rId5"/>
    <p:sldId id="643" r:id="rId6"/>
    <p:sldId id="644" r:id="rId7"/>
    <p:sldId id="645" r:id="rId8"/>
    <p:sldId id="646" r:id="rId9"/>
    <p:sldId id="64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1.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 K G" userId="c26ce1b90fa457b4" providerId="LiveId" clId="{4A6DAEE7-13E1-4516-8EEA-7FFD6F8B8A29}"/>
    <pc:docChg chg="modSld">
      <pc:chgData name="SUMA K G" userId="c26ce1b90fa457b4" providerId="LiveId" clId="{4A6DAEE7-13E1-4516-8EEA-7FFD6F8B8A29}" dt="2024-02-20T10:24:13.991" v="2" actId="1076"/>
      <pc:docMkLst>
        <pc:docMk/>
      </pc:docMkLst>
      <pc:sldChg chg="modSp mod">
        <pc:chgData name="SUMA K G" userId="c26ce1b90fa457b4" providerId="LiveId" clId="{4A6DAEE7-13E1-4516-8EEA-7FFD6F8B8A29}" dt="2024-02-20T10:24:05.892" v="0" actId="14100"/>
        <pc:sldMkLst>
          <pc:docMk/>
          <pc:sldMk cId="4248383774" sldId="587"/>
        </pc:sldMkLst>
        <pc:spChg chg="mod">
          <ac:chgData name="SUMA K G" userId="c26ce1b90fa457b4" providerId="LiveId" clId="{4A6DAEE7-13E1-4516-8EEA-7FFD6F8B8A29}" dt="2024-02-20T10:24:05.892" v="0" actId="14100"/>
          <ac:spMkLst>
            <pc:docMk/>
            <pc:sldMk cId="4248383774" sldId="587"/>
            <ac:spMk id="3" creationId="{FFA16F68-2E4A-28E9-83C4-69FC2108B755}"/>
          </ac:spMkLst>
        </pc:spChg>
      </pc:sldChg>
      <pc:sldChg chg="modSp mod">
        <pc:chgData name="SUMA K G" userId="c26ce1b90fa457b4" providerId="LiveId" clId="{4A6DAEE7-13E1-4516-8EEA-7FFD6F8B8A29}" dt="2024-02-20T10:24:13.991" v="2" actId="1076"/>
        <pc:sldMkLst>
          <pc:docMk/>
          <pc:sldMk cId="1385666533" sldId="588"/>
        </pc:sldMkLst>
        <pc:spChg chg="mod">
          <ac:chgData name="SUMA K G" userId="c26ce1b90fa457b4" providerId="LiveId" clId="{4A6DAEE7-13E1-4516-8EEA-7FFD6F8B8A29}" dt="2024-02-20T10:24:11.630" v="1" actId="14100"/>
          <ac:spMkLst>
            <pc:docMk/>
            <pc:sldMk cId="1385666533" sldId="588"/>
            <ac:spMk id="3" creationId="{68565180-B8C7-AE0F-55EC-D6640F3F8106}"/>
          </ac:spMkLst>
        </pc:spChg>
        <pc:picChg chg="mod">
          <ac:chgData name="SUMA K G" userId="c26ce1b90fa457b4" providerId="LiveId" clId="{4A6DAEE7-13E1-4516-8EEA-7FFD6F8B8A29}" dt="2024-02-20T10:24:13.991" v="2" actId="1076"/>
          <ac:picMkLst>
            <pc:docMk/>
            <pc:sldMk cId="1385666533" sldId="588"/>
            <ac:picMk id="5" creationId="{3A54B05F-1368-21E2-0617-BC1ED8267135}"/>
          </ac:picMkLst>
        </pc:picChg>
      </pc:sldChg>
    </pc:docChg>
  </pc:docChgLst>
  <pc:docChgLst>
    <pc:chgData name="SUMA K G" userId="c26ce1b90fa457b4" providerId="LiveId" clId="{6EBBAC26-E3EE-4119-8470-2ABE2B22F95E}"/>
    <pc:docChg chg="custSel addSld modSld">
      <pc:chgData name="SUMA K G" userId="c26ce1b90fa457b4" providerId="LiveId" clId="{6EBBAC26-E3EE-4119-8470-2ABE2B22F95E}" dt="2024-04-25T19:20:43.479" v="96" actId="1076"/>
      <pc:docMkLst>
        <pc:docMk/>
      </pc:docMkLst>
      <pc:sldChg chg="modSp mod">
        <pc:chgData name="SUMA K G" userId="c26ce1b90fa457b4" providerId="LiveId" clId="{6EBBAC26-E3EE-4119-8470-2ABE2B22F95E}" dt="2024-04-25T19:01:39.066" v="19" actId="27636"/>
        <pc:sldMkLst>
          <pc:docMk/>
          <pc:sldMk cId="1725908813" sldId="639"/>
        </pc:sldMkLst>
        <pc:spChg chg="mod">
          <ac:chgData name="SUMA K G" userId="c26ce1b90fa457b4" providerId="LiveId" clId="{6EBBAC26-E3EE-4119-8470-2ABE2B22F95E}" dt="2024-04-25T19:00:49.657" v="13" actId="13926"/>
          <ac:spMkLst>
            <pc:docMk/>
            <pc:sldMk cId="1725908813" sldId="639"/>
            <ac:spMk id="2" creationId="{5A80D62D-CB42-43AC-1B16-C172FB72E8B7}"/>
          </ac:spMkLst>
        </pc:spChg>
        <pc:spChg chg="mod">
          <ac:chgData name="SUMA K G" userId="c26ce1b90fa457b4" providerId="LiveId" clId="{6EBBAC26-E3EE-4119-8470-2ABE2B22F95E}" dt="2024-04-25T19:01:39.066" v="19" actId="27636"/>
          <ac:spMkLst>
            <pc:docMk/>
            <pc:sldMk cId="1725908813" sldId="639"/>
            <ac:spMk id="3" creationId="{4542C24E-3978-436E-6786-F1E3D8D67FDF}"/>
          </ac:spMkLst>
        </pc:spChg>
      </pc:sldChg>
      <pc:sldChg chg="modSp new mod">
        <pc:chgData name="SUMA K G" userId="c26ce1b90fa457b4" providerId="LiveId" clId="{6EBBAC26-E3EE-4119-8470-2ABE2B22F95E}" dt="2024-04-25T19:00:55.600" v="15" actId="27636"/>
        <pc:sldMkLst>
          <pc:docMk/>
          <pc:sldMk cId="4269926043" sldId="640"/>
        </pc:sldMkLst>
        <pc:spChg chg="mod">
          <ac:chgData name="SUMA K G" userId="c26ce1b90fa457b4" providerId="LiveId" clId="{6EBBAC26-E3EE-4119-8470-2ABE2B22F95E}" dt="2024-04-25T19:00:44.421" v="12" actId="13926"/>
          <ac:spMkLst>
            <pc:docMk/>
            <pc:sldMk cId="4269926043" sldId="640"/>
            <ac:spMk id="2" creationId="{ECCC6C7A-5E8A-B17C-914A-E447A41891F3}"/>
          </ac:spMkLst>
        </pc:spChg>
        <pc:spChg chg="mod">
          <ac:chgData name="SUMA K G" userId="c26ce1b90fa457b4" providerId="LiveId" clId="{6EBBAC26-E3EE-4119-8470-2ABE2B22F95E}" dt="2024-04-25T19:00:55.600" v="15" actId="27636"/>
          <ac:spMkLst>
            <pc:docMk/>
            <pc:sldMk cId="4269926043" sldId="640"/>
            <ac:spMk id="3" creationId="{735F1590-8C00-41CD-8C49-60AC75D36471}"/>
          </ac:spMkLst>
        </pc:spChg>
      </pc:sldChg>
      <pc:sldChg chg="addSp delSp modSp new mod">
        <pc:chgData name="SUMA K G" userId="c26ce1b90fa457b4" providerId="LiveId" clId="{6EBBAC26-E3EE-4119-8470-2ABE2B22F95E}" dt="2024-04-25T19:17:19.038" v="68" actId="14100"/>
        <pc:sldMkLst>
          <pc:docMk/>
          <pc:sldMk cId="988098751" sldId="641"/>
        </pc:sldMkLst>
        <pc:spChg chg="mod">
          <ac:chgData name="SUMA K G" userId="c26ce1b90fa457b4" providerId="LiveId" clId="{6EBBAC26-E3EE-4119-8470-2ABE2B22F95E}" dt="2024-04-25T19:07:47.893" v="67"/>
          <ac:spMkLst>
            <pc:docMk/>
            <pc:sldMk cId="988098751" sldId="641"/>
            <ac:spMk id="2" creationId="{E9F41120-9848-1790-AF9F-4DEA24F58C18}"/>
          </ac:spMkLst>
        </pc:spChg>
        <pc:spChg chg="add del mod">
          <ac:chgData name="SUMA K G" userId="c26ce1b90fa457b4" providerId="LiveId" clId="{6EBBAC26-E3EE-4119-8470-2ABE2B22F95E}" dt="2024-04-25T19:17:19.038" v="68" actId="14100"/>
          <ac:spMkLst>
            <pc:docMk/>
            <pc:sldMk cId="988098751" sldId="641"/>
            <ac:spMk id="3" creationId="{7FAAC025-9F46-4A01-A7FC-8365DDEE590E}"/>
          </ac:spMkLst>
        </pc:spChg>
        <pc:spChg chg="add mod">
          <ac:chgData name="SUMA K G" userId="c26ce1b90fa457b4" providerId="LiveId" clId="{6EBBAC26-E3EE-4119-8470-2ABE2B22F95E}" dt="2024-04-25T19:04:34.059" v="22"/>
          <ac:spMkLst>
            <pc:docMk/>
            <pc:sldMk cId="988098751" sldId="641"/>
            <ac:spMk id="4" creationId="{9568B59E-69FC-05C8-B23F-C81D28B0A805}"/>
          </ac:spMkLst>
        </pc:spChg>
        <pc:spChg chg="add mod">
          <ac:chgData name="SUMA K G" userId="c26ce1b90fa457b4" providerId="LiveId" clId="{6EBBAC26-E3EE-4119-8470-2ABE2B22F95E}" dt="2024-04-25T19:04:44.563" v="24"/>
          <ac:spMkLst>
            <pc:docMk/>
            <pc:sldMk cId="988098751" sldId="641"/>
            <ac:spMk id="5" creationId="{1AC3F875-45BB-4363-7FC3-4B03F27556D9}"/>
          </ac:spMkLst>
        </pc:spChg>
      </pc:sldChg>
      <pc:sldChg chg="addSp delSp modSp new mod">
        <pc:chgData name="SUMA K G" userId="c26ce1b90fa457b4" providerId="LiveId" clId="{6EBBAC26-E3EE-4119-8470-2ABE2B22F95E}" dt="2024-04-25T19:18:15.071" v="79" actId="1076"/>
        <pc:sldMkLst>
          <pc:docMk/>
          <pc:sldMk cId="2736868909" sldId="642"/>
        </pc:sldMkLst>
        <pc:spChg chg="add del mod">
          <ac:chgData name="SUMA K G" userId="c26ce1b90fa457b4" providerId="LiveId" clId="{6EBBAC26-E3EE-4119-8470-2ABE2B22F95E}" dt="2024-04-25T19:17:38.869" v="77" actId="6549"/>
          <ac:spMkLst>
            <pc:docMk/>
            <pc:sldMk cId="2736868909" sldId="642"/>
            <ac:spMk id="3" creationId="{A7E9CB8F-A132-365D-A3F0-8C2DB720022D}"/>
          </ac:spMkLst>
        </pc:spChg>
        <pc:spChg chg="add mod">
          <ac:chgData name="SUMA K G" userId="c26ce1b90fa457b4" providerId="LiveId" clId="{6EBBAC26-E3EE-4119-8470-2ABE2B22F95E}" dt="2024-04-25T19:17:28.985" v="71"/>
          <ac:spMkLst>
            <pc:docMk/>
            <pc:sldMk cId="2736868909" sldId="642"/>
            <ac:spMk id="4" creationId="{B3A3A4F4-0FA9-7B2F-F13C-B99261D90B85}"/>
          </ac:spMkLst>
        </pc:spChg>
        <pc:picChg chg="add mod">
          <ac:chgData name="SUMA K G" userId="c26ce1b90fa457b4" providerId="LiveId" clId="{6EBBAC26-E3EE-4119-8470-2ABE2B22F95E}" dt="2024-04-25T19:18:15.071" v="79" actId="1076"/>
          <ac:picMkLst>
            <pc:docMk/>
            <pc:sldMk cId="2736868909" sldId="642"/>
            <ac:picMk id="6" creationId="{B76F40C2-EAE2-5859-8FCC-99819DF4D2E3}"/>
          </ac:picMkLst>
        </pc:picChg>
      </pc:sldChg>
      <pc:sldChg chg="addSp delSp modSp new mod">
        <pc:chgData name="SUMA K G" userId="c26ce1b90fa457b4" providerId="LiveId" clId="{6EBBAC26-E3EE-4119-8470-2ABE2B22F95E}" dt="2024-04-25T19:18:48.567" v="83"/>
        <pc:sldMkLst>
          <pc:docMk/>
          <pc:sldMk cId="635169546" sldId="643"/>
        </pc:sldMkLst>
        <pc:spChg chg="add del">
          <ac:chgData name="SUMA K G" userId="c26ce1b90fa457b4" providerId="LiveId" clId="{6EBBAC26-E3EE-4119-8470-2ABE2B22F95E}" dt="2024-04-25T19:18:48.567" v="83"/>
          <ac:spMkLst>
            <pc:docMk/>
            <pc:sldMk cId="635169546" sldId="643"/>
            <ac:spMk id="3" creationId="{4896C238-D502-110C-398A-0546C0F6C26C}"/>
          </ac:spMkLst>
        </pc:spChg>
        <pc:spChg chg="add mod">
          <ac:chgData name="SUMA K G" userId="c26ce1b90fa457b4" providerId="LiveId" clId="{6EBBAC26-E3EE-4119-8470-2ABE2B22F95E}" dt="2024-04-25T19:18:48.567" v="83"/>
          <ac:spMkLst>
            <pc:docMk/>
            <pc:sldMk cId="635169546" sldId="643"/>
            <ac:spMk id="6" creationId="{299E5419-6AE1-2B76-1616-9C21B70FA8F8}"/>
          </ac:spMkLst>
        </pc:spChg>
        <pc:picChg chg="add">
          <ac:chgData name="SUMA K G" userId="c26ce1b90fa457b4" providerId="LiveId" clId="{6EBBAC26-E3EE-4119-8470-2ABE2B22F95E}" dt="2024-04-25T19:18:33.308" v="81" actId="22"/>
          <ac:picMkLst>
            <pc:docMk/>
            <pc:sldMk cId="635169546" sldId="643"/>
            <ac:picMk id="5" creationId="{78C69FF4-ECA6-EF5D-4663-C28A5810EACF}"/>
          </ac:picMkLst>
        </pc:picChg>
      </pc:sldChg>
      <pc:sldChg chg="addSp modSp new mod">
        <pc:chgData name="SUMA K G" userId="c26ce1b90fa457b4" providerId="LiveId" clId="{6EBBAC26-E3EE-4119-8470-2ABE2B22F95E}" dt="2024-04-25T19:19:15.142" v="87" actId="14100"/>
        <pc:sldMkLst>
          <pc:docMk/>
          <pc:sldMk cId="4256041933" sldId="644"/>
        </pc:sldMkLst>
        <pc:picChg chg="add mod">
          <ac:chgData name="SUMA K G" userId="c26ce1b90fa457b4" providerId="LiveId" clId="{6EBBAC26-E3EE-4119-8470-2ABE2B22F95E}" dt="2024-04-25T19:19:15.142" v="87" actId="14100"/>
          <ac:picMkLst>
            <pc:docMk/>
            <pc:sldMk cId="4256041933" sldId="644"/>
            <ac:picMk id="5" creationId="{E839B4F0-8F17-3744-F5E2-978C4D4948CE}"/>
          </ac:picMkLst>
        </pc:picChg>
      </pc:sldChg>
      <pc:sldChg chg="addSp modSp new mod">
        <pc:chgData name="SUMA K G" userId="c26ce1b90fa457b4" providerId="LiveId" clId="{6EBBAC26-E3EE-4119-8470-2ABE2B22F95E}" dt="2024-04-25T19:19:38.935" v="92" actId="20577"/>
        <pc:sldMkLst>
          <pc:docMk/>
          <pc:sldMk cId="370782819" sldId="645"/>
        </pc:sldMkLst>
        <pc:spChg chg="mod">
          <ac:chgData name="SUMA K G" userId="c26ce1b90fa457b4" providerId="LiveId" clId="{6EBBAC26-E3EE-4119-8470-2ABE2B22F95E}" dt="2024-04-25T19:19:38.935" v="92" actId="20577"/>
          <ac:spMkLst>
            <pc:docMk/>
            <pc:sldMk cId="370782819" sldId="645"/>
            <ac:spMk id="3" creationId="{E20C3606-8FBD-D3DB-9FDD-B6179EFE71D0}"/>
          </ac:spMkLst>
        </pc:spChg>
        <pc:picChg chg="add mod">
          <ac:chgData name="SUMA K G" userId="c26ce1b90fa457b4" providerId="LiveId" clId="{6EBBAC26-E3EE-4119-8470-2ABE2B22F95E}" dt="2024-04-25T19:19:27.033" v="90" actId="1076"/>
          <ac:picMkLst>
            <pc:docMk/>
            <pc:sldMk cId="370782819" sldId="645"/>
            <ac:picMk id="4098" creationId="{22D86A70-0622-A6FE-7DEF-E89192FBAB55}"/>
          </ac:picMkLst>
        </pc:picChg>
      </pc:sldChg>
      <pc:sldChg chg="addSp modSp new mod">
        <pc:chgData name="SUMA K G" userId="c26ce1b90fa457b4" providerId="LiveId" clId="{6EBBAC26-E3EE-4119-8470-2ABE2B22F95E}" dt="2024-04-25T19:20:43.479" v="96" actId="1076"/>
        <pc:sldMkLst>
          <pc:docMk/>
          <pc:sldMk cId="3220842205" sldId="646"/>
        </pc:sldMkLst>
        <pc:spChg chg="mod">
          <ac:chgData name="SUMA K G" userId="c26ce1b90fa457b4" providerId="LiveId" clId="{6EBBAC26-E3EE-4119-8470-2ABE2B22F95E}" dt="2024-04-25T19:19:51.127" v="94"/>
          <ac:spMkLst>
            <pc:docMk/>
            <pc:sldMk cId="3220842205" sldId="646"/>
            <ac:spMk id="3" creationId="{0C8DB0B4-6E89-7079-7E54-551EE3B3F7FF}"/>
          </ac:spMkLst>
        </pc:spChg>
        <pc:picChg chg="add mod">
          <ac:chgData name="SUMA K G" userId="c26ce1b90fa457b4" providerId="LiveId" clId="{6EBBAC26-E3EE-4119-8470-2ABE2B22F95E}" dt="2024-04-25T19:20:43.479" v="96" actId="1076"/>
          <ac:picMkLst>
            <pc:docMk/>
            <pc:sldMk cId="3220842205" sldId="646"/>
            <ac:picMk id="5" creationId="{F92BDFFF-661C-92E8-8A28-427432734D4F}"/>
          </ac:picMkLst>
        </pc:picChg>
      </pc:sldChg>
    </pc:docChg>
  </pc:docChgLst>
  <pc:docChgLst>
    <pc:chgData name="SUMA K G" userId="c26ce1b90fa457b4" providerId="LiveId" clId="{3E11700B-CEDF-42A4-8758-EC2C24AC515A}"/>
    <pc:docChg chg="undo custSel delSld modSld">
      <pc:chgData name="SUMA K G" userId="c26ce1b90fa457b4" providerId="LiveId" clId="{3E11700B-CEDF-42A4-8758-EC2C24AC515A}" dt="2024-04-04T03:47:07.904" v="16" actId="47"/>
      <pc:docMkLst>
        <pc:docMk/>
      </pc:docMkLst>
      <pc:sldChg chg="modSp mod">
        <pc:chgData name="SUMA K G" userId="c26ce1b90fa457b4" providerId="LiveId" clId="{3E11700B-CEDF-42A4-8758-EC2C24AC515A}" dt="2024-04-04T03:47:02.314" v="3" actId="13926"/>
        <pc:sldMkLst>
          <pc:docMk/>
          <pc:sldMk cId="1385568766" sldId="260"/>
        </pc:sldMkLst>
        <pc:spChg chg="mod">
          <ac:chgData name="SUMA K G" userId="c26ce1b90fa457b4" providerId="LiveId" clId="{3E11700B-CEDF-42A4-8758-EC2C24AC515A}" dt="2024-04-04T03:47:02.314" v="3" actId="13926"/>
          <ac:spMkLst>
            <pc:docMk/>
            <pc:sldMk cId="1385568766" sldId="260"/>
            <ac:spMk id="3" creationId="{EC7FE152-4D77-18DF-A8D9-2F7A2946B887}"/>
          </ac:spMkLst>
        </pc:spChg>
      </pc:sldChg>
      <pc:sldChg chg="del">
        <pc:chgData name="SUMA K G" userId="c26ce1b90fa457b4" providerId="LiveId" clId="{3E11700B-CEDF-42A4-8758-EC2C24AC515A}" dt="2024-04-04T03:47:06.382" v="10" actId="47"/>
        <pc:sldMkLst>
          <pc:docMk/>
          <pc:sldMk cId="1773662785" sldId="601"/>
        </pc:sldMkLst>
      </pc:sldChg>
      <pc:sldChg chg="del">
        <pc:chgData name="SUMA K G" userId="c26ce1b90fa457b4" providerId="LiveId" clId="{3E11700B-CEDF-42A4-8758-EC2C24AC515A}" dt="2024-04-04T03:47:05.981" v="8" actId="47"/>
        <pc:sldMkLst>
          <pc:docMk/>
          <pc:sldMk cId="4282463051" sldId="607"/>
        </pc:sldMkLst>
      </pc:sldChg>
      <pc:sldChg chg="del">
        <pc:chgData name="SUMA K G" userId="c26ce1b90fa457b4" providerId="LiveId" clId="{3E11700B-CEDF-42A4-8758-EC2C24AC515A}" dt="2024-04-04T03:47:06.231" v="9" actId="47"/>
        <pc:sldMkLst>
          <pc:docMk/>
          <pc:sldMk cId="2983812041" sldId="608"/>
        </pc:sldMkLst>
      </pc:sldChg>
      <pc:sldChg chg="del">
        <pc:chgData name="SUMA K G" userId="c26ce1b90fa457b4" providerId="LiveId" clId="{3E11700B-CEDF-42A4-8758-EC2C24AC515A}" dt="2024-04-04T03:47:05.694" v="6" actId="47"/>
        <pc:sldMkLst>
          <pc:docMk/>
          <pc:sldMk cId="3285314054" sldId="609"/>
        </pc:sldMkLst>
      </pc:sldChg>
      <pc:sldChg chg="del">
        <pc:chgData name="SUMA K G" userId="c26ce1b90fa457b4" providerId="LiveId" clId="{3E11700B-CEDF-42A4-8758-EC2C24AC515A}" dt="2024-04-04T03:47:06.729" v="12" actId="47"/>
        <pc:sldMkLst>
          <pc:docMk/>
          <pc:sldMk cId="1310060643" sldId="610"/>
        </pc:sldMkLst>
      </pc:sldChg>
      <pc:sldChg chg="del">
        <pc:chgData name="SUMA K G" userId="c26ce1b90fa457b4" providerId="LiveId" clId="{3E11700B-CEDF-42A4-8758-EC2C24AC515A}" dt="2024-04-04T03:47:06.944" v="13" actId="47"/>
        <pc:sldMkLst>
          <pc:docMk/>
          <pc:sldMk cId="1289368202" sldId="611"/>
        </pc:sldMkLst>
      </pc:sldChg>
      <pc:sldChg chg="del">
        <pc:chgData name="SUMA K G" userId="c26ce1b90fa457b4" providerId="LiveId" clId="{3E11700B-CEDF-42A4-8758-EC2C24AC515A}" dt="2024-04-04T03:47:05.274" v="4" actId="47"/>
        <pc:sldMkLst>
          <pc:docMk/>
          <pc:sldMk cId="309711287" sldId="623"/>
        </pc:sldMkLst>
      </pc:sldChg>
      <pc:sldChg chg="del">
        <pc:chgData name="SUMA K G" userId="c26ce1b90fa457b4" providerId="LiveId" clId="{3E11700B-CEDF-42A4-8758-EC2C24AC515A}" dt="2024-04-04T03:47:05.432" v="5" actId="47"/>
        <pc:sldMkLst>
          <pc:docMk/>
          <pc:sldMk cId="4244869070" sldId="624"/>
        </pc:sldMkLst>
      </pc:sldChg>
      <pc:sldChg chg="del">
        <pc:chgData name="SUMA K G" userId="c26ce1b90fa457b4" providerId="LiveId" clId="{3E11700B-CEDF-42A4-8758-EC2C24AC515A}" dt="2024-04-04T03:47:05.833" v="7" actId="47"/>
        <pc:sldMkLst>
          <pc:docMk/>
          <pc:sldMk cId="3447019645" sldId="626"/>
        </pc:sldMkLst>
      </pc:sldChg>
      <pc:sldChg chg="del">
        <pc:chgData name="SUMA K G" userId="c26ce1b90fa457b4" providerId="LiveId" clId="{3E11700B-CEDF-42A4-8758-EC2C24AC515A}" dt="2024-04-04T03:47:07.411" v="14" actId="47"/>
        <pc:sldMkLst>
          <pc:docMk/>
          <pc:sldMk cId="3874945197" sldId="627"/>
        </pc:sldMkLst>
      </pc:sldChg>
      <pc:sldChg chg="del">
        <pc:chgData name="SUMA K G" userId="c26ce1b90fa457b4" providerId="LiveId" clId="{3E11700B-CEDF-42A4-8758-EC2C24AC515A}" dt="2024-04-04T03:47:07.635" v="15" actId="47"/>
        <pc:sldMkLst>
          <pc:docMk/>
          <pc:sldMk cId="3340202010" sldId="628"/>
        </pc:sldMkLst>
      </pc:sldChg>
      <pc:sldChg chg="del">
        <pc:chgData name="SUMA K G" userId="c26ce1b90fa457b4" providerId="LiveId" clId="{3E11700B-CEDF-42A4-8758-EC2C24AC515A}" dt="2024-04-04T03:47:07.904" v="16" actId="47"/>
        <pc:sldMkLst>
          <pc:docMk/>
          <pc:sldMk cId="1504981754" sldId="629"/>
        </pc:sldMkLst>
      </pc:sldChg>
      <pc:sldChg chg="del">
        <pc:chgData name="SUMA K G" userId="c26ce1b90fa457b4" providerId="LiveId" clId="{3E11700B-CEDF-42A4-8758-EC2C24AC515A}" dt="2024-04-04T03:47:06.547" v="11" actId="47"/>
        <pc:sldMkLst>
          <pc:docMk/>
          <pc:sldMk cId="1550735298" sldId="630"/>
        </pc:sldMkLst>
      </pc:sldChg>
    </pc:docChg>
  </pc:docChgLst>
  <pc:docChgLst>
    <pc:chgData name="SUMA K G" userId="c26ce1b90fa457b4" providerId="LiveId" clId="{11ECF899-B465-4622-ACA5-77C11D3E2324}"/>
    <pc:docChg chg="undo custSel addSld delSld modSld">
      <pc:chgData name="SUMA K G" userId="c26ce1b90fa457b4" providerId="LiveId" clId="{11ECF899-B465-4622-ACA5-77C11D3E2324}" dt="2024-03-14T05:27:52.187" v="358" actId="22"/>
      <pc:docMkLst>
        <pc:docMk/>
      </pc:docMkLst>
      <pc:sldChg chg="del">
        <pc:chgData name="SUMA K G" userId="c26ce1b90fa457b4" providerId="LiveId" clId="{11ECF899-B465-4622-ACA5-77C11D3E2324}" dt="2024-03-14T04:32:46.902" v="3" actId="47"/>
        <pc:sldMkLst>
          <pc:docMk/>
          <pc:sldMk cId="3675906361" sldId="259"/>
        </pc:sldMkLst>
      </pc:sldChg>
      <pc:sldChg chg="modSp add del mod">
        <pc:chgData name="SUMA K G" userId="c26ce1b90fa457b4" providerId="LiveId" clId="{11ECF899-B465-4622-ACA5-77C11D3E2324}" dt="2024-03-14T05:02:06.753" v="138" actId="13926"/>
        <pc:sldMkLst>
          <pc:docMk/>
          <pc:sldMk cId="1385568766" sldId="260"/>
        </pc:sldMkLst>
        <pc:spChg chg="mod">
          <ac:chgData name="SUMA K G" userId="c26ce1b90fa457b4" providerId="LiveId" clId="{11ECF899-B465-4622-ACA5-77C11D3E2324}" dt="2024-03-14T05:02:06.753" v="138" actId="13926"/>
          <ac:spMkLst>
            <pc:docMk/>
            <pc:sldMk cId="1385568766" sldId="260"/>
            <ac:spMk id="3" creationId="{EC7FE152-4D77-18DF-A8D9-2F7A2946B887}"/>
          </ac:spMkLst>
        </pc:spChg>
      </pc:sldChg>
      <pc:sldChg chg="modSp add del mod">
        <pc:chgData name="SUMA K G" userId="c26ce1b90fa457b4" providerId="LiveId" clId="{11ECF899-B465-4622-ACA5-77C11D3E2324}" dt="2024-03-14T04:32:50.338" v="12" actId="47"/>
        <pc:sldMkLst>
          <pc:docMk/>
          <pc:sldMk cId="2773029733" sldId="585"/>
        </pc:sldMkLst>
        <pc:spChg chg="mod">
          <ac:chgData name="SUMA K G" userId="c26ce1b90fa457b4" providerId="LiveId" clId="{11ECF899-B465-4622-ACA5-77C11D3E2324}" dt="2024-03-14T04:32:32.045" v="1" actId="13926"/>
          <ac:spMkLst>
            <pc:docMk/>
            <pc:sldMk cId="2773029733" sldId="585"/>
            <ac:spMk id="3" creationId="{FD6B1D31-C4E7-8A73-DE3F-694072EBD1FA}"/>
          </ac:spMkLst>
        </pc:spChg>
      </pc:sldChg>
      <pc:sldChg chg="modSp del">
        <pc:chgData name="SUMA K G" userId="c26ce1b90fa457b4" providerId="LiveId" clId="{11ECF899-B465-4622-ACA5-77C11D3E2324}" dt="2024-03-14T04:32:47.923" v="4" actId="47"/>
        <pc:sldMkLst>
          <pc:docMk/>
          <pc:sldMk cId="3800709820" sldId="588"/>
        </pc:sldMkLst>
        <pc:spChg chg="mod">
          <ac:chgData name="SUMA K G" userId="c26ce1b90fa457b4" providerId="LiveId" clId="{11ECF899-B465-4622-ACA5-77C11D3E2324}" dt="2024-03-14T04:32:15.266" v="0"/>
          <ac:spMkLst>
            <pc:docMk/>
            <pc:sldMk cId="3800709820" sldId="588"/>
            <ac:spMk id="2" creationId="{072D6822-A75A-2077-6A93-BF7523FB79C1}"/>
          </ac:spMkLst>
        </pc:spChg>
      </pc:sldChg>
      <pc:sldChg chg="modSp del">
        <pc:chgData name="SUMA K G" userId="c26ce1b90fa457b4" providerId="LiveId" clId="{11ECF899-B465-4622-ACA5-77C11D3E2324}" dt="2024-03-14T04:32:48.184" v="5" actId="47"/>
        <pc:sldMkLst>
          <pc:docMk/>
          <pc:sldMk cId="3527457641" sldId="589"/>
        </pc:sldMkLst>
        <pc:spChg chg="mod">
          <ac:chgData name="SUMA K G" userId="c26ce1b90fa457b4" providerId="LiveId" clId="{11ECF899-B465-4622-ACA5-77C11D3E2324}" dt="2024-03-14T04:32:15.266" v="0"/>
          <ac:spMkLst>
            <pc:docMk/>
            <pc:sldMk cId="3527457641" sldId="589"/>
            <ac:spMk id="2" creationId="{903F7DA9-5C5B-9612-3644-098A57580EEF}"/>
          </ac:spMkLst>
        </pc:spChg>
        <pc:spChg chg="mod">
          <ac:chgData name="SUMA K G" userId="c26ce1b90fa457b4" providerId="LiveId" clId="{11ECF899-B465-4622-ACA5-77C11D3E2324}" dt="2024-03-14T04:32:15.266" v="0"/>
          <ac:spMkLst>
            <pc:docMk/>
            <pc:sldMk cId="3527457641" sldId="589"/>
            <ac:spMk id="3" creationId="{204C9BB6-7328-6629-28C0-A7B498FC714B}"/>
          </ac:spMkLst>
        </pc:spChg>
      </pc:sldChg>
      <pc:sldChg chg="modSp del">
        <pc:chgData name="SUMA K G" userId="c26ce1b90fa457b4" providerId="LiveId" clId="{11ECF899-B465-4622-ACA5-77C11D3E2324}" dt="2024-03-14T04:32:48.394" v="6" actId="47"/>
        <pc:sldMkLst>
          <pc:docMk/>
          <pc:sldMk cId="4077017567" sldId="590"/>
        </pc:sldMkLst>
        <pc:spChg chg="mod">
          <ac:chgData name="SUMA K G" userId="c26ce1b90fa457b4" providerId="LiveId" clId="{11ECF899-B465-4622-ACA5-77C11D3E2324}" dt="2024-03-14T04:32:15.266" v="0"/>
          <ac:spMkLst>
            <pc:docMk/>
            <pc:sldMk cId="4077017567" sldId="590"/>
            <ac:spMk id="2" creationId="{3EF3494A-79F4-0652-BDE1-9E4A86B5111C}"/>
          </ac:spMkLst>
        </pc:spChg>
        <pc:spChg chg="mod">
          <ac:chgData name="SUMA K G" userId="c26ce1b90fa457b4" providerId="LiveId" clId="{11ECF899-B465-4622-ACA5-77C11D3E2324}" dt="2024-03-14T04:32:15.266" v="0"/>
          <ac:spMkLst>
            <pc:docMk/>
            <pc:sldMk cId="4077017567" sldId="590"/>
            <ac:spMk id="3" creationId="{1647939E-4D35-BF42-5E0E-F5438C2B0D34}"/>
          </ac:spMkLst>
        </pc:spChg>
      </pc:sldChg>
      <pc:sldChg chg="modSp del">
        <pc:chgData name="SUMA K G" userId="c26ce1b90fa457b4" providerId="LiveId" clId="{11ECF899-B465-4622-ACA5-77C11D3E2324}" dt="2024-03-14T04:32:48.624" v="7" actId="47"/>
        <pc:sldMkLst>
          <pc:docMk/>
          <pc:sldMk cId="3426694462" sldId="591"/>
        </pc:sldMkLst>
        <pc:spChg chg="mod">
          <ac:chgData name="SUMA K G" userId="c26ce1b90fa457b4" providerId="LiveId" clId="{11ECF899-B465-4622-ACA5-77C11D3E2324}" dt="2024-03-14T04:32:15.266" v="0"/>
          <ac:spMkLst>
            <pc:docMk/>
            <pc:sldMk cId="3426694462" sldId="591"/>
            <ac:spMk id="2" creationId="{B2075BA3-AFF8-2CB4-8F1D-2A4AA72A2324}"/>
          </ac:spMkLst>
        </pc:spChg>
        <pc:spChg chg="mod">
          <ac:chgData name="SUMA K G" userId="c26ce1b90fa457b4" providerId="LiveId" clId="{11ECF899-B465-4622-ACA5-77C11D3E2324}" dt="2024-03-14T04:32:15.266" v="0"/>
          <ac:spMkLst>
            <pc:docMk/>
            <pc:sldMk cId="3426694462" sldId="591"/>
            <ac:spMk id="3" creationId="{FA858516-8F0D-CECE-7390-888E272A3A09}"/>
          </ac:spMkLst>
        </pc:spChg>
      </pc:sldChg>
      <pc:sldChg chg="modSp del">
        <pc:chgData name="SUMA K G" userId="c26ce1b90fa457b4" providerId="LiveId" clId="{11ECF899-B465-4622-ACA5-77C11D3E2324}" dt="2024-03-14T04:32:48.731" v="8" actId="47"/>
        <pc:sldMkLst>
          <pc:docMk/>
          <pc:sldMk cId="2548196930" sldId="592"/>
        </pc:sldMkLst>
        <pc:spChg chg="mod">
          <ac:chgData name="SUMA K G" userId="c26ce1b90fa457b4" providerId="LiveId" clId="{11ECF899-B465-4622-ACA5-77C11D3E2324}" dt="2024-03-14T04:32:15.266" v="0"/>
          <ac:spMkLst>
            <pc:docMk/>
            <pc:sldMk cId="2548196930" sldId="592"/>
            <ac:spMk id="2" creationId="{421E6D7F-246F-FB8B-2481-66C28EA5F8BC}"/>
          </ac:spMkLst>
        </pc:spChg>
      </pc:sldChg>
      <pc:sldChg chg="modSp add del mod">
        <pc:chgData name="SUMA K G" userId="c26ce1b90fa457b4" providerId="LiveId" clId="{11ECF899-B465-4622-ACA5-77C11D3E2324}" dt="2024-03-14T05:02:32.955" v="142" actId="13926"/>
        <pc:sldMkLst>
          <pc:docMk/>
          <pc:sldMk cId="1492335786" sldId="593"/>
        </pc:sldMkLst>
        <pc:spChg chg="mod">
          <ac:chgData name="SUMA K G" userId="c26ce1b90fa457b4" providerId="LiveId" clId="{11ECF899-B465-4622-ACA5-77C11D3E2324}" dt="2024-03-14T04:33:14.911" v="62" actId="6549"/>
          <ac:spMkLst>
            <pc:docMk/>
            <pc:sldMk cId="1492335786" sldId="593"/>
            <ac:spMk id="2" creationId="{98819586-5792-D415-7CBD-256EF52DBDE4}"/>
          </ac:spMkLst>
        </pc:spChg>
        <pc:spChg chg="mod">
          <ac:chgData name="SUMA K G" userId="c26ce1b90fa457b4" providerId="LiveId" clId="{11ECF899-B465-4622-ACA5-77C11D3E2324}" dt="2024-03-14T05:02:32.955" v="142" actId="13926"/>
          <ac:spMkLst>
            <pc:docMk/>
            <pc:sldMk cId="1492335786" sldId="593"/>
            <ac:spMk id="3" creationId="{B358D988-1C1B-413B-99C9-816CB8BAA687}"/>
          </ac:spMkLst>
        </pc:spChg>
      </pc:sldChg>
      <pc:sldChg chg="modSp new mod">
        <pc:chgData name="SUMA K G" userId="c26ce1b90fa457b4" providerId="LiveId" clId="{11ECF899-B465-4622-ACA5-77C11D3E2324}" dt="2024-03-14T05:03:32.634" v="168" actId="13926"/>
        <pc:sldMkLst>
          <pc:docMk/>
          <pc:sldMk cId="4019616091" sldId="594"/>
        </pc:sldMkLst>
        <pc:spChg chg="mod">
          <ac:chgData name="SUMA K G" userId="c26ce1b90fa457b4" providerId="LiveId" clId="{11ECF899-B465-4622-ACA5-77C11D3E2324}" dt="2024-03-14T05:02:58.865" v="162" actId="113"/>
          <ac:spMkLst>
            <pc:docMk/>
            <pc:sldMk cId="4019616091" sldId="594"/>
            <ac:spMk id="2" creationId="{E37CB2AE-2A6F-F400-A323-23F98D96574F}"/>
          </ac:spMkLst>
        </pc:spChg>
        <pc:spChg chg="mod">
          <ac:chgData name="SUMA K G" userId="c26ce1b90fa457b4" providerId="LiveId" clId="{11ECF899-B465-4622-ACA5-77C11D3E2324}" dt="2024-03-14T05:03:32.634" v="168" actId="13926"/>
          <ac:spMkLst>
            <pc:docMk/>
            <pc:sldMk cId="4019616091" sldId="594"/>
            <ac:spMk id="3" creationId="{3BC64BF1-FFF7-AB69-AB25-7C1DC94A747A}"/>
          </ac:spMkLst>
        </pc:spChg>
      </pc:sldChg>
      <pc:sldChg chg="modSp new mod">
        <pc:chgData name="SUMA K G" userId="c26ce1b90fa457b4" providerId="LiveId" clId="{11ECF899-B465-4622-ACA5-77C11D3E2324}" dt="2024-03-14T05:04:25.610" v="205" actId="13926"/>
        <pc:sldMkLst>
          <pc:docMk/>
          <pc:sldMk cId="976618138" sldId="595"/>
        </pc:sldMkLst>
        <pc:spChg chg="mod">
          <ac:chgData name="SUMA K G" userId="c26ce1b90fa457b4" providerId="LiveId" clId="{11ECF899-B465-4622-ACA5-77C11D3E2324}" dt="2024-03-14T05:03:51.294" v="197" actId="113"/>
          <ac:spMkLst>
            <pc:docMk/>
            <pc:sldMk cId="976618138" sldId="595"/>
            <ac:spMk id="2" creationId="{A9244629-3AD6-89D7-F1FC-3259C9E1003A}"/>
          </ac:spMkLst>
        </pc:spChg>
        <pc:spChg chg="mod">
          <ac:chgData name="SUMA K G" userId="c26ce1b90fa457b4" providerId="LiveId" clId="{11ECF899-B465-4622-ACA5-77C11D3E2324}" dt="2024-03-14T05:04:25.610" v="205" actId="13926"/>
          <ac:spMkLst>
            <pc:docMk/>
            <pc:sldMk cId="976618138" sldId="595"/>
            <ac:spMk id="3" creationId="{1D291F41-1D45-DC3D-8CEA-425F1BFE69CC}"/>
          </ac:spMkLst>
        </pc:spChg>
      </pc:sldChg>
      <pc:sldChg chg="modSp new mod">
        <pc:chgData name="SUMA K G" userId="c26ce1b90fa457b4" providerId="LiveId" clId="{11ECF899-B465-4622-ACA5-77C11D3E2324}" dt="2024-03-14T05:05:12.674" v="213" actId="13926"/>
        <pc:sldMkLst>
          <pc:docMk/>
          <pc:sldMk cId="483228705" sldId="596"/>
        </pc:sldMkLst>
        <pc:spChg chg="mod">
          <ac:chgData name="SUMA K G" userId="c26ce1b90fa457b4" providerId="LiveId" clId="{11ECF899-B465-4622-ACA5-77C11D3E2324}" dt="2024-03-14T05:04:41.497" v="207" actId="108"/>
          <ac:spMkLst>
            <pc:docMk/>
            <pc:sldMk cId="483228705" sldId="596"/>
            <ac:spMk id="2" creationId="{AF996202-5F94-70C7-79E6-7DFEC28B6949}"/>
          </ac:spMkLst>
        </pc:spChg>
        <pc:spChg chg="mod">
          <ac:chgData name="SUMA K G" userId="c26ce1b90fa457b4" providerId="LiveId" clId="{11ECF899-B465-4622-ACA5-77C11D3E2324}" dt="2024-03-14T05:05:12.674" v="213" actId="13926"/>
          <ac:spMkLst>
            <pc:docMk/>
            <pc:sldMk cId="483228705" sldId="596"/>
            <ac:spMk id="3" creationId="{D8A291A3-8B56-DE93-A4C6-B4AEB6B3AC67}"/>
          </ac:spMkLst>
        </pc:spChg>
      </pc:sldChg>
      <pc:sldChg chg="addSp delSp modSp new mod">
        <pc:chgData name="SUMA K G" userId="c26ce1b90fa457b4" providerId="LiveId" clId="{11ECF899-B465-4622-ACA5-77C11D3E2324}" dt="2024-03-14T05:07:39.151" v="230" actId="14100"/>
        <pc:sldMkLst>
          <pc:docMk/>
          <pc:sldMk cId="1387488720" sldId="597"/>
        </pc:sldMkLst>
        <pc:spChg chg="mod">
          <ac:chgData name="SUMA K G" userId="c26ce1b90fa457b4" providerId="LiveId" clId="{11ECF899-B465-4622-ACA5-77C11D3E2324}" dt="2024-03-14T05:05:36.112" v="214"/>
          <ac:spMkLst>
            <pc:docMk/>
            <pc:sldMk cId="1387488720" sldId="597"/>
            <ac:spMk id="2" creationId="{C3FDBE41-1530-3A52-BFB9-6F4751C64BDC}"/>
          </ac:spMkLst>
        </pc:spChg>
        <pc:spChg chg="mod">
          <ac:chgData name="SUMA K G" userId="c26ce1b90fa457b4" providerId="LiveId" clId="{11ECF899-B465-4622-ACA5-77C11D3E2324}" dt="2024-03-14T05:07:39.151" v="230" actId="14100"/>
          <ac:spMkLst>
            <pc:docMk/>
            <pc:sldMk cId="1387488720" sldId="597"/>
            <ac:spMk id="3" creationId="{C9303133-D0D2-475B-2AAB-DEFF6064023C}"/>
          </ac:spMkLst>
        </pc:spChg>
        <pc:spChg chg="add del">
          <ac:chgData name="SUMA K G" userId="c26ce1b90fa457b4" providerId="LiveId" clId="{11ECF899-B465-4622-ACA5-77C11D3E2324}" dt="2024-03-14T04:53:47.468" v="75" actId="22"/>
          <ac:spMkLst>
            <pc:docMk/>
            <pc:sldMk cId="1387488720" sldId="597"/>
            <ac:spMk id="5" creationId="{93E4128D-AD86-381A-6C5E-B252A1BB2318}"/>
          </ac:spMkLst>
        </pc:spChg>
      </pc:sldChg>
      <pc:sldChg chg="modSp new mod">
        <pc:chgData name="SUMA K G" userId="c26ce1b90fa457b4" providerId="LiveId" clId="{11ECF899-B465-4622-ACA5-77C11D3E2324}" dt="2024-03-14T05:09:13.504" v="242" actId="13926"/>
        <pc:sldMkLst>
          <pc:docMk/>
          <pc:sldMk cId="1505507602" sldId="598"/>
        </pc:sldMkLst>
        <pc:spChg chg="mod">
          <ac:chgData name="SUMA K G" userId="c26ce1b90fa457b4" providerId="LiveId" clId="{11ECF899-B465-4622-ACA5-77C11D3E2324}" dt="2024-03-14T05:05:38.429" v="215"/>
          <ac:spMkLst>
            <pc:docMk/>
            <pc:sldMk cId="1505507602" sldId="598"/>
            <ac:spMk id="2" creationId="{67F5AAF8-A5EA-9C2C-C394-CC3C36FDEF29}"/>
          </ac:spMkLst>
        </pc:spChg>
        <pc:spChg chg="mod">
          <ac:chgData name="SUMA K G" userId="c26ce1b90fa457b4" providerId="LiveId" clId="{11ECF899-B465-4622-ACA5-77C11D3E2324}" dt="2024-03-14T05:09:13.504" v="242" actId="13926"/>
          <ac:spMkLst>
            <pc:docMk/>
            <pc:sldMk cId="1505507602" sldId="598"/>
            <ac:spMk id="3" creationId="{DAD8053C-14F3-848F-2175-181898407EF2}"/>
          </ac:spMkLst>
        </pc:spChg>
      </pc:sldChg>
      <pc:sldChg chg="modSp new mod">
        <pc:chgData name="SUMA K G" userId="c26ce1b90fa457b4" providerId="LiveId" clId="{11ECF899-B465-4622-ACA5-77C11D3E2324}" dt="2024-03-14T05:09:50.921" v="247" actId="13926"/>
        <pc:sldMkLst>
          <pc:docMk/>
          <pc:sldMk cId="2219327340" sldId="599"/>
        </pc:sldMkLst>
        <pc:spChg chg="mod">
          <ac:chgData name="SUMA K G" userId="c26ce1b90fa457b4" providerId="LiveId" clId="{11ECF899-B465-4622-ACA5-77C11D3E2324}" dt="2024-03-14T05:05:40.200" v="216"/>
          <ac:spMkLst>
            <pc:docMk/>
            <pc:sldMk cId="2219327340" sldId="599"/>
            <ac:spMk id="2" creationId="{3EE28311-51AF-676C-6378-1201B853FDD2}"/>
          </ac:spMkLst>
        </pc:spChg>
        <pc:spChg chg="mod">
          <ac:chgData name="SUMA K G" userId="c26ce1b90fa457b4" providerId="LiveId" clId="{11ECF899-B465-4622-ACA5-77C11D3E2324}" dt="2024-03-14T05:09:50.921" v="247" actId="13926"/>
          <ac:spMkLst>
            <pc:docMk/>
            <pc:sldMk cId="2219327340" sldId="599"/>
            <ac:spMk id="3" creationId="{136C1D1D-BCAA-408A-7AF0-D11A50993A89}"/>
          </ac:spMkLst>
        </pc:spChg>
      </pc:sldChg>
      <pc:sldChg chg="modSp new mod">
        <pc:chgData name="SUMA K G" userId="c26ce1b90fa457b4" providerId="LiveId" clId="{11ECF899-B465-4622-ACA5-77C11D3E2324}" dt="2024-03-14T05:11:15.641" v="257" actId="13926"/>
        <pc:sldMkLst>
          <pc:docMk/>
          <pc:sldMk cId="3883197779" sldId="600"/>
        </pc:sldMkLst>
        <pc:spChg chg="mod">
          <ac:chgData name="SUMA K G" userId="c26ce1b90fa457b4" providerId="LiveId" clId="{11ECF899-B465-4622-ACA5-77C11D3E2324}" dt="2024-03-14T05:10:10.533" v="248"/>
          <ac:spMkLst>
            <pc:docMk/>
            <pc:sldMk cId="3883197779" sldId="600"/>
            <ac:spMk id="2" creationId="{880DD37E-5603-F0B9-F8AF-D85891DA68D6}"/>
          </ac:spMkLst>
        </pc:spChg>
        <pc:spChg chg="mod">
          <ac:chgData name="SUMA K G" userId="c26ce1b90fa457b4" providerId="LiveId" clId="{11ECF899-B465-4622-ACA5-77C11D3E2324}" dt="2024-03-14T05:11:15.641" v="257" actId="13926"/>
          <ac:spMkLst>
            <pc:docMk/>
            <pc:sldMk cId="3883197779" sldId="600"/>
            <ac:spMk id="3" creationId="{544119D8-3C8A-B916-D590-F8C8FDF893B1}"/>
          </ac:spMkLst>
        </pc:spChg>
      </pc:sldChg>
      <pc:sldChg chg="modSp new del mod">
        <pc:chgData name="SUMA K G" userId="c26ce1b90fa457b4" providerId="LiveId" clId="{11ECF899-B465-4622-ACA5-77C11D3E2324}" dt="2024-03-14T05:11:45.865" v="264" actId="2696"/>
        <pc:sldMkLst>
          <pc:docMk/>
          <pc:sldMk cId="1324129400" sldId="601"/>
        </pc:sldMkLst>
        <pc:spChg chg="mod">
          <ac:chgData name="SUMA K G" userId="c26ce1b90fa457b4" providerId="LiveId" clId="{11ECF899-B465-4622-ACA5-77C11D3E2324}" dt="2024-03-14T05:11:22.753" v="258"/>
          <ac:spMkLst>
            <pc:docMk/>
            <pc:sldMk cId="1324129400" sldId="601"/>
            <ac:spMk id="2" creationId="{E5E0F55C-6A56-4605-0069-E85A0BBF2DBD}"/>
          </ac:spMkLst>
        </pc:spChg>
        <pc:spChg chg="mod">
          <ac:chgData name="SUMA K G" userId="c26ce1b90fa457b4" providerId="LiveId" clId="{11ECF899-B465-4622-ACA5-77C11D3E2324}" dt="2024-03-14T05:11:31.879" v="263" actId="27636"/>
          <ac:spMkLst>
            <pc:docMk/>
            <pc:sldMk cId="1324129400" sldId="601"/>
            <ac:spMk id="3" creationId="{107912D3-B229-5E37-2156-BE3B8F1934C3}"/>
          </ac:spMkLst>
        </pc:spChg>
      </pc:sldChg>
      <pc:sldChg chg="add">
        <pc:chgData name="SUMA K G" userId="c26ce1b90fa457b4" providerId="LiveId" clId="{11ECF899-B465-4622-ACA5-77C11D3E2324}" dt="2024-03-14T05:11:48.650" v="265"/>
        <pc:sldMkLst>
          <pc:docMk/>
          <pc:sldMk cId="1773662785" sldId="601"/>
        </pc:sldMkLst>
      </pc:sldChg>
      <pc:sldChg chg="modSp new mod">
        <pc:chgData name="SUMA K G" userId="c26ce1b90fa457b4" providerId="LiveId" clId="{11ECF899-B465-4622-ACA5-77C11D3E2324}" dt="2024-03-14T05:12:20.412" v="273" actId="108"/>
        <pc:sldMkLst>
          <pc:docMk/>
          <pc:sldMk cId="2042579537" sldId="602"/>
        </pc:sldMkLst>
        <pc:spChg chg="mod">
          <ac:chgData name="SUMA K G" userId="c26ce1b90fa457b4" providerId="LiveId" clId="{11ECF899-B465-4622-ACA5-77C11D3E2324}" dt="2024-03-14T05:12:20.412" v="273" actId="108"/>
          <ac:spMkLst>
            <pc:docMk/>
            <pc:sldMk cId="2042579537" sldId="602"/>
            <ac:spMk id="2" creationId="{6E2A1380-D21B-2F97-AD08-AAD4DCB886BD}"/>
          </ac:spMkLst>
        </pc:spChg>
        <pc:spChg chg="mod">
          <ac:chgData name="SUMA K G" userId="c26ce1b90fa457b4" providerId="LiveId" clId="{11ECF899-B465-4622-ACA5-77C11D3E2324}" dt="2024-03-14T05:12:00.865" v="269" actId="5793"/>
          <ac:spMkLst>
            <pc:docMk/>
            <pc:sldMk cId="2042579537" sldId="602"/>
            <ac:spMk id="3" creationId="{DB7835BF-0D00-6067-B4E1-A66B9DE67960}"/>
          </ac:spMkLst>
        </pc:spChg>
      </pc:sldChg>
      <pc:sldChg chg="modSp new mod">
        <pc:chgData name="SUMA K G" userId="c26ce1b90fa457b4" providerId="LiveId" clId="{11ECF899-B465-4622-ACA5-77C11D3E2324}" dt="2024-03-14T05:12:35.581" v="278" actId="20577"/>
        <pc:sldMkLst>
          <pc:docMk/>
          <pc:sldMk cId="1656693505" sldId="603"/>
        </pc:sldMkLst>
        <pc:spChg chg="mod">
          <ac:chgData name="SUMA K G" userId="c26ce1b90fa457b4" providerId="LiveId" clId="{11ECF899-B465-4622-ACA5-77C11D3E2324}" dt="2024-03-14T05:12:24.472" v="274" actId="108"/>
          <ac:spMkLst>
            <pc:docMk/>
            <pc:sldMk cId="1656693505" sldId="603"/>
            <ac:spMk id="2" creationId="{2CB2EFEF-A225-D051-0693-5CEA8384C086}"/>
          </ac:spMkLst>
        </pc:spChg>
        <pc:spChg chg="mod">
          <ac:chgData name="SUMA K G" userId="c26ce1b90fa457b4" providerId="LiveId" clId="{11ECF899-B465-4622-ACA5-77C11D3E2324}" dt="2024-03-14T05:12:35.581" v="278" actId="20577"/>
          <ac:spMkLst>
            <pc:docMk/>
            <pc:sldMk cId="1656693505" sldId="603"/>
            <ac:spMk id="3" creationId="{5EAE13CF-92C2-22C1-F921-BAEAF0C2075F}"/>
          </ac:spMkLst>
        </pc:spChg>
      </pc:sldChg>
      <pc:sldChg chg="addSp modSp new mod">
        <pc:chgData name="SUMA K G" userId="c26ce1b90fa457b4" providerId="LiveId" clId="{11ECF899-B465-4622-ACA5-77C11D3E2324}" dt="2024-03-14T05:24:59.145" v="343"/>
        <pc:sldMkLst>
          <pc:docMk/>
          <pc:sldMk cId="2993535919" sldId="604"/>
        </pc:sldMkLst>
        <pc:spChg chg="mod">
          <ac:chgData name="SUMA K G" userId="c26ce1b90fa457b4" providerId="LiveId" clId="{11ECF899-B465-4622-ACA5-77C11D3E2324}" dt="2024-03-14T05:24:59.145" v="343"/>
          <ac:spMkLst>
            <pc:docMk/>
            <pc:sldMk cId="2993535919" sldId="604"/>
            <ac:spMk id="2" creationId="{85C66FEA-4821-D012-A335-25342C0896B4}"/>
          </ac:spMkLst>
        </pc:spChg>
        <pc:spChg chg="mod">
          <ac:chgData name="SUMA K G" userId="c26ce1b90fa457b4" providerId="LiveId" clId="{11ECF899-B465-4622-ACA5-77C11D3E2324}" dt="2024-03-14T05:13:39.628" v="298" actId="20577"/>
          <ac:spMkLst>
            <pc:docMk/>
            <pc:sldMk cId="2993535919" sldId="604"/>
            <ac:spMk id="3" creationId="{1AC0840E-F558-4877-1DDA-D7AE8CC195EB}"/>
          </ac:spMkLst>
        </pc:spChg>
        <pc:spChg chg="add">
          <ac:chgData name="SUMA K G" userId="c26ce1b90fa457b4" providerId="LiveId" clId="{11ECF899-B465-4622-ACA5-77C11D3E2324}" dt="2024-03-14T04:55:09.197" v="97"/>
          <ac:spMkLst>
            <pc:docMk/>
            <pc:sldMk cId="2993535919" sldId="604"/>
            <ac:spMk id="4" creationId="{84D633FA-07B0-E4C6-0241-80D9E0E7FF8C}"/>
          </ac:spMkLst>
        </pc:spChg>
        <pc:picChg chg="add">
          <ac:chgData name="SUMA K G" userId="c26ce1b90fa457b4" providerId="LiveId" clId="{11ECF899-B465-4622-ACA5-77C11D3E2324}" dt="2024-03-14T04:55:09.197" v="97"/>
          <ac:picMkLst>
            <pc:docMk/>
            <pc:sldMk cId="2993535919" sldId="604"/>
            <ac:picMk id="1026" creationId="{EB17FC86-F7FA-E3F2-0020-6F435C83EC38}"/>
          </ac:picMkLst>
        </pc:picChg>
        <pc:picChg chg="add mod">
          <ac:chgData name="SUMA K G" userId="c26ce1b90fa457b4" providerId="LiveId" clId="{11ECF899-B465-4622-ACA5-77C11D3E2324}" dt="2024-03-14T05:13:42.907" v="299" actId="1076"/>
          <ac:picMkLst>
            <pc:docMk/>
            <pc:sldMk cId="2993535919" sldId="604"/>
            <ac:picMk id="1028" creationId="{B05AB3FB-C1E6-32EA-5E3C-B1BA09AC7058}"/>
          </ac:picMkLst>
        </pc:picChg>
      </pc:sldChg>
      <pc:sldChg chg="modSp new mod">
        <pc:chgData name="SUMA K G" userId="c26ce1b90fa457b4" providerId="LiveId" clId="{11ECF899-B465-4622-ACA5-77C11D3E2324}" dt="2024-03-14T05:14:56.395" v="318" actId="123"/>
        <pc:sldMkLst>
          <pc:docMk/>
          <pc:sldMk cId="3630761230" sldId="605"/>
        </pc:sldMkLst>
        <pc:spChg chg="mod">
          <ac:chgData name="SUMA K G" userId="c26ce1b90fa457b4" providerId="LiveId" clId="{11ECF899-B465-4622-ACA5-77C11D3E2324}" dt="2024-03-14T04:57:12.840" v="136"/>
          <ac:spMkLst>
            <pc:docMk/>
            <pc:sldMk cId="3630761230" sldId="605"/>
            <ac:spMk id="2" creationId="{6D2F27BD-4025-E18E-FB08-A64F04DF5BA6}"/>
          </ac:spMkLst>
        </pc:spChg>
        <pc:spChg chg="mod">
          <ac:chgData name="SUMA K G" userId="c26ce1b90fa457b4" providerId="LiveId" clId="{11ECF899-B465-4622-ACA5-77C11D3E2324}" dt="2024-03-14T05:14:56.395" v="318" actId="123"/>
          <ac:spMkLst>
            <pc:docMk/>
            <pc:sldMk cId="3630761230" sldId="605"/>
            <ac:spMk id="3" creationId="{7C6B876E-88C3-2536-79ED-EE4F233D701B}"/>
          </ac:spMkLst>
        </pc:spChg>
      </pc:sldChg>
      <pc:sldChg chg="modSp new mod">
        <pc:chgData name="SUMA K G" userId="c26ce1b90fa457b4" providerId="LiveId" clId="{11ECF899-B465-4622-ACA5-77C11D3E2324}" dt="2024-03-14T05:16:39.895" v="331" actId="27636"/>
        <pc:sldMkLst>
          <pc:docMk/>
          <pc:sldMk cId="3369875745" sldId="606"/>
        </pc:sldMkLst>
        <pc:spChg chg="mod">
          <ac:chgData name="SUMA K G" userId="c26ce1b90fa457b4" providerId="LiveId" clId="{11ECF899-B465-4622-ACA5-77C11D3E2324}" dt="2024-03-14T05:16:39.895" v="331" actId="27636"/>
          <ac:spMkLst>
            <pc:docMk/>
            <pc:sldMk cId="3369875745" sldId="606"/>
            <ac:spMk id="3" creationId="{7FB77685-FBCE-8F35-D4B5-44D737FCB71C}"/>
          </ac:spMkLst>
        </pc:spChg>
      </pc:sldChg>
      <pc:sldChg chg="addSp modSp new mod">
        <pc:chgData name="SUMA K G" userId="c26ce1b90fa457b4" providerId="LiveId" clId="{11ECF899-B465-4622-ACA5-77C11D3E2324}" dt="2024-03-14T05:24:29.549" v="339" actId="20577"/>
        <pc:sldMkLst>
          <pc:docMk/>
          <pc:sldMk cId="89338151" sldId="607"/>
        </pc:sldMkLst>
        <pc:spChg chg="mod">
          <ac:chgData name="SUMA K G" userId="c26ce1b90fa457b4" providerId="LiveId" clId="{11ECF899-B465-4622-ACA5-77C11D3E2324}" dt="2024-03-14T05:24:29.549" v="339" actId="20577"/>
          <ac:spMkLst>
            <pc:docMk/>
            <pc:sldMk cId="89338151" sldId="607"/>
            <ac:spMk id="2" creationId="{20D844DF-7B0F-F2BE-4183-6278F30CF654}"/>
          </ac:spMkLst>
        </pc:spChg>
        <pc:picChg chg="add mod">
          <ac:chgData name="SUMA K G" userId="c26ce1b90fa457b4" providerId="LiveId" clId="{11ECF899-B465-4622-ACA5-77C11D3E2324}" dt="2024-03-14T05:21:36.610" v="335" actId="1076"/>
          <ac:picMkLst>
            <pc:docMk/>
            <pc:sldMk cId="89338151" sldId="607"/>
            <ac:picMk id="5" creationId="{69C92BC1-80F7-469D-CAFB-6EDACC69BA02}"/>
          </ac:picMkLst>
        </pc:picChg>
      </pc:sldChg>
      <pc:sldChg chg="addSp modSp new mod">
        <pc:chgData name="SUMA K G" userId="c26ce1b90fa457b4" providerId="LiveId" clId="{11ECF899-B465-4622-ACA5-77C11D3E2324}" dt="2024-03-14T05:24:48.522" v="341" actId="14100"/>
        <pc:sldMkLst>
          <pc:docMk/>
          <pc:sldMk cId="2565770647" sldId="608"/>
        </pc:sldMkLst>
        <pc:spChg chg="mod">
          <ac:chgData name="SUMA K G" userId="c26ce1b90fa457b4" providerId="LiveId" clId="{11ECF899-B465-4622-ACA5-77C11D3E2324}" dt="2024-03-14T05:24:48.522" v="341" actId="14100"/>
          <ac:spMkLst>
            <pc:docMk/>
            <pc:sldMk cId="2565770647" sldId="608"/>
            <ac:spMk id="2" creationId="{C0E86544-A42A-0BC4-8182-081A255E8F8D}"/>
          </ac:spMkLst>
        </pc:spChg>
        <pc:picChg chg="add mod">
          <ac:chgData name="SUMA K G" userId="c26ce1b90fa457b4" providerId="LiveId" clId="{11ECF899-B465-4622-ACA5-77C11D3E2324}" dt="2024-03-14T05:22:06.718" v="338" actId="1076"/>
          <ac:picMkLst>
            <pc:docMk/>
            <pc:sldMk cId="2565770647" sldId="608"/>
            <ac:picMk id="5" creationId="{699276ED-A769-8491-70A1-BCCDCB0DD506}"/>
          </ac:picMkLst>
        </pc:picChg>
      </pc:sldChg>
      <pc:sldChg chg="addSp modSp new mod">
        <pc:chgData name="SUMA K G" userId="c26ce1b90fa457b4" providerId="LiveId" clId="{11ECF899-B465-4622-ACA5-77C11D3E2324}" dt="2024-03-14T05:26:54.394" v="356" actId="20577"/>
        <pc:sldMkLst>
          <pc:docMk/>
          <pc:sldMk cId="1226681328" sldId="609"/>
        </pc:sldMkLst>
        <pc:spChg chg="mod">
          <ac:chgData name="SUMA K G" userId="c26ce1b90fa457b4" providerId="LiveId" clId="{11ECF899-B465-4622-ACA5-77C11D3E2324}" dt="2024-03-14T05:26:54.394" v="356" actId="20577"/>
          <ac:spMkLst>
            <pc:docMk/>
            <pc:sldMk cId="1226681328" sldId="609"/>
            <ac:spMk id="3" creationId="{2528CF43-E649-E6FF-77F2-64F8EA32A03F}"/>
          </ac:spMkLst>
        </pc:spChg>
        <pc:picChg chg="add mod">
          <ac:chgData name="SUMA K G" userId="c26ce1b90fa457b4" providerId="LiveId" clId="{11ECF899-B465-4622-ACA5-77C11D3E2324}" dt="2024-03-14T05:26:36.322" v="347" actId="1076"/>
          <ac:picMkLst>
            <pc:docMk/>
            <pc:sldMk cId="1226681328" sldId="609"/>
            <ac:picMk id="5" creationId="{2CBD1D33-5E7B-A037-FF69-BE82597CEBA5}"/>
          </ac:picMkLst>
        </pc:picChg>
      </pc:sldChg>
      <pc:sldChg chg="addSp new mod">
        <pc:chgData name="SUMA K G" userId="c26ce1b90fa457b4" providerId="LiveId" clId="{11ECF899-B465-4622-ACA5-77C11D3E2324}" dt="2024-03-14T05:27:52.187" v="358" actId="22"/>
        <pc:sldMkLst>
          <pc:docMk/>
          <pc:sldMk cId="1310060643" sldId="610"/>
        </pc:sldMkLst>
        <pc:picChg chg="add">
          <ac:chgData name="SUMA K G" userId="c26ce1b90fa457b4" providerId="LiveId" clId="{11ECF899-B465-4622-ACA5-77C11D3E2324}" dt="2024-03-14T05:27:52.187" v="358" actId="22"/>
          <ac:picMkLst>
            <pc:docMk/>
            <pc:sldMk cId="1310060643" sldId="610"/>
            <ac:picMk id="5" creationId="{BA3060EE-6573-023E-225F-4ED534B6833E}"/>
          </ac:picMkLst>
        </pc:picChg>
      </pc:sldChg>
    </pc:docChg>
  </pc:docChgLst>
  <pc:docChgLst>
    <pc:chgData name="SUMA K G" userId="c26ce1b90fa457b4" providerId="LiveId" clId="{C85811F4-6DB5-4729-8362-5DAEF53EA00C}"/>
    <pc:docChg chg="addSld delSld modSld">
      <pc:chgData name="SUMA K G" userId="c26ce1b90fa457b4" providerId="LiveId" clId="{C85811F4-6DB5-4729-8362-5DAEF53EA00C}" dt="2024-04-16T00:48:28.846" v="16"/>
      <pc:docMkLst>
        <pc:docMk/>
      </pc:docMkLst>
      <pc:sldChg chg="del">
        <pc:chgData name="SUMA K G" userId="c26ce1b90fa457b4" providerId="LiveId" clId="{C85811F4-6DB5-4729-8362-5DAEF53EA00C}" dt="2024-04-12T00:46:07.614" v="13" actId="47"/>
        <pc:sldMkLst>
          <pc:docMk/>
          <pc:sldMk cId="414711314" sldId="624"/>
        </pc:sldMkLst>
      </pc:sldChg>
      <pc:sldChg chg="add">
        <pc:chgData name="SUMA K G" userId="c26ce1b90fa457b4" providerId="LiveId" clId="{C85811F4-6DB5-4729-8362-5DAEF53EA00C}" dt="2024-04-16T00:48:28.846" v="16"/>
        <pc:sldMkLst>
          <pc:docMk/>
          <pc:sldMk cId="3688591682" sldId="624"/>
        </pc:sldMkLst>
      </pc:sldChg>
      <pc:sldChg chg="add">
        <pc:chgData name="SUMA K G" userId="c26ce1b90fa457b4" providerId="LiveId" clId="{C85811F4-6DB5-4729-8362-5DAEF53EA00C}" dt="2024-04-16T00:48:28.846" v="16"/>
        <pc:sldMkLst>
          <pc:docMk/>
          <pc:sldMk cId="5574369" sldId="625"/>
        </pc:sldMkLst>
      </pc:sldChg>
      <pc:sldChg chg="del">
        <pc:chgData name="SUMA K G" userId="c26ce1b90fa457b4" providerId="LiveId" clId="{C85811F4-6DB5-4729-8362-5DAEF53EA00C}" dt="2024-04-12T00:46:07.141" v="12" actId="47"/>
        <pc:sldMkLst>
          <pc:docMk/>
          <pc:sldMk cId="2453609987" sldId="625"/>
        </pc:sldMkLst>
      </pc:sldChg>
      <pc:sldChg chg="add">
        <pc:chgData name="SUMA K G" userId="c26ce1b90fa457b4" providerId="LiveId" clId="{C85811F4-6DB5-4729-8362-5DAEF53EA00C}" dt="2024-04-16T00:48:28.846" v="16"/>
        <pc:sldMkLst>
          <pc:docMk/>
          <pc:sldMk cId="2183999383" sldId="626"/>
        </pc:sldMkLst>
      </pc:sldChg>
      <pc:sldChg chg="del">
        <pc:chgData name="SUMA K G" userId="c26ce1b90fa457b4" providerId="LiveId" clId="{C85811F4-6DB5-4729-8362-5DAEF53EA00C}" dt="2024-04-12T00:46:09.041" v="15" actId="47"/>
        <pc:sldMkLst>
          <pc:docMk/>
          <pc:sldMk cId="3913018523" sldId="626"/>
        </pc:sldMkLst>
      </pc:sldChg>
      <pc:sldChg chg="add">
        <pc:chgData name="SUMA K G" userId="c26ce1b90fa457b4" providerId="LiveId" clId="{C85811F4-6DB5-4729-8362-5DAEF53EA00C}" dt="2024-04-16T00:48:28.846" v="16"/>
        <pc:sldMkLst>
          <pc:docMk/>
          <pc:sldMk cId="1079000560" sldId="627"/>
        </pc:sldMkLst>
      </pc:sldChg>
      <pc:sldChg chg="del">
        <pc:chgData name="SUMA K G" userId="c26ce1b90fa457b4" providerId="LiveId" clId="{C85811F4-6DB5-4729-8362-5DAEF53EA00C}" dt="2024-04-12T00:46:05.239" v="9" actId="47"/>
        <pc:sldMkLst>
          <pc:docMk/>
          <pc:sldMk cId="2937526511" sldId="627"/>
        </pc:sldMkLst>
      </pc:sldChg>
      <pc:sldChg chg="del">
        <pc:chgData name="SUMA K G" userId="c26ce1b90fa457b4" providerId="LiveId" clId="{C85811F4-6DB5-4729-8362-5DAEF53EA00C}" dt="2024-04-12T00:46:04.824" v="8" actId="47"/>
        <pc:sldMkLst>
          <pc:docMk/>
          <pc:sldMk cId="2419977516" sldId="628"/>
        </pc:sldMkLst>
      </pc:sldChg>
      <pc:sldChg chg="add">
        <pc:chgData name="SUMA K G" userId="c26ce1b90fa457b4" providerId="LiveId" clId="{C85811F4-6DB5-4729-8362-5DAEF53EA00C}" dt="2024-04-16T00:48:28.846" v="16"/>
        <pc:sldMkLst>
          <pc:docMk/>
          <pc:sldMk cId="3025231543" sldId="628"/>
        </pc:sldMkLst>
      </pc:sldChg>
      <pc:sldChg chg="del">
        <pc:chgData name="SUMA K G" userId="c26ce1b90fa457b4" providerId="LiveId" clId="{C85811F4-6DB5-4729-8362-5DAEF53EA00C}" dt="2024-04-12T00:46:08.107" v="14" actId="47"/>
        <pc:sldMkLst>
          <pc:docMk/>
          <pc:sldMk cId="270657564" sldId="629"/>
        </pc:sldMkLst>
      </pc:sldChg>
      <pc:sldChg chg="add">
        <pc:chgData name="SUMA K G" userId="c26ce1b90fa457b4" providerId="LiveId" clId="{C85811F4-6DB5-4729-8362-5DAEF53EA00C}" dt="2024-04-16T00:48:28.846" v="16"/>
        <pc:sldMkLst>
          <pc:docMk/>
          <pc:sldMk cId="2576912853" sldId="629"/>
        </pc:sldMkLst>
      </pc:sldChg>
      <pc:sldChg chg="add">
        <pc:chgData name="SUMA K G" userId="c26ce1b90fa457b4" providerId="LiveId" clId="{C85811F4-6DB5-4729-8362-5DAEF53EA00C}" dt="2024-04-16T00:48:28.846" v="16"/>
        <pc:sldMkLst>
          <pc:docMk/>
          <pc:sldMk cId="1979828649" sldId="630"/>
        </pc:sldMkLst>
      </pc:sldChg>
      <pc:sldChg chg="del">
        <pc:chgData name="SUMA K G" userId="c26ce1b90fa457b4" providerId="LiveId" clId="{C85811F4-6DB5-4729-8362-5DAEF53EA00C}" dt="2024-04-12T00:46:04.292" v="7" actId="47"/>
        <pc:sldMkLst>
          <pc:docMk/>
          <pc:sldMk cId="2477074326" sldId="630"/>
        </pc:sldMkLst>
      </pc:sldChg>
      <pc:sldChg chg="del">
        <pc:chgData name="SUMA K G" userId="c26ce1b90fa457b4" providerId="LiveId" clId="{C85811F4-6DB5-4729-8362-5DAEF53EA00C}" dt="2024-04-12T00:46:03.860" v="6" actId="47"/>
        <pc:sldMkLst>
          <pc:docMk/>
          <pc:sldMk cId="1263642625" sldId="631"/>
        </pc:sldMkLst>
      </pc:sldChg>
      <pc:sldChg chg="add">
        <pc:chgData name="SUMA K G" userId="c26ce1b90fa457b4" providerId="LiveId" clId="{C85811F4-6DB5-4729-8362-5DAEF53EA00C}" dt="2024-04-16T00:48:28.846" v="16"/>
        <pc:sldMkLst>
          <pc:docMk/>
          <pc:sldMk cId="1276906849" sldId="631"/>
        </pc:sldMkLst>
      </pc:sldChg>
      <pc:sldChg chg="del">
        <pc:chgData name="SUMA K G" userId="c26ce1b90fa457b4" providerId="LiveId" clId="{C85811F4-6DB5-4729-8362-5DAEF53EA00C}" dt="2024-04-12T00:46:03.343" v="5" actId="47"/>
        <pc:sldMkLst>
          <pc:docMk/>
          <pc:sldMk cId="42080973" sldId="632"/>
        </pc:sldMkLst>
      </pc:sldChg>
      <pc:sldChg chg="add">
        <pc:chgData name="SUMA K G" userId="c26ce1b90fa457b4" providerId="LiveId" clId="{C85811F4-6DB5-4729-8362-5DAEF53EA00C}" dt="2024-04-16T00:48:28.846" v="16"/>
        <pc:sldMkLst>
          <pc:docMk/>
          <pc:sldMk cId="3496471170" sldId="632"/>
        </pc:sldMkLst>
      </pc:sldChg>
      <pc:sldChg chg="del">
        <pc:chgData name="SUMA K G" userId="c26ce1b90fa457b4" providerId="LiveId" clId="{C85811F4-6DB5-4729-8362-5DAEF53EA00C}" dt="2024-04-12T00:46:02.990" v="4" actId="47"/>
        <pc:sldMkLst>
          <pc:docMk/>
          <pc:sldMk cId="1275490951" sldId="633"/>
        </pc:sldMkLst>
      </pc:sldChg>
      <pc:sldChg chg="add">
        <pc:chgData name="SUMA K G" userId="c26ce1b90fa457b4" providerId="LiveId" clId="{C85811F4-6DB5-4729-8362-5DAEF53EA00C}" dt="2024-04-16T00:48:28.846" v="16"/>
        <pc:sldMkLst>
          <pc:docMk/>
          <pc:sldMk cId="3427076272" sldId="633"/>
        </pc:sldMkLst>
      </pc:sldChg>
      <pc:sldChg chg="add">
        <pc:chgData name="SUMA K G" userId="c26ce1b90fa457b4" providerId="LiveId" clId="{C85811F4-6DB5-4729-8362-5DAEF53EA00C}" dt="2024-04-16T00:48:28.846" v="16"/>
        <pc:sldMkLst>
          <pc:docMk/>
          <pc:sldMk cId="245699020" sldId="634"/>
        </pc:sldMkLst>
      </pc:sldChg>
      <pc:sldChg chg="del">
        <pc:chgData name="SUMA K G" userId="c26ce1b90fa457b4" providerId="LiveId" clId="{C85811F4-6DB5-4729-8362-5DAEF53EA00C}" dt="2024-04-12T00:46:02.624" v="3" actId="47"/>
        <pc:sldMkLst>
          <pc:docMk/>
          <pc:sldMk cId="3505784726" sldId="634"/>
        </pc:sldMkLst>
      </pc:sldChg>
      <pc:sldChg chg="modSp mod">
        <pc:chgData name="SUMA K G" userId="c26ce1b90fa457b4" providerId="LiveId" clId="{C85811F4-6DB5-4729-8362-5DAEF53EA00C}" dt="2024-04-04T06:31:01.093" v="1" actId="14100"/>
        <pc:sldMkLst>
          <pc:docMk/>
          <pc:sldMk cId="1290247787" sldId="642"/>
        </pc:sldMkLst>
        <pc:spChg chg="mod">
          <ac:chgData name="SUMA K G" userId="c26ce1b90fa457b4" providerId="LiveId" clId="{C85811F4-6DB5-4729-8362-5DAEF53EA00C}" dt="2024-04-04T06:31:01.093" v="1" actId="14100"/>
          <ac:spMkLst>
            <pc:docMk/>
            <pc:sldMk cId="1290247787" sldId="642"/>
            <ac:spMk id="3" creationId="{79069B26-2B5E-0F2E-CF04-7DA16432F25E}"/>
          </ac:spMkLst>
        </pc:spChg>
      </pc:sldChg>
      <pc:sldChg chg="modSp mod">
        <pc:chgData name="SUMA K G" userId="c26ce1b90fa457b4" providerId="LiveId" clId="{C85811F4-6DB5-4729-8362-5DAEF53EA00C}" dt="2024-04-04T06:31:26.972" v="2" actId="20577"/>
        <pc:sldMkLst>
          <pc:docMk/>
          <pc:sldMk cId="3788603716" sldId="647"/>
        </pc:sldMkLst>
        <pc:spChg chg="mod">
          <ac:chgData name="SUMA K G" userId="c26ce1b90fa457b4" providerId="LiveId" clId="{C85811F4-6DB5-4729-8362-5DAEF53EA00C}" dt="2024-04-04T06:31:26.972" v="2" actId="20577"/>
          <ac:spMkLst>
            <pc:docMk/>
            <pc:sldMk cId="3788603716" sldId="647"/>
            <ac:spMk id="3" creationId="{B9E2264E-D99D-753F-3264-E13EC07285BC}"/>
          </ac:spMkLst>
        </pc:spChg>
      </pc:sldChg>
      <pc:sldChg chg="del">
        <pc:chgData name="SUMA K G" userId="c26ce1b90fa457b4" providerId="LiveId" clId="{C85811F4-6DB5-4729-8362-5DAEF53EA00C}" dt="2024-04-12T00:46:05.813" v="10" actId="47"/>
        <pc:sldMkLst>
          <pc:docMk/>
          <pc:sldMk cId="961410801" sldId="656"/>
        </pc:sldMkLst>
      </pc:sldChg>
      <pc:sldChg chg="del">
        <pc:chgData name="SUMA K G" userId="c26ce1b90fa457b4" providerId="LiveId" clId="{C85811F4-6DB5-4729-8362-5DAEF53EA00C}" dt="2024-04-12T00:46:06.444" v="11" actId="47"/>
        <pc:sldMkLst>
          <pc:docMk/>
          <pc:sldMk cId="1209909215" sldId="657"/>
        </pc:sldMkLst>
      </pc:sldChg>
    </pc:docChg>
  </pc:docChgLst>
  <pc:docChgLst>
    <pc:chgData name="SUMA K G" userId="c26ce1b90fa457b4" providerId="LiveId" clId="{084B0603-4A69-4159-87AE-AAB5C705F130}"/>
    <pc:docChg chg="custSel addSld delSld modSld">
      <pc:chgData name="SUMA K G" userId="c26ce1b90fa457b4" providerId="LiveId" clId="{084B0603-4A69-4159-87AE-AAB5C705F130}" dt="2024-03-16T08:10:59.726" v="127" actId="20577"/>
      <pc:docMkLst>
        <pc:docMk/>
      </pc:docMkLst>
      <pc:sldChg chg="modSp mod">
        <pc:chgData name="SUMA K G" userId="c26ce1b90fa457b4" providerId="LiveId" clId="{084B0603-4A69-4159-87AE-AAB5C705F130}" dt="2024-03-14T22:01:03.288" v="41" actId="13926"/>
        <pc:sldMkLst>
          <pc:docMk/>
          <pc:sldMk cId="1385568766" sldId="260"/>
        </pc:sldMkLst>
        <pc:spChg chg="mod">
          <ac:chgData name="SUMA K G" userId="c26ce1b90fa457b4" providerId="LiveId" clId="{084B0603-4A69-4159-87AE-AAB5C705F130}" dt="2024-03-14T22:01:03.288" v="41" actId="13926"/>
          <ac:spMkLst>
            <pc:docMk/>
            <pc:sldMk cId="1385568766" sldId="260"/>
            <ac:spMk id="3" creationId="{EC7FE152-4D77-18DF-A8D9-2F7A2946B887}"/>
          </ac:spMkLst>
        </pc:spChg>
      </pc:sldChg>
      <pc:sldChg chg="modSp mod">
        <pc:chgData name="SUMA K G" userId="c26ce1b90fa457b4" providerId="LiveId" clId="{084B0603-4A69-4159-87AE-AAB5C705F130}" dt="2024-03-14T22:00:58.446" v="40"/>
        <pc:sldMkLst>
          <pc:docMk/>
          <pc:sldMk cId="2773029733" sldId="585"/>
        </pc:sldMkLst>
        <pc:spChg chg="mod">
          <ac:chgData name="SUMA K G" userId="c26ce1b90fa457b4" providerId="LiveId" clId="{084B0603-4A69-4159-87AE-AAB5C705F130}" dt="2024-03-14T22:00:58.446" v="40"/>
          <ac:spMkLst>
            <pc:docMk/>
            <pc:sldMk cId="2773029733" sldId="585"/>
            <ac:spMk id="3" creationId="{FD6B1D31-C4E7-8A73-DE3F-694072EBD1FA}"/>
          </ac:spMkLst>
        </pc:spChg>
      </pc:sldChg>
      <pc:sldChg chg="modSp mod">
        <pc:chgData name="SUMA K G" userId="c26ce1b90fa457b4" providerId="LiveId" clId="{084B0603-4A69-4159-87AE-AAB5C705F130}" dt="2024-03-14T22:02:01.630" v="51" actId="13926"/>
        <pc:sldMkLst>
          <pc:docMk/>
          <pc:sldMk cId="3369875745" sldId="606"/>
        </pc:sldMkLst>
        <pc:spChg chg="mod">
          <ac:chgData name="SUMA K G" userId="c26ce1b90fa457b4" providerId="LiveId" clId="{084B0603-4A69-4159-87AE-AAB5C705F130}" dt="2024-03-14T22:01:15.016" v="42"/>
          <ac:spMkLst>
            <pc:docMk/>
            <pc:sldMk cId="3369875745" sldId="606"/>
            <ac:spMk id="2" creationId="{8C7C8BA1-D43B-A379-16C0-FA27C2B65D29}"/>
          </ac:spMkLst>
        </pc:spChg>
        <pc:spChg chg="mod">
          <ac:chgData name="SUMA K G" userId="c26ce1b90fa457b4" providerId="LiveId" clId="{084B0603-4A69-4159-87AE-AAB5C705F130}" dt="2024-03-14T22:02:01.630" v="51" actId="13926"/>
          <ac:spMkLst>
            <pc:docMk/>
            <pc:sldMk cId="3369875745" sldId="606"/>
            <ac:spMk id="3" creationId="{7FB77685-FBCE-8F35-D4B5-44D737FCB71C}"/>
          </ac:spMkLst>
        </pc:spChg>
      </pc:sldChg>
      <pc:sldChg chg="del">
        <pc:chgData name="SUMA K G" userId="c26ce1b90fa457b4" providerId="LiveId" clId="{084B0603-4A69-4159-87AE-AAB5C705F130}" dt="2024-03-14T22:15:36.570" v="86" actId="2696"/>
        <pc:sldMkLst>
          <pc:docMk/>
          <pc:sldMk cId="89338151" sldId="607"/>
        </pc:sldMkLst>
      </pc:sldChg>
      <pc:sldChg chg="add del">
        <pc:chgData name="SUMA K G" userId="c26ce1b90fa457b4" providerId="LiveId" clId="{084B0603-4A69-4159-87AE-AAB5C705F130}" dt="2024-03-14T22:17:04.927" v="104" actId="2696"/>
        <pc:sldMkLst>
          <pc:docMk/>
          <pc:sldMk cId="1212309500" sldId="607"/>
        </pc:sldMkLst>
      </pc:sldChg>
      <pc:sldChg chg="add">
        <pc:chgData name="SUMA K G" userId="c26ce1b90fa457b4" providerId="LiveId" clId="{084B0603-4A69-4159-87AE-AAB5C705F130}" dt="2024-03-14T22:17:06.704" v="105"/>
        <pc:sldMkLst>
          <pc:docMk/>
          <pc:sldMk cId="4282463051" sldId="607"/>
        </pc:sldMkLst>
      </pc:sldChg>
      <pc:sldChg chg="add del">
        <pc:chgData name="SUMA K G" userId="c26ce1b90fa457b4" providerId="LiveId" clId="{084B0603-4A69-4159-87AE-AAB5C705F130}" dt="2024-03-14T22:17:04.927" v="104" actId="2696"/>
        <pc:sldMkLst>
          <pc:docMk/>
          <pc:sldMk cId="1253813595" sldId="608"/>
        </pc:sldMkLst>
      </pc:sldChg>
      <pc:sldChg chg="del">
        <pc:chgData name="SUMA K G" userId="c26ce1b90fa457b4" providerId="LiveId" clId="{084B0603-4A69-4159-87AE-AAB5C705F130}" dt="2024-03-14T22:15:36.570" v="86" actId="2696"/>
        <pc:sldMkLst>
          <pc:docMk/>
          <pc:sldMk cId="2565770647" sldId="608"/>
        </pc:sldMkLst>
      </pc:sldChg>
      <pc:sldChg chg="add">
        <pc:chgData name="SUMA K G" userId="c26ce1b90fa457b4" providerId="LiveId" clId="{084B0603-4A69-4159-87AE-AAB5C705F130}" dt="2024-03-14T22:17:06.704" v="105"/>
        <pc:sldMkLst>
          <pc:docMk/>
          <pc:sldMk cId="2983812041" sldId="608"/>
        </pc:sldMkLst>
      </pc:sldChg>
      <pc:sldChg chg="del">
        <pc:chgData name="SUMA K G" userId="c26ce1b90fa457b4" providerId="LiveId" clId="{084B0603-4A69-4159-87AE-AAB5C705F130}" dt="2024-03-14T22:15:36.570" v="86" actId="2696"/>
        <pc:sldMkLst>
          <pc:docMk/>
          <pc:sldMk cId="1226681328" sldId="609"/>
        </pc:sldMkLst>
      </pc:sldChg>
      <pc:sldChg chg="add">
        <pc:chgData name="SUMA K G" userId="c26ce1b90fa457b4" providerId="LiveId" clId="{084B0603-4A69-4159-87AE-AAB5C705F130}" dt="2024-03-14T22:15:43.164" v="87"/>
        <pc:sldMkLst>
          <pc:docMk/>
          <pc:sldMk cId="3285314054" sldId="609"/>
        </pc:sldMkLst>
      </pc:sldChg>
      <pc:sldChg chg="addSp new mod">
        <pc:chgData name="SUMA K G" userId="c26ce1b90fa457b4" providerId="LiveId" clId="{084B0603-4A69-4159-87AE-AAB5C705F130}" dt="2024-03-14T22:12:32.814" v="53" actId="22"/>
        <pc:sldMkLst>
          <pc:docMk/>
          <pc:sldMk cId="1289368202" sldId="611"/>
        </pc:sldMkLst>
        <pc:picChg chg="add">
          <ac:chgData name="SUMA K G" userId="c26ce1b90fa457b4" providerId="LiveId" clId="{084B0603-4A69-4159-87AE-AAB5C705F130}" dt="2024-03-14T22:12:32.814" v="53" actId="22"/>
          <ac:picMkLst>
            <pc:docMk/>
            <pc:sldMk cId="1289368202" sldId="611"/>
            <ac:picMk id="5" creationId="{9023C254-9D30-B3BE-562B-34B884088B29}"/>
          </ac:picMkLst>
        </pc:picChg>
      </pc:sldChg>
      <pc:sldChg chg="addSp modSp new mod">
        <pc:chgData name="SUMA K G" userId="c26ce1b90fa457b4" providerId="LiveId" clId="{084B0603-4A69-4159-87AE-AAB5C705F130}" dt="2024-03-14T22:13:46.143" v="60" actId="1076"/>
        <pc:sldMkLst>
          <pc:docMk/>
          <pc:sldMk cId="1237614459" sldId="612"/>
        </pc:sldMkLst>
        <pc:spChg chg="mod">
          <ac:chgData name="SUMA K G" userId="c26ce1b90fa457b4" providerId="LiveId" clId="{084B0603-4A69-4159-87AE-AAB5C705F130}" dt="2024-03-14T22:13:39.567" v="58"/>
          <ac:spMkLst>
            <pc:docMk/>
            <pc:sldMk cId="1237614459" sldId="612"/>
            <ac:spMk id="3" creationId="{4B1926FA-7050-574A-73B2-09C3080BB834}"/>
          </ac:spMkLst>
        </pc:spChg>
        <pc:spChg chg="add">
          <ac:chgData name="SUMA K G" userId="c26ce1b90fa457b4" providerId="LiveId" clId="{084B0603-4A69-4159-87AE-AAB5C705F130}" dt="2024-03-14T22:13:27.549" v="55"/>
          <ac:spMkLst>
            <pc:docMk/>
            <pc:sldMk cId="1237614459" sldId="612"/>
            <ac:spMk id="4" creationId="{A982D772-A369-75C9-D501-0900682D2D6E}"/>
          </ac:spMkLst>
        </pc:spChg>
        <pc:picChg chg="add">
          <ac:chgData name="SUMA K G" userId="c26ce1b90fa457b4" providerId="LiveId" clId="{084B0603-4A69-4159-87AE-AAB5C705F130}" dt="2024-03-14T22:13:27.549" v="55"/>
          <ac:picMkLst>
            <pc:docMk/>
            <pc:sldMk cId="1237614459" sldId="612"/>
            <ac:picMk id="1026" creationId="{2198E643-6337-7C89-9391-F5F410A6E4C0}"/>
          </ac:picMkLst>
        </pc:picChg>
        <pc:picChg chg="add mod">
          <ac:chgData name="SUMA K G" userId="c26ce1b90fa457b4" providerId="LiveId" clId="{084B0603-4A69-4159-87AE-AAB5C705F130}" dt="2024-03-14T22:13:46.143" v="60" actId="1076"/>
          <ac:picMkLst>
            <pc:docMk/>
            <pc:sldMk cId="1237614459" sldId="612"/>
            <ac:picMk id="1028" creationId="{6E7859D9-67F2-0351-69B8-F1512F8AE75C}"/>
          </ac:picMkLst>
        </pc:picChg>
      </pc:sldChg>
      <pc:sldChg chg="addSp modSp new mod">
        <pc:chgData name="SUMA K G" userId="c26ce1b90fa457b4" providerId="LiveId" clId="{084B0603-4A69-4159-87AE-AAB5C705F130}" dt="2024-03-14T22:14:02.962" v="64" actId="1076"/>
        <pc:sldMkLst>
          <pc:docMk/>
          <pc:sldMk cId="2554560264" sldId="613"/>
        </pc:sldMkLst>
        <pc:spChg chg="mod">
          <ac:chgData name="SUMA K G" userId="c26ce1b90fa457b4" providerId="LiveId" clId="{084B0603-4A69-4159-87AE-AAB5C705F130}" dt="2024-03-14T22:13:56.215" v="62"/>
          <ac:spMkLst>
            <pc:docMk/>
            <pc:sldMk cId="2554560264" sldId="613"/>
            <ac:spMk id="3" creationId="{F2BBE0D7-53E4-F718-C7D4-6E607DC74CFF}"/>
          </ac:spMkLst>
        </pc:spChg>
        <pc:picChg chg="add mod">
          <ac:chgData name="SUMA K G" userId="c26ce1b90fa457b4" providerId="LiveId" clId="{084B0603-4A69-4159-87AE-AAB5C705F130}" dt="2024-03-14T22:14:02.962" v="64" actId="1076"/>
          <ac:picMkLst>
            <pc:docMk/>
            <pc:sldMk cId="2554560264" sldId="613"/>
            <ac:picMk id="2050" creationId="{31382DE5-FC46-6462-5DDC-A7A0D9171955}"/>
          </ac:picMkLst>
        </pc:picChg>
      </pc:sldChg>
      <pc:sldChg chg="addSp modSp new mod">
        <pc:chgData name="SUMA K G" userId="c26ce1b90fa457b4" providerId="LiveId" clId="{084B0603-4A69-4159-87AE-AAB5C705F130}" dt="2024-03-14T22:14:17.206" v="68" actId="1076"/>
        <pc:sldMkLst>
          <pc:docMk/>
          <pc:sldMk cId="1214438275" sldId="614"/>
        </pc:sldMkLst>
        <pc:spChg chg="mod">
          <ac:chgData name="SUMA K G" userId="c26ce1b90fa457b4" providerId="LiveId" clId="{084B0603-4A69-4159-87AE-AAB5C705F130}" dt="2024-03-14T22:14:10.111" v="66"/>
          <ac:spMkLst>
            <pc:docMk/>
            <pc:sldMk cId="1214438275" sldId="614"/>
            <ac:spMk id="3" creationId="{7404760D-B027-4066-FF38-A103E524A464}"/>
          </ac:spMkLst>
        </pc:spChg>
        <pc:picChg chg="add mod">
          <ac:chgData name="SUMA K G" userId="c26ce1b90fa457b4" providerId="LiveId" clId="{084B0603-4A69-4159-87AE-AAB5C705F130}" dt="2024-03-14T22:14:17.206" v="68" actId="1076"/>
          <ac:picMkLst>
            <pc:docMk/>
            <pc:sldMk cId="1214438275" sldId="614"/>
            <ac:picMk id="3074" creationId="{25CC9863-D879-1973-4D87-508950AD7C46}"/>
          </ac:picMkLst>
        </pc:picChg>
      </pc:sldChg>
      <pc:sldChg chg="modSp new mod">
        <pc:chgData name="SUMA K G" userId="c26ce1b90fa457b4" providerId="LiveId" clId="{084B0603-4A69-4159-87AE-AAB5C705F130}" dt="2024-03-14T22:14:24.582" v="70"/>
        <pc:sldMkLst>
          <pc:docMk/>
          <pc:sldMk cId="4268859414" sldId="615"/>
        </pc:sldMkLst>
        <pc:spChg chg="mod">
          <ac:chgData name="SUMA K G" userId="c26ce1b90fa457b4" providerId="LiveId" clId="{084B0603-4A69-4159-87AE-AAB5C705F130}" dt="2024-03-14T22:14:24.582" v="70"/>
          <ac:spMkLst>
            <pc:docMk/>
            <pc:sldMk cId="4268859414" sldId="615"/>
            <ac:spMk id="3" creationId="{EB4A8926-1CA4-8C32-B058-74420D906F8C}"/>
          </ac:spMkLst>
        </pc:spChg>
      </pc:sldChg>
      <pc:sldChg chg="addSp new">
        <pc:chgData name="SUMA K G" userId="c26ce1b90fa457b4" providerId="LiveId" clId="{084B0603-4A69-4159-87AE-AAB5C705F130}" dt="2024-03-14T22:14:31.941" v="72"/>
        <pc:sldMkLst>
          <pc:docMk/>
          <pc:sldMk cId="1721320407" sldId="616"/>
        </pc:sldMkLst>
        <pc:picChg chg="add">
          <ac:chgData name="SUMA K G" userId="c26ce1b90fa457b4" providerId="LiveId" clId="{084B0603-4A69-4159-87AE-AAB5C705F130}" dt="2024-03-14T22:14:31.941" v="72"/>
          <ac:picMkLst>
            <pc:docMk/>
            <pc:sldMk cId="1721320407" sldId="616"/>
            <ac:picMk id="4098" creationId="{44255B2C-AE0B-21E7-9FC7-06A2D07B53AB}"/>
          </ac:picMkLst>
        </pc:picChg>
      </pc:sldChg>
      <pc:sldChg chg="addSp modSp new mod">
        <pc:chgData name="SUMA K G" userId="c26ce1b90fa457b4" providerId="LiveId" clId="{084B0603-4A69-4159-87AE-AAB5C705F130}" dt="2024-03-14T22:14:48.195" v="76" actId="1076"/>
        <pc:sldMkLst>
          <pc:docMk/>
          <pc:sldMk cId="1770248641" sldId="617"/>
        </pc:sldMkLst>
        <pc:spChg chg="mod">
          <ac:chgData name="SUMA K G" userId="c26ce1b90fa457b4" providerId="LiveId" clId="{084B0603-4A69-4159-87AE-AAB5C705F130}" dt="2024-03-14T22:14:39.886" v="74"/>
          <ac:spMkLst>
            <pc:docMk/>
            <pc:sldMk cId="1770248641" sldId="617"/>
            <ac:spMk id="3" creationId="{FF9F4905-71D3-5329-2050-1A2076FA58E0}"/>
          </ac:spMkLst>
        </pc:spChg>
        <pc:picChg chg="add mod">
          <ac:chgData name="SUMA K G" userId="c26ce1b90fa457b4" providerId="LiveId" clId="{084B0603-4A69-4159-87AE-AAB5C705F130}" dt="2024-03-14T22:14:48.195" v="76" actId="1076"/>
          <ac:picMkLst>
            <pc:docMk/>
            <pc:sldMk cId="1770248641" sldId="617"/>
            <ac:picMk id="5122" creationId="{173D4DC1-D82E-3CB2-2B41-3324989316DB}"/>
          </ac:picMkLst>
        </pc:picChg>
      </pc:sldChg>
      <pc:sldChg chg="modSp new mod">
        <pc:chgData name="SUMA K G" userId="c26ce1b90fa457b4" providerId="LiveId" clId="{084B0603-4A69-4159-87AE-AAB5C705F130}" dt="2024-03-16T08:10:59.726" v="127" actId="20577"/>
        <pc:sldMkLst>
          <pc:docMk/>
          <pc:sldMk cId="2837966874" sldId="618"/>
        </pc:sldMkLst>
        <pc:spChg chg="mod">
          <ac:chgData name="SUMA K G" userId="c26ce1b90fa457b4" providerId="LiveId" clId="{084B0603-4A69-4159-87AE-AAB5C705F130}" dt="2024-03-16T08:10:59.726" v="127" actId="20577"/>
          <ac:spMkLst>
            <pc:docMk/>
            <pc:sldMk cId="2837966874" sldId="618"/>
            <ac:spMk id="3" creationId="{72133C27-7D42-9448-65AE-F755FF05F3DC}"/>
          </ac:spMkLst>
        </pc:spChg>
      </pc:sldChg>
      <pc:sldChg chg="addSp new">
        <pc:chgData name="SUMA K G" userId="c26ce1b90fa457b4" providerId="LiveId" clId="{084B0603-4A69-4159-87AE-AAB5C705F130}" dt="2024-03-14T22:15:03.531" v="80"/>
        <pc:sldMkLst>
          <pc:docMk/>
          <pc:sldMk cId="678912355" sldId="619"/>
        </pc:sldMkLst>
        <pc:picChg chg="add">
          <ac:chgData name="SUMA K G" userId="c26ce1b90fa457b4" providerId="LiveId" clId="{084B0603-4A69-4159-87AE-AAB5C705F130}" dt="2024-03-14T22:15:03.531" v="80"/>
          <ac:picMkLst>
            <pc:docMk/>
            <pc:sldMk cId="678912355" sldId="619"/>
            <ac:picMk id="6146" creationId="{465FB161-D833-C977-5B73-C74CF73E753A}"/>
          </ac:picMkLst>
        </pc:picChg>
      </pc:sldChg>
      <pc:sldChg chg="modSp new mod">
        <pc:chgData name="SUMA K G" userId="c26ce1b90fa457b4" providerId="LiveId" clId="{084B0603-4A69-4159-87AE-AAB5C705F130}" dt="2024-03-14T22:15:11.074" v="82"/>
        <pc:sldMkLst>
          <pc:docMk/>
          <pc:sldMk cId="3821755496" sldId="620"/>
        </pc:sldMkLst>
        <pc:spChg chg="mod">
          <ac:chgData name="SUMA K G" userId="c26ce1b90fa457b4" providerId="LiveId" clId="{084B0603-4A69-4159-87AE-AAB5C705F130}" dt="2024-03-14T22:15:11.074" v="82"/>
          <ac:spMkLst>
            <pc:docMk/>
            <pc:sldMk cId="3821755496" sldId="620"/>
            <ac:spMk id="3" creationId="{878EC955-00C2-5345-2D9A-428D91F45692}"/>
          </ac:spMkLst>
        </pc:spChg>
      </pc:sldChg>
      <pc:sldChg chg="modSp new mod">
        <pc:chgData name="SUMA K G" userId="c26ce1b90fa457b4" providerId="LiveId" clId="{084B0603-4A69-4159-87AE-AAB5C705F130}" dt="2024-03-14T22:15:23.162" v="85"/>
        <pc:sldMkLst>
          <pc:docMk/>
          <pc:sldMk cId="1323524045" sldId="621"/>
        </pc:sldMkLst>
        <pc:spChg chg="mod">
          <ac:chgData name="SUMA K G" userId="c26ce1b90fa457b4" providerId="LiveId" clId="{084B0603-4A69-4159-87AE-AAB5C705F130}" dt="2024-03-14T22:15:23.162" v="85"/>
          <ac:spMkLst>
            <pc:docMk/>
            <pc:sldMk cId="1323524045" sldId="621"/>
            <ac:spMk id="3" creationId="{0471E852-A289-C7F0-9503-B394CBF182BA}"/>
          </ac:spMkLst>
        </pc:spChg>
      </pc:sldChg>
      <pc:sldChg chg="modSp new mod">
        <pc:chgData name="SUMA K G" userId="c26ce1b90fa457b4" providerId="LiveId" clId="{084B0603-4A69-4159-87AE-AAB5C705F130}" dt="2024-03-14T22:16:03.912" v="90"/>
        <pc:sldMkLst>
          <pc:docMk/>
          <pc:sldMk cId="3351007628" sldId="622"/>
        </pc:sldMkLst>
        <pc:spChg chg="mod">
          <ac:chgData name="SUMA K G" userId="c26ce1b90fa457b4" providerId="LiveId" clId="{084B0603-4A69-4159-87AE-AAB5C705F130}" dt="2024-03-14T22:15:52.717" v="89"/>
          <ac:spMkLst>
            <pc:docMk/>
            <pc:sldMk cId="3351007628" sldId="622"/>
            <ac:spMk id="2" creationId="{11D8B63E-026E-0E57-243F-8D32A21B0407}"/>
          </ac:spMkLst>
        </pc:spChg>
        <pc:spChg chg="mod">
          <ac:chgData name="SUMA K G" userId="c26ce1b90fa457b4" providerId="LiveId" clId="{084B0603-4A69-4159-87AE-AAB5C705F130}" dt="2024-03-14T22:16:03.912" v="90"/>
          <ac:spMkLst>
            <pc:docMk/>
            <pc:sldMk cId="3351007628" sldId="622"/>
            <ac:spMk id="3" creationId="{3AE665DD-2FFD-842A-ACE2-3E1FA16977CF}"/>
          </ac:spMkLst>
        </pc:spChg>
      </pc:sldChg>
      <pc:sldChg chg="addSp modSp new mod">
        <pc:chgData name="SUMA K G" userId="c26ce1b90fa457b4" providerId="LiveId" clId="{084B0603-4A69-4159-87AE-AAB5C705F130}" dt="2024-03-14T22:16:18.602" v="94" actId="1076"/>
        <pc:sldMkLst>
          <pc:docMk/>
          <pc:sldMk cId="309711287" sldId="623"/>
        </pc:sldMkLst>
        <pc:spChg chg="mod">
          <ac:chgData name="SUMA K G" userId="c26ce1b90fa457b4" providerId="LiveId" clId="{084B0603-4A69-4159-87AE-AAB5C705F130}" dt="2024-03-14T22:16:11.142" v="92"/>
          <ac:spMkLst>
            <pc:docMk/>
            <pc:sldMk cId="309711287" sldId="623"/>
            <ac:spMk id="3" creationId="{B26EAACF-3C95-6605-0315-65B92FF2D27C}"/>
          </ac:spMkLst>
        </pc:spChg>
        <pc:picChg chg="add mod">
          <ac:chgData name="SUMA K G" userId="c26ce1b90fa457b4" providerId="LiveId" clId="{084B0603-4A69-4159-87AE-AAB5C705F130}" dt="2024-03-14T22:16:18.602" v="94" actId="1076"/>
          <ac:picMkLst>
            <pc:docMk/>
            <pc:sldMk cId="309711287" sldId="623"/>
            <ac:picMk id="7170" creationId="{2B82E28A-98CC-B899-D102-0EC5ED9D40A6}"/>
          </ac:picMkLst>
        </pc:picChg>
      </pc:sldChg>
      <pc:sldChg chg="addSp modSp new mod">
        <pc:chgData name="SUMA K G" userId="c26ce1b90fa457b4" providerId="LiveId" clId="{084B0603-4A69-4159-87AE-AAB5C705F130}" dt="2024-03-14T22:16:35.730" v="99" actId="1076"/>
        <pc:sldMkLst>
          <pc:docMk/>
          <pc:sldMk cId="4244869070" sldId="624"/>
        </pc:sldMkLst>
        <pc:spChg chg="mod">
          <ac:chgData name="SUMA K G" userId="c26ce1b90fa457b4" providerId="LiveId" clId="{084B0603-4A69-4159-87AE-AAB5C705F130}" dt="2024-03-14T22:16:33.899" v="98" actId="1076"/>
          <ac:spMkLst>
            <pc:docMk/>
            <pc:sldMk cId="4244869070" sldId="624"/>
            <ac:spMk id="3" creationId="{E67AC7B1-9411-4EB9-148E-E425905F27C6}"/>
          </ac:spMkLst>
        </pc:spChg>
        <pc:picChg chg="add mod">
          <ac:chgData name="SUMA K G" userId="c26ce1b90fa457b4" providerId="LiveId" clId="{084B0603-4A69-4159-87AE-AAB5C705F130}" dt="2024-03-14T22:16:35.730" v="99" actId="1076"/>
          <ac:picMkLst>
            <pc:docMk/>
            <pc:sldMk cId="4244869070" sldId="624"/>
            <ac:picMk id="8194" creationId="{F297135F-789C-592A-BA04-0DCB2820104C}"/>
          </ac:picMkLst>
        </pc:picChg>
      </pc:sldChg>
      <pc:sldChg chg="addSp modSp new mod">
        <pc:chgData name="SUMA K G" userId="c26ce1b90fa457b4" providerId="LiveId" clId="{084B0603-4A69-4159-87AE-AAB5C705F130}" dt="2024-03-14T22:16:52.711" v="103"/>
        <pc:sldMkLst>
          <pc:docMk/>
          <pc:sldMk cId="2965691830" sldId="625"/>
        </pc:sldMkLst>
        <pc:spChg chg="mod">
          <ac:chgData name="SUMA K G" userId="c26ce1b90fa457b4" providerId="LiveId" clId="{084B0603-4A69-4159-87AE-AAB5C705F130}" dt="2024-03-14T22:16:50.492" v="102" actId="20577"/>
          <ac:spMkLst>
            <pc:docMk/>
            <pc:sldMk cId="2965691830" sldId="625"/>
            <ac:spMk id="3" creationId="{EE768770-2AAA-5DAA-3590-3A8F6B1FFC4F}"/>
          </ac:spMkLst>
        </pc:spChg>
        <pc:picChg chg="add">
          <ac:chgData name="SUMA K G" userId="c26ce1b90fa457b4" providerId="LiveId" clId="{084B0603-4A69-4159-87AE-AAB5C705F130}" dt="2024-03-14T22:16:52.711" v="103"/>
          <ac:picMkLst>
            <pc:docMk/>
            <pc:sldMk cId="2965691830" sldId="625"/>
            <ac:picMk id="9218" creationId="{28D6C82F-B8DD-B635-449C-17C2018466E4}"/>
          </ac:picMkLst>
        </pc:picChg>
      </pc:sldChg>
      <pc:sldChg chg="modSp new mod">
        <pc:chgData name="SUMA K G" userId="c26ce1b90fa457b4" providerId="LiveId" clId="{084B0603-4A69-4159-87AE-AAB5C705F130}" dt="2024-03-14T22:17:19.612" v="107"/>
        <pc:sldMkLst>
          <pc:docMk/>
          <pc:sldMk cId="3447019645" sldId="626"/>
        </pc:sldMkLst>
        <pc:spChg chg="mod">
          <ac:chgData name="SUMA K G" userId="c26ce1b90fa457b4" providerId="LiveId" clId="{084B0603-4A69-4159-87AE-AAB5C705F130}" dt="2024-03-14T22:17:19.612" v="107"/>
          <ac:spMkLst>
            <pc:docMk/>
            <pc:sldMk cId="3447019645" sldId="626"/>
            <ac:spMk id="3" creationId="{4722258B-54EE-7097-E70B-2D63269C8C8F}"/>
          </ac:spMkLst>
        </pc:spChg>
      </pc:sldChg>
      <pc:sldChg chg="addSp modSp new mod">
        <pc:chgData name="SUMA K G" userId="c26ce1b90fa457b4" providerId="LiveId" clId="{084B0603-4A69-4159-87AE-AAB5C705F130}" dt="2024-03-14T22:17:44.466" v="112" actId="1076"/>
        <pc:sldMkLst>
          <pc:docMk/>
          <pc:sldMk cId="1913024256" sldId="627"/>
        </pc:sldMkLst>
        <pc:spChg chg="mod">
          <ac:chgData name="SUMA K G" userId="c26ce1b90fa457b4" providerId="LiveId" clId="{084B0603-4A69-4159-87AE-AAB5C705F130}" dt="2024-03-14T22:17:28.852" v="109"/>
          <ac:spMkLst>
            <pc:docMk/>
            <pc:sldMk cId="1913024256" sldId="627"/>
            <ac:spMk id="2" creationId="{A2222941-2121-F8EC-6EA9-1A9B736BF520}"/>
          </ac:spMkLst>
        </pc:spChg>
        <pc:picChg chg="add mod">
          <ac:chgData name="SUMA K G" userId="c26ce1b90fa457b4" providerId="LiveId" clId="{084B0603-4A69-4159-87AE-AAB5C705F130}" dt="2024-03-14T22:17:44.466" v="112" actId="1076"/>
          <ac:picMkLst>
            <pc:docMk/>
            <pc:sldMk cId="1913024256" sldId="627"/>
            <ac:picMk id="10242" creationId="{65373C65-F113-A204-5002-88AE28D2D279}"/>
          </ac:picMkLst>
        </pc:picChg>
      </pc:sldChg>
      <pc:sldChg chg="addSp new">
        <pc:chgData name="SUMA K G" userId="c26ce1b90fa457b4" providerId="LiveId" clId="{084B0603-4A69-4159-87AE-AAB5C705F130}" dt="2024-03-14T22:17:53.062" v="114"/>
        <pc:sldMkLst>
          <pc:docMk/>
          <pc:sldMk cId="1705159450" sldId="628"/>
        </pc:sldMkLst>
        <pc:picChg chg="add">
          <ac:chgData name="SUMA K G" userId="c26ce1b90fa457b4" providerId="LiveId" clId="{084B0603-4A69-4159-87AE-AAB5C705F130}" dt="2024-03-14T22:17:53.062" v="114"/>
          <ac:picMkLst>
            <pc:docMk/>
            <pc:sldMk cId="1705159450" sldId="628"/>
            <ac:picMk id="11266" creationId="{70032D3E-44FE-29A3-DDE7-EF2C9566090E}"/>
          </ac:picMkLst>
        </pc:picChg>
      </pc:sldChg>
      <pc:sldChg chg="addSp new">
        <pc:chgData name="SUMA K G" userId="c26ce1b90fa457b4" providerId="LiveId" clId="{084B0603-4A69-4159-87AE-AAB5C705F130}" dt="2024-03-14T22:18:03.050" v="116"/>
        <pc:sldMkLst>
          <pc:docMk/>
          <pc:sldMk cId="3382541739" sldId="629"/>
        </pc:sldMkLst>
        <pc:picChg chg="add">
          <ac:chgData name="SUMA K G" userId="c26ce1b90fa457b4" providerId="LiveId" clId="{084B0603-4A69-4159-87AE-AAB5C705F130}" dt="2024-03-14T22:18:03.050" v="116"/>
          <ac:picMkLst>
            <pc:docMk/>
            <pc:sldMk cId="3382541739" sldId="629"/>
            <ac:picMk id="12290" creationId="{153873A1-AC59-9BD1-0492-B3F3C1C28666}"/>
          </ac:picMkLst>
        </pc:picChg>
      </pc:sldChg>
      <pc:sldChg chg="modSp new mod">
        <pc:chgData name="SUMA K G" userId="c26ce1b90fa457b4" providerId="LiveId" clId="{084B0603-4A69-4159-87AE-AAB5C705F130}" dt="2024-03-14T22:18:29.903" v="121"/>
        <pc:sldMkLst>
          <pc:docMk/>
          <pc:sldMk cId="1550735298" sldId="630"/>
        </pc:sldMkLst>
        <pc:spChg chg="mod">
          <ac:chgData name="SUMA K G" userId="c26ce1b90fa457b4" providerId="LiveId" clId="{084B0603-4A69-4159-87AE-AAB5C705F130}" dt="2024-03-14T22:18:20.790" v="119"/>
          <ac:spMkLst>
            <pc:docMk/>
            <pc:sldMk cId="1550735298" sldId="630"/>
            <ac:spMk id="2" creationId="{69FE67D9-0406-88EC-E670-93CCE2C9A2FA}"/>
          </ac:spMkLst>
        </pc:spChg>
        <pc:spChg chg="mod">
          <ac:chgData name="SUMA K G" userId="c26ce1b90fa457b4" providerId="LiveId" clId="{084B0603-4A69-4159-87AE-AAB5C705F130}" dt="2024-03-14T22:18:29.903" v="121"/>
          <ac:spMkLst>
            <pc:docMk/>
            <pc:sldMk cId="1550735298" sldId="630"/>
            <ac:spMk id="3" creationId="{7A962204-5F80-AAB4-4DEA-073304594395}"/>
          </ac:spMkLst>
        </pc:spChg>
      </pc:sldChg>
    </pc:docChg>
  </pc:docChgLst>
  <pc:docChgLst>
    <pc:chgData name="SUMA K G" userId="c26ce1b90fa457b4" providerId="LiveId" clId="{38DC9925-B960-41A9-8270-78D1B17E25AB}"/>
    <pc:docChg chg="undo custSel addSld delSld modSld sldOrd">
      <pc:chgData name="SUMA K G" userId="c26ce1b90fa457b4" providerId="LiveId" clId="{38DC9925-B960-41A9-8270-78D1B17E25AB}" dt="2024-04-23T01:05:09.277" v="679" actId="6549"/>
      <pc:docMkLst>
        <pc:docMk/>
      </pc:docMkLst>
      <pc:sldChg chg="del">
        <pc:chgData name="SUMA K G" userId="c26ce1b90fa457b4" providerId="LiveId" clId="{38DC9925-B960-41A9-8270-78D1B17E25AB}" dt="2024-04-22T23:55:31.292" v="12" actId="47"/>
        <pc:sldMkLst>
          <pc:docMk/>
          <pc:sldMk cId="1681708856" sldId="261"/>
        </pc:sldMkLst>
      </pc:sldChg>
      <pc:sldChg chg="modSp add mod">
        <pc:chgData name="SUMA K G" userId="c26ce1b90fa457b4" providerId="LiveId" clId="{38DC9925-B960-41A9-8270-78D1B17E25AB}" dt="2024-04-23T01:02:13.614" v="580" actId="13926"/>
        <pc:sldMkLst>
          <pc:docMk/>
          <pc:sldMk cId="1376155376" sldId="262"/>
        </pc:sldMkLst>
        <pc:spChg chg="mod">
          <ac:chgData name="SUMA K G" userId="c26ce1b90fa457b4" providerId="LiveId" clId="{38DC9925-B960-41A9-8270-78D1B17E25AB}" dt="2024-04-23T01:02:13.614" v="580" actId="13926"/>
          <ac:spMkLst>
            <pc:docMk/>
            <pc:sldMk cId="1376155376" sldId="262"/>
            <ac:spMk id="3" creationId="{7D4E399C-0F79-D05C-02E6-4842741B3DD4}"/>
          </ac:spMkLst>
        </pc:spChg>
      </pc:sldChg>
      <pc:sldChg chg="add del">
        <pc:chgData name="SUMA K G" userId="c26ce1b90fa457b4" providerId="LiveId" clId="{38DC9925-B960-41A9-8270-78D1B17E25AB}" dt="2024-04-23T00:27:52.850" v="103" actId="47"/>
        <pc:sldMkLst>
          <pc:docMk/>
          <pc:sldMk cId="3688591682" sldId="624"/>
        </pc:sldMkLst>
      </pc:sldChg>
      <pc:sldChg chg="del">
        <pc:chgData name="SUMA K G" userId="c26ce1b90fa457b4" providerId="LiveId" clId="{38DC9925-B960-41A9-8270-78D1B17E25AB}" dt="2024-04-22T23:55:24.691" v="1" actId="47"/>
        <pc:sldMkLst>
          <pc:docMk/>
          <pc:sldMk cId="5574369" sldId="625"/>
        </pc:sldMkLst>
      </pc:sldChg>
      <pc:sldChg chg="del">
        <pc:chgData name="SUMA K G" userId="c26ce1b90fa457b4" providerId="LiveId" clId="{38DC9925-B960-41A9-8270-78D1B17E25AB}" dt="2024-04-23T00:27:51.999" v="101" actId="47"/>
        <pc:sldMkLst>
          <pc:docMk/>
          <pc:sldMk cId="2183999383" sldId="626"/>
        </pc:sldMkLst>
      </pc:sldChg>
      <pc:sldChg chg="del">
        <pc:chgData name="SUMA K G" userId="c26ce1b90fa457b4" providerId="LiveId" clId="{38DC9925-B960-41A9-8270-78D1B17E25AB}" dt="2024-04-22T23:55:24.829" v="2" actId="47"/>
        <pc:sldMkLst>
          <pc:docMk/>
          <pc:sldMk cId="1079000560" sldId="627"/>
        </pc:sldMkLst>
      </pc:sldChg>
      <pc:sldChg chg="del">
        <pc:chgData name="SUMA K G" userId="c26ce1b90fa457b4" providerId="LiveId" clId="{38DC9925-B960-41A9-8270-78D1B17E25AB}" dt="2024-04-22T23:55:24.995" v="3" actId="47"/>
        <pc:sldMkLst>
          <pc:docMk/>
          <pc:sldMk cId="3025231543" sldId="628"/>
        </pc:sldMkLst>
      </pc:sldChg>
      <pc:sldChg chg="del">
        <pc:chgData name="SUMA K G" userId="c26ce1b90fa457b4" providerId="LiveId" clId="{38DC9925-B960-41A9-8270-78D1B17E25AB}" dt="2024-04-23T00:27:52.435" v="102" actId="47"/>
        <pc:sldMkLst>
          <pc:docMk/>
          <pc:sldMk cId="2576912853" sldId="629"/>
        </pc:sldMkLst>
      </pc:sldChg>
      <pc:sldChg chg="del">
        <pc:chgData name="SUMA K G" userId="c26ce1b90fa457b4" providerId="LiveId" clId="{38DC9925-B960-41A9-8270-78D1B17E25AB}" dt="2024-04-22T23:55:25.575" v="4" actId="47"/>
        <pc:sldMkLst>
          <pc:docMk/>
          <pc:sldMk cId="1979828649" sldId="630"/>
        </pc:sldMkLst>
      </pc:sldChg>
      <pc:sldChg chg="modSp new mod">
        <pc:chgData name="SUMA K G" userId="c26ce1b90fa457b4" providerId="LiveId" clId="{38DC9925-B960-41A9-8270-78D1B17E25AB}" dt="2024-04-23T00:17:20.131" v="37" actId="20577"/>
        <pc:sldMkLst>
          <pc:docMk/>
          <pc:sldMk cId="3510979788" sldId="630"/>
        </pc:sldMkLst>
        <pc:spChg chg="mod">
          <ac:chgData name="SUMA K G" userId="c26ce1b90fa457b4" providerId="LiveId" clId="{38DC9925-B960-41A9-8270-78D1B17E25AB}" dt="2024-04-22T23:58:35.006" v="16" actId="20577"/>
          <ac:spMkLst>
            <pc:docMk/>
            <pc:sldMk cId="3510979788" sldId="630"/>
            <ac:spMk id="2" creationId="{443780FD-A6E1-B9CA-8629-CE171BDE02DE}"/>
          </ac:spMkLst>
        </pc:spChg>
        <pc:spChg chg="mod">
          <ac:chgData name="SUMA K G" userId="c26ce1b90fa457b4" providerId="LiveId" clId="{38DC9925-B960-41A9-8270-78D1B17E25AB}" dt="2024-04-23T00:17:20.131" v="37" actId="20577"/>
          <ac:spMkLst>
            <pc:docMk/>
            <pc:sldMk cId="3510979788" sldId="630"/>
            <ac:spMk id="3" creationId="{E399DA83-57D9-9272-ACAF-0413CC1B5EB9}"/>
          </ac:spMkLst>
        </pc:spChg>
      </pc:sldChg>
      <pc:sldChg chg="del">
        <pc:chgData name="SUMA K G" userId="c26ce1b90fa457b4" providerId="LiveId" clId="{38DC9925-B960-41A9-8270-78D1B17E25AB}" dt="2024-04-22T23:55:25.755" v="5" actId="47"/>
        <pc:sldMkLst>
          <pc:docMk/>
          <pc:sldMk cId="1276906849" sldId="631"/>
        </pc:sldMkLst>
      </pc:sldChg>
      <pc:sldChg chg="modSp new mod ord">
        <pc:chgData name="SUMA K G" userId="c26ce1b90fa457b4" providerId="LiveId" clId="{38DC9925-B960-41A9-8270-78D1B17E25AB}" dt="2024-04-23T01:03:18.337" v="614" actId="20577"/>
        <pc:sldMkLst>
          <pc:docMk/>
          <pc:sldMk cId="2115586567" sldId="631"/>
        </pc:sldMkLst>
        <pc:spChg chg="mod">
          <ac:chgData name="SUMA K G" userId="c26ce1b90fa457b4" providerId="LiveId" clId="{38DC9925-B960-41A9-8270-78D1B17E25AB}" dt="2024-04-23T01:03:18.337" v="614" actId="20577"/>
          <ac:spMkLst>
            <pc:docMk/>
            <pc:sldMk cId="2115586567" sldId="631"/>
            <ac:spMk id="2" creationId="{80712622-0EAB-70BB-54B7-D7838E98FC23}"/>
          </ac:spMkLst>
        </pc:spChg>
        <pc:spChg chg="mod">
          <ac:chgData name="SUMA K G" userId="c26ce1b90fa457b4" providerId="LiveId" clId="{38DC9925-B960-41A9-8270-78D1B17E25AB}" dt="2024-04-23T01:03:09.777" v="598" actId="13926"/>
          <ac:spMkLst>
            <pc:docMk/>
            <pc:sldMk cId="2115586567" sldId="631"/>
            <ac:spMk id="3" creationId="{59F86E6C-01C3-917E-57DA-142DF78519B7}"/>
          </ac:spMkLst>
        </pc:spChg>
      </pc:sldChg>
      <pc:sldChg chg="modSp new mod">
        <pc:chgData name="SUMA K G" userId="c26ce1b90fa457b4" providerId="LiveId" clId="{38DC9925-B960-41A9-8270-78D1B17E25AB}" dt="2024-04-23T01:03:03.750" v="596" actId="123"/>
        <pc:sldMkLst>
          <pc:docMk/>
          <pc:sldMk cId="2140396993" sldId="632"/>
        </pc:sldMkLst>
        <pc:spChg chg="mod">
          <ac:chgData name="SUMA K G" userId="c26ce1b90fa457b4" providerId="LiveId" clId="{38DC9925-B960-41A9-8270-78D1B17E25AB}" dt="2024-04-23T01:02:50.778" v="590" actId="20577"/>
          <ac:spMkLst>
            <pc:docMk/>
            <pc:sldMk cId="2140396993" sldId="632"/>
            <ac:spMk id="2" creationId="{ABC5FC96-A151-8F4F-02B2-A1B03E193593}"/>
          </ac:spMkLst>
        </pc:spChg>
        <pc:spChg chg="mod">
          <ac:chgData name="SUMA K G" userId="c26ce1b90fa457b4" providerId="LiveId" clId="{38DC9925-B960-41A9-8270-78D1B17E25AB}" dt="2024-04-23T01:03:03.750" v="596" actId="123"/>
          <ac:spMkLst>
            <pc:docMk/>
            <pc:sldMk cId="2140396993" sldId="632"/>
            <ac:spMk id="3" creationId="{7E3B465C-D001-FD38-A2B4-820946B1BCE2}"/>
          </ac:spMkLst>
        </pc:spChg>
      </pc:sldChg>
      <pc:sldChg chg="del">
        <pc:chgData name="SUMA K G" userId="c26ce1b90fa457b4" providerId="LiveId" clId="{38DC9925-B960-41A9-8270-78D1B17E25AB}" dt="2024-04-22T23:55:26.935" v="8" actId="47"/>
        <pc:sldMkLst>
          <pc:docMk/>
          <pc:sldMk cId="3496471170" sldId="632"/>
        </pc:sldMkLst>
      </pc:sldChg>
      <pc:sldChg chg="modSp new mod">
        <pc:chgData name="SUMA K G" userId="c26ce1b90fa457b4" providerId="LiveId" clId="{38DC9925-B960-41A9-8270-78D1B17E25AB}" dt="2024-04-23T00:18:04.381" v="48" actId="14100"/>
        <pc:sldMkLst>
          <pc:docMk/>
          <pc:sldMk cId="3062081970" sldId="633"/>
        </pc:sldMkLst>
        <pc:spChg chg="mod">
          <ac:chgData name="SUMA K G" userId="c26ce1b90fa457b4" providerId="LiveId" clId="{38DC9925-B960-41A9-8270-78D1B17E25AB}" dt="2024-04-23T00:17:33.748" v="40"/>
          <ac:spMkLst>
            <pc:docMk/>
            <pc:sldMk cId="3062081970" sldId="633"/>
            <ac:spMk id="2" creationId="{C254FB77-B599-9E55-4802-C9ACD29A671E}"/>
          </ac:spMkLst>
        </pc:spChg>
        <pc:spChg chg="mod">
          <ac:chgData name="SUMA K G" userId="c26ce1b90fa457b4" providerId="LiveId" clId="{38DC9925-B960-41A9-8270-78D1B17E25AB}" dt="2024-04-23T00:18:04.381" v="48" actId="14100"/>
          <ac:spMkLst>
            <pc:docMk/>
            <pc:sldMk cId="3062081970" sldId="633"/>
            <ac:spMk id="3" creationId="{8CB9644F-DAB4-A707-EDAA-56B280572136}"/>
          </ac:spMkLst>
        </pc:spChg>
      </pc:sldChg>
      <pc:sldChg chg="del">
        <pc:chgData name="SUMA K G" userId="c26ce1b90fa457b4" providerId="LiveId" clId="{38DC9925-B960-41A9-8270-78D1B17E25AB}" dt="2024-04-22T23:55:26.592" v="7" actId="47"/>
        <pc:sldMkLst>
          <pc:docMk/>
          <pc:sldMk cId="3427076272" sldId="633"/>
        </pc:sldMkLst>
      </pc:sldChg>
      <pc:sldChg chg="del">
        <pc:chgData name="SUMA K G" userId="c26ce1b90fa457b4" providerId="LiveId" clId="{38DC9925-B960-41A9-8270-78D1B17E25AB}" dt="2024-04-22T23:55:26.190" v="6" actId="47"/>
        <pc:sldMkLst>
          <pc:docMk/>
          <pc:sldMk cId="245699020" sldId="634"/>
        </pc:sldMkLst>
      </pc:sldChg>
      <pc:sldChg chg="modSp new mod">
        <pc:chgData name="SUMA K G" userId="c26ce1b90fa457b4" providerId="LiveId" clId="{38DC9925-B960-41A9-8270-78D1B17E25AB}" dt="2024-04-23T00:31:02.226" v="126" actId="14100"/>
        <pc:sldMkLst>
          <pc:docMk/>
          <pc:sldMk cId="3295295101" sldId="634"/>
        </pc:sldMkLst>
        <pc:spChg chg="mod">
          <ac:chgData name="SUMA K G" userId="c26ce1b90fa457b4" providerId="LiveId" clId="{38DC9925-B960-41A9-8270-78D1B17E25AB}" dt="2024-04-23T00:21:25.875" v="57"/>
          <ac:spMkLst>
            <pc:docMk/>
            <pc:sldMk cId="3295295101" sldId="634"/>
            <ac:spMk id="2" creationId="{41D85B95-8CF9-7CBD-FFB5-E0998BA81D96}"/>
          </ac:spMkLst>
        </pc:spChg>
        <pc:spChg chg="mod">
          <ac:chgData name="SUMA K G" userId="c26ce1b90fa457b4" providerId="LiveId" clId="{38DC9925-B960-41A9-8270-78D1B17E25AB}" dt="2024-04-23T00:31:02.226" v="126" actId="14100"/>
          <ac:spMkLst>
            <pc:docMk/>
            <pc:sldMk cId="3295295101" sldId="634"/>
            <ac:spMk id="3" creationId="{8FD72C92-EDA0-1763-317A-649CD843A71D}"/>
          </ac:spMkLst>
        </pc:spChg>
      </pc:sldChg>
      <pc:sldChg chg="modSp new mod">
        <pc:chgData name="SUMA K G" userId="c26ce1b90fa457b4" providerId="LiveId" clId="{38DC9925-B960-41A9-8270-78D1B17E25AB}" dt="2024-04-23T00:21:57.292" v="62" actId="255"/>
        <pc:sldMkLst>
          <pc:docMk/>
          <pc:sldMk cId="612893306" sldId="635"/>
        </pc:sldMkLst>
        <pc:spChg chg="mod">
          <ac:chgData name="SUMA K G" userId="c26ce1b90fa457b4" providerId="LiveId" clId="{38DC9925-B960-41A9-8270-78D1B17E25AB}" dt="2024-04-23T00:21:29.686" v="58"/>
          <ac:spMkLst>
            <pc:docMk/>
            <pc:sldMk cId="612893306" sldId="635"/>
            <ac:spMk id="2" creationId="{A1138C31-A103-6694-BDC2-6293C2D771FF}"/>
          </ac:spMkLst>
        </pc:spChg>
        <pc:spChg chg="mod">
          <ac:chgData name="SUMA K G" userId="c26ce1b90fa457b4" providerId="LiveId" clId="{38DC9925-B960-41A9-8270-78D1B17E25AB}" dt="2024-04-23T00:21:57.292" v="62" actId="255"/>
          <ac:spMkLst>
            <pc:docMk/>
            <pc:sldMk cId="612893306" sldId="635"/>
            <ac:spMk id="3" creationId="{6BF69ECA-585B-8E9B-506E-6C9E7A3FC932}"/>
          </ac:spMkLst>
        </pc:spChg>
      </pc:sldChg>
      <pc:sldChg chg="del">
        <pc:chgData name="SUMA K G" userId="c26ce1b90fa457b4" providerId="LiveId" clId="{38DC9925-B960-41A9-8270-78D1B17E25AB}" dt="2024-04-22T23:55:27.481" v="9" actId="47"/>
        <pc:sldMkLst>
          <pc:docMk/>
          <pc:sldMk cId="2624533526" sldId="635"/>
        </pc:sldMkLst>
      </pc:sldChg>
      <pc:sldChg chg="addSp modSp new mod">
        <pc:chgData name="SUMA K G" userId="c26ce1b90fa457b4" providerId="LiveId" clId="{38DC9925-B960-41A9-8270-78D1B17E25AB}" dt="2024-04-23T00:56:32.816" v="536"/>
        <pc:sldMkLst>
          <pc:docMk/>
          <pc:sldMk cId="2337312035" sldId="636"/>
        </pc:sldMkLst>
        <pc:spChg chg="mod">
          <ac:chgData name="SUMA K G" userId="c26ce1b90fa457b4" providerId="LiveId" clId="{38DC9925-B960-41A9-8270-78D1B17E25AB}" dt="2024-04-23T00:21:43.538" v="60" actId="108"/>
          <ac:spMkLst>
            <pc:docMk/>
            <pc:sldMk cId="2337312035" sldId="636"/>
            <ac:spMk id="2" creationId="{E2E4F836-DF8C-0904-EE9A-2D93AB0A50C5}"/>
          </ac:spMkLst>
        </pc:spChg>
        <pc:spChg chg="mod">
          <ac:chgData name="SUMA K G" userId="c26ce1b90fa457b4" providerId="LiveId" clId="{38DC9925-B960-41A9-8270-78D1B17E25AB}" dt="2024-04-23T00:56:24.220" v="532" actId="20577"/>
          <ac:spMkLst>
            <pc:docMk/>
            <pc:sldMk cId="2337312035" sldId="636"/>
            <ac:spMk id="3" creationId="{E605FC44-7205-4B61-1267-9585F2405F72}"/>
          </ac:spMkLst>
        </pc:spChg>
        <pc:picChg chg="add mod">
          <ac:chgData name="SUMA K G" userId="c26ce1b90fa457b4" providerId="LiveId" clId="{38DC9925-B960-41A9-8270-78D1B17E25AB}" dt="2024-04-23T00:56:32.816" v="536"/>
          <ac:picMkLst>
            <pc:docMk/>
            <pc:sldMk cId="2337312035" sldId="636"/>
            <ac:picMk id="5" creationId="{E091FE48-19C7-970B-226C-5D2BD52BC54E}"/>
          </ac:picMkLst>
        </pc:picChg>
      </pc:sldChg>
      <pc:sldChg chg="addSp delSp modSp new mod">
        <pc:chgData name="SUMA K G" userId="c26ce1b90fa457b4" providerId="LiveId" clId="{38DC9925-B960-41A9-8270-78D1B17E25AB}" dt="2024-04-23T00:58:19.385" v="553" actId="123"/>
        <pc:sldMkLst>
          <pc:docMk/>
          <pc:sldMk cId="749676599" sldId="637"/>
        </pc:sldMkLst>
        <pc:spChg chg="mod">
          <ac:chgData name="SUMA K G" userId="c26ce1b90fa457b4" providerId="LiveId" clId="{38DC9925-B960-41A9-8270-78D1B17E25AB}" dt="2024-04-23T00:25:15.122" v="97" actId="313"/>
          <ac:spMkLst>
            <pc:docMk/>
            <pc:sldMk cId="749676599" sldId="637"/>
            <ac:spMk id="2" creationId="{940A3B97-9596-B822-6A1A-D378D5EE649A}"/>
          </ac:spMkLst>
        </pc:spChg>
        <pc:spChg chg="add del mod">
          <ac:chgData name="SUMA K G" userId="c26ce1b90fa457b4" providerId="LiveId" clId="{38DC9925-B960-41A9-8270-78D1B17E25AB}" dt="2024-04-23T00:58:19.385" v="553" actId="123"/>
          <ac:spMkLst>
            <pc:docMk/>
            <pc:sldMk cId="749676599" sldId="637"/>
            <ac:spMk id="3" creationId="{1EB8E007-8B6D-6B41-95C2-AF037CC0912C}"/>
          </ac:spMkLst>
        </pc:spChg>
        <pc:picChg chg="add mod">
          <ac:chgData name="SUMA K G" userId="c26ce1b90fa457b4" providerId="LiveId" clId="{38DC9925-B960-41A9-8270-78D1B17E25AB}" dt="2024-04-23T00:57:10.351" v="539" actId="1076"/>
          <ac:picMkLst>
            <pc:docMk/>
            <pc:sldMk cId="749676599" sldId="637"/>
            <ac:picMk id="5" creationId="{6DA0A22B-B3AF-0E70-EC24-5302A034E1A8}"/>
          </ac:picMkLst>
        </pc:picChg>
        <pc:picChg chg="add del mod">
          <ac:chgData name="SUMA K G" userId="c26ce1b90fa457b4" providerId="LiveId" clId="{38DC9925-B960-41A9-8270-78D1B17E25AB}" dt="2024-04-23T00:58:01.302" v="546" actId="21"/>
          <ac:picMkLst>
            <pc:docMk/>
            <pc:sldMk cId="749676599" sldId="637"/>
            <ac:picMk id="7" creationId="{B30E2A8A-87A1-CDBC-91B9-D9DC3F573ED8}"/>
          </ac:picMkLst>
        </pc:picChg>
        <pc:picChg chg="add mod">
          <ac:chgData name="SUMA K G" userId="c26ce1b90fa457b4" providerId="LiveId" clId="{38DC9925-B960-41A9-8270-78D1B17E25AB}" dt="2024-04-23T00:58:06.991" v="549"/>
          <ac:picMkLst>
            <pc:docMk/>
            <pc:sldMk cId="749676599" sldId="637"/>
            <ac:picMk id="8" creationId="{3FF3BB19-886A-7A5A-538D-DEEF2FE050C1}"/>
          </ac:picMkLst>
        </pc:picChg>
      </pc:sldChg>
      <pc:sldChg chg="addSp modSp new mod">
        <pc:chgData name="SUMA K G" userId="c26ce1b90fa457b4" providerId="LiveId" clId="{38DC9925-B960-41A9-8270-78D1B17E25AB}" dt="2024-04-23T00:27:08.833" v="100"/>
        <pc:sldMkLst>
          <pc:docMk/>
          <pc:sldMk cId="1244791872" sldId="638"/>
        </pc:sldMkLst>
        <pc:picChg chg="add mod">
          <ac:chgData name="SUMA K G" userId="c26ce1b90fa457b4" providerId="LiveId" clId="{38DC9925-B960-41A9-8270-78D1B17E25AB}" dt="2024-04-23T00:27:08.833" v="100"/>
          <ac:picMkLst>
            <pc:docMk/>
            <pc:sldMk cId="1244791872" sldId="638"/>
            <ac:picMk id="5" creationId="{D0925233-B06E-6954-19B0-6B238DDE2106}"/>
          </ac:picMkLst>
        </pc:picChg>
      </pc:sldChg>
      <pc:sldChg chg="addSp modSp new mod ord">
        <pc:chgData name="SUMA K G" userId="c26ce1b90fa457b4" providerId="LiveId" clId="{38DC9925-B960-41A9-8270-78D1B17E25AB}" dt="2024-04-23T00:58:46.825" v="559"/>
        <pc:sldMkLst>
          <pc:docMk/>
          <pc:sldMk cId="1725908813" sldId="639"/>
        </pc:sldMkLst>
        <pc:spChg chg="mod">
          <ac:chgData name="SUMA K G" userId="c26ce1b90fa457b4" providerId="LiveId" clId="{38DC9925-B960-41A9-8270-78D1B17E25AB}" dt="2024-04-23T00:27:56.267" v="105"/>
          <ac:spMkLst>
            <pc:docMk/>
            <pc:sldMk cId="1725908813" sldId="639"/>
            <ac:spMk id="2" creationId="{5A80D62D-CB42-43AC-1B16-C172FB72E8B7}"/>
          </ac:spMkLst>
        </pc:spChg>
        <pc:spChg chg="mod">
          <ac:chgData name="SUMA K G" userId="c26ce1b90fa457b4" providerId="LiveId" clId="{38DC9925-B960-41A9-8270-78D1B17E25AB}" dt="2024-04-23T00:30:01.932" v="121" actId="27636"/>
          <ac:spMkLst>
            <pc:docMk/>
            <pc:sldMk cId="1725908813" sldId="639"/>
            <ac:spMk id="3" creationId="{4542C24E-3978-436E-6786-F1E3D8D67FDF}"/>
          </ac:spMkLst>
        </pc:spChg>
        <pc:picChg chg="add mod">
          <ac:chgData name="SUMA K G" userId="c26ce1b90fa457b4" providerId="LiveId" clId="{38DC9925-B960-41A9-8270-78D1B17E25AB}" dt="2024-04-23T00:30:10.238" v="124" actId="1076"/>
          <ac:picMkLst>
            <pc:docMk/>
            <pc:sldMk cId="1725908813" sldId="639"/>
            <ac:picMk id="5" creationId="{00B67D73-0866-CB49-5807-D65F404BDDD1}"/>
          </ac:picMkLst>
        </pc:picChg>
        <pc:picChg chg="add mod">
          <ac:chgData name="SUMA K G" userId="c26ce1b90fa457b4" providerId="LiveId" clId="{38DC9925-B960-41A9-8270-78D1B17E25AB}" dt="2024-04-23T00:30:05.413" v="122" actId="1076"/>
          <ac:picMkLst>
            <pc:docMk/>
            <pc:sldMk cId="1725908813" sldId="639"/>
            <ac:picMk id="1026" creationId="{BCFBB935-751C-2E24-B9DE-9EADB5DEE542}"/>
          </ac:picMkLst>
        </pc:picChg>
      </pc:sldChg>
      <pc:sldChg chg="addSp new del mod">
        <pc:chgData name="SUMA K G" userId="c26ce1b90fa457b4" providerId="LiveId" clId="{38DC9925-B960-41A9-8270-78D1B17E25AB}" dt="2024-04-23T01:03:27.520" v="615" actId="47"/>
        <pc:sldMkLst>
          <pc:docMk/>
          <pc:sldMk cId="1167023974" sldId="640"/>
        </pc:sldMkLst>
        <pc:picChg chg="add">
          <ac:chgData name="SUMA K G" userId="c26ce1b90fa457b4" providerId="LiveId" clId="{38DC9925-B960-41A9-8270-78D1B17E25AB}" dt="2024-04-23T00:29:55.156" v="119" actId="22"/>
          <ac:picMkLst>
            <pc:docMk/>
            <pc:sldMk cId="1167023974" sldId="640"/>
            <ac:picMk id="5" creationId="{6FB2E921-97E7-9748-9259-BA7A336A0111}"/>
          </ac:picMkLst>
        </pc:picChg>
      </pc:sldChg>
      <pc:sldChg chg="new del">
        <pc:chgData name="SUMA K G" userId="c26ce1b90fa457b4" providerId="LiveId" clId="{38DC9925-B960-41A9-8270-78D1B17E25AB}" dt="2024-04-23T00:59:10.593" v="562" actId="47"/>
        <pc:sldMkLst>
          <pc:docMk/>
          <pc:sldMk cId="1259870680" sldId="641"/>
        </pc:sldMkLst>
      </pc:sldChg>
      <pc:sldChg chg="modSp new mod">
        <pc:chgData name="SUMA K G" userId="c26ce1b90fa457b4" providerId="LiveId" clId="{38DC9925-B960-41A9-8270-78D1B17E25AB}" dt="2024-04-23T00:32:31.319" v="157" actId="14100"/>
        <pc:sldMkLst>
          <pc:docMk/>
          <pc:sldMk cId="291496963" sldId="642"/>
        </pc:sldMkLst>
        <pc:spChg chg="mod">
          <ac:chgData name="SUMA K G" userId="c26ce1b90fa457b4" providerId="LiveId" clId="{38DC9925-B960-41A9-8270-78D1B17E25AB}" dt="2024-04-23T00:32:28.881" v="156" actId="14100"/>
          <ac:spMkLst>
            <pc:docMk/>
            <pc:sldMk cId="291496963" sldId="642"/>
            <ac:spMk id="2" creationId="{76F822B3-A3E8-FAB0-CCCA-9CDA87190FFB}"/>
          </ac:spMkLst>
        </pc:spChg>
        <pc:spChg chg="mod">
          <ac:chgData name="SUMA K G" userId="c26ce1b90fa457b4" providerId="LiveId" clId="{38DC9925-B960-41A9-8270-78D1B17E25AB}" dt="2024-04-23T00:32:31.319" v="157" actId="14100"/>
          <ac:spMkLst>
            <pc:docMk/>
            <pc:sldMk cId="291496963" sldId="642"/>
            <ac:spMk id="3" creationId="{E5A5A7E0-9741-55DC-2435-EC03F10F036E}"/>
          </ac:spMkLst>
        </pc:spChg>
      </pc:sldChg>
      <pc:sldChg chg="modSp new mod">
        <pc:chgData name="SUMA K G" userId="c26ce1b90fa457b4" providerId="LiveId" clId="{38DC9925-B960-41A9-8270-78D1B17E25AB}" dt="2024-04-23T00:44:40.992" v="181" actId="255"/>
        <pc:sldMkLst>
          <pc:docMk/>
          <pc:sldMk cId="1496755845" sldId="643"/>
        </pc:sldMkLst>
        <pc:spChg chg="mod">
          <ac:chgData name="SUMA K G" userId="c26ce1b90fa457b4" providerId="LiveId" clId="{38DC9925-B960-41A9-8270-78D1B17E25AB}" dt="2024-04-23T00:44:15.010" v="173" actId="108"/>
          <ac:spMkLst>
            <pc:docMk/>
            <pc:sldMk cId="1496755845" sldId="643"/>
            <ac:spMk id="2" creationId="{EB94F6B2-DC4F-9316-E96B-4C74EBC906AA}"/>
          </ac:spMkLst>
        </pc:spChg>
        <pc:spChg chg="mod">
          <ac:chgData name="SUMA K G" userId="c26ce1b90fa457b4" providerId="LiveId" clId="{38DC9925-B960-41A9-8270-78D1B17E25AB}" dt="2024-04-23T00:44:40.992" v="181" actId="255"/>
          <ac:spMkLst>
            <pc:docMk/>
            <pc:sldMk cId="1496755845" sldId="643"/>
            <ac:spMk id="3" creationId="{29507F18-5586-05CF-9D56-4004DC78378F}"/>
          </ac:spMkLst>
        </pc:spChg>
      </pc:sldChg>
      <pc:sldChg chg="modSp new mod">
        <pc:chgData name="SUMA K G" userId="c26ce1b90fa457b4" providerId="LiveId" clId="{38DC9925-B960-41A9-8270-78D1B17E25AB}" dt="2024-04-23T00:45:49.816" v="236" actId="20577"/>
        <pc:sldMkLst>
          <pc:docMk/>
          <pc:sldMk cId="2619659469" sldId="644"/>
        </pc:sldMkLst>
        <pc:spChg chg="mod">
          <ac:chgData name="SUMA K G" userId="c26ce1b90fa457b4" providerId="LiveId" clId="{38DC9925-B960-41A9-8270-78D1B17E25AB}" dt="2024-04-23T00:44:49.667" v="182" actId="108"/>
          <ac:spMkLst>
            <pc:docMk/>
            <pc:sldMk cId="2619659469" sldId="644"/>
            <ac:spMk id="2" creationId="{493268E6-623C-BFB9-0026-EBEB0BF59291}"/>
          </ac:spMkLst>
        </pc:spChg>
        <pc:spChg chg="mod">
          <ac:chgData name="SUMA K G" userId="c26ce1b90fa457b4" providerId="LiveId" clId="{38DC9925-B960-41A9-8270-78D1B17E25AB}" dt="2024-04-23T00:45:49.816" v="236" actId="20577"/>
          <ac:spMkLst>
            <pc:docMk/>
            <pc:sldMk cId="2619659469" sldId="644"/>
            <ac:spMk id="3" creationId="{97E66499-60EF-6F04-DFE4-653BA3DDE623}"/>
          </ac:spMkLst>
        </pc:spChg>
      </pc:sldChg>
      <pc:sldChg chg="addSp modSp new mod ord">
        <pc:chgData name="SUMA K G" userId="c26ce1b90fa457b4" providerId="LiveId" clId="{38DC9925-B960-41A9-8270-78D1B17E25AB}" dt="2024-04-23T00:46:17.333" v="252"/>
        <pc:sldMkLst>
          <pc:docMk/>
          <pc:sldMk cId="1369358000" sldId="645"/>
        </pc:sldMkLst>
        <pc:spChg chg="mod">
          <ac:chgData name="SUMA K G" userId="c26ce1b90fa457b4" providerId="LiveId" clId="{38DC9925-B960-41A9-8270-78D1B17E25AB}" dt="2024-04-23T00:46:17.333" v="252"/>
          <ac:spMkLst>
            <pc:docMk/>
            <pc:sldMk cId="1369358000" sldId="645"/>
            <ac:spMk id="2" creationId="{164693A4-8DDD-4D18-269E-1348DF1316BC}"/>
          </ac:spMkLst>
        </pc:spChg>
        <pc:picChg chg="add mod">
          <ac:chgData name="SUMA K G" userId="c26ce1b90fa457b4" providerId="LiveId" clId="{38DC9925-B960-41A9-8270-78D1B17E25AB}" dt="2024-04-23T00:46:06.091" v="249" actId="1076"/>
          <ac:picMkLst>
            <pc:docMk/>
            <pc:sldMk cId="1369358000" sldId="645"/>
            <ac:picMk id="2050" creationId="{10EB6872-2103-0370-7633-E423EC780790}"/>
          </ac:picMkLst>
        </pc:picChg>
      </pc:sldChg>
      <pc:sldChg chg="modSp new mod">
        <pc:chgData name="SUMA K G" userId="c26ce1b90fa457b4" providerId="LiveId" clId="{38DC9925-B960-41A9-8270-78D1B17E25AB}" dt="2024-04-23T00:50:40.625" v="313" actId="20577"/>
        <pc:sldMkLst>
          <pc:docMk/>
          <pc:sldMk cId="1959660540" sldId="646"/>
        </pc:sldMkLst>
        <pc:spChg chg="mod">
          <ac:chgData name="SUMA K G" userId="c26ce1b90fa457b4" providerId="LiveId" clId="{38DC9925-B960-41A9-8270-78D1B17E25AB}" dt="2024-04-23T00:46:42.295" v="257"/>
          <ac:spMkLst>
            <pc:docMk/>
            <pc:sldMk cId="1959660540" sldId="646"/>
            <ac:spMk id="2" creationId="{53266403-3F07-49B3-71F2-843D25D9A48D}"/>
          </ac:spMkLst>
        </pc:spChg>
        <pc:spChg chg="mod">
          <ac:chgData name="SUMA K G" userId="c26ce1b90fa457b4" providerId="LiveId" clId="{38DC9925-B960-41A9-8270-78D1B17E25AB}" dt="2024-04-23T00:50:40.625" v="313" actId="20577"/>
          <ac:spMkLst>
            <pc:docMk/>
            <pc:sldMk cId="1959660540" sldId="646"/>
            <ac:spMk id="3" creationId="{D0A47302-A510-CB16-4B28-54C65DBB6E26}"/>
          </ac:spMkLst>
        </pc:spChg>
      </pc:sldChg>
      <pc:sldChg chg="modSp new mod">
        <pc:chgData name="SUMA K G" userId="c26ce1b90fa457b4" providerId="LiveId" clId="{38DC9925-B960-41A9-8270-78D1B17E25AB}" dt="2024-04-23T00:51:37.424" v="380" actId="14100"/>
        <pc:sldMkLst>
          <pc:docMk/>
          <pc:sldMk cId="2785153132" sldId="647"/>
        </pc:sldMkLst>
        <pc:spChg chg="mod">
          <ac:chgData name="SUMA K G" userId="c26ce1b90fa457b4" providerId="LiveId" clId="{38DC9925-B960-41A9-8270-78D1B17E25AB}" dt="2024-04-23T00:51:35.221" v="379" actId="27636"/>
          <ac:spMkLst>
            <pc:docMk/>
            <pc:sldMk cId="2785153132" sldId="647"/>
            <ac:spMk id="2" creationId="{34F9072C-E762-06BC-6D7A-77A2AC733C67}"/>
          </ac:spMkLst>
        </pc:spChg>
        <pc:spChg chg="mod">
          <ac:chgData name="SUMA K G" userId="c26ce1b90fa457b4" providerId="LiveId" clId="{38DC9925-B960-41A9-8270-78D1B17E25AB}" dt="2024-04-23T00:51:37.424" v="380" actId="14100"/>
          <ac:spMkLst>
            <pc:docMk/>
            <pc:sldMk cId="2785153132" sldId="647"/>
            <ac:spMk id="3" creationId="{BA730D11-EC78-0CD6-FD12-AD902D242946}"/>
          </ac:spMkLst>
        </pc:spChg>
      </pc:sldChg>
      <pc:sldChg chg="modSp add mod">
        <pc:chgData name="SUMA K G" userId="c26ce1b90fa457b4" providerId="LiveId" clId="{38DC9925-B960-41A9-8270-78D1B17E25AB}" dt="2024-04-23T00:46:49.731" v="260" actId="14100"/>
        <pc:sldMkLst>
          <pc:docMk/>
          <pc:sldMk cId="4238709060" sldId="648"/>
        </pc:sldMkLst>
        <pc:spChg chg="mod">
          <ac:chgData name="SUMA K G" userId="c26ce1b90fa457b4" providerId="LiveId" clId="{38DC9925-B960-41A9-8270-78D1B17E25AB}" dt="2024-04-23T00:46:46.018" v="258" actId="14100"/>
          <ac:spMkLst>
            <pc:docMk/>
            <pc:sldMk cId="4238709060" sldId="648"/>
            <ac:spMk id="2" creationId="{493268E6-623C-BFB9-0026-EBEB0BF59291}"/>
          </ac:spMkLst>
        </pc:spChg>
        <pc:spChg chg="mod">
          <ac:chgData name="SUMA K G" userId="c26ce1b90fa457b4" providerId="LiveId" clId="{38DC9925-B960-41A9-8270-78D1B17E25AB}" dt="2024-04-23T00:46:49.731" v="260" actId="14100"/>
          <ac:spMkLst>
            <pc:docMk/>
            <pc:sldMk cId="4238709060" sldId="648"/>
            <ac:spMk id="3" creationId="{97E66499-60EF-6F04-DFE4-653BA3DDE623}"/>
          </ac:spMkLst>
        </pc:spChg>
      </pc:sldChg>
      <pc:sldChg chg="addSp delSp modSp new mod">
        <pc:chgData name="SUMA K G" userId="c26ce1b90fa457b4" providerId="LiveId" clId="{38DC9925-B960-41A9-8270-78D1B17E25AB}" dt="2024-04-23T00:52:11.864" v="396"/>
        <pc:sldMkLst>
          <pc:docMk/>
          <pc:sldMk cId="491176430" sldId="649"/>
        </pc:sldMkLst>
        <pc:spChg chg="del">
          <ac:chgData name="SUMA K G" userId="c26ce1b90fa457b4" providerId="LiveId" clId="{38DC9925-B960-41A9-8270-78D1B17E25AB}" dt="2024-04-23T00:52:11.114" v="395" actId="478"/>
          <ac:spMkLst>
            <pc:docMk/>
            <pc:sldMk cId="491176430" sldId="649"/>
            <ac:spMk id="2" creationId="{2D7E9B91-96A0-AFEC-A2F5-BEEFB94A95AE}"/>
          </ac:spMkLst>
        </pc:spChg>
        <pc:spChg chg="mod">
          <ac:chgData name="SUMA K G" userId="c26ce1b90fa457b4" providerId="LiveId" clId="{38DC9925-B960-41A9-8270-78D1B17E25AB}" dt="2024-04-23T00:52:02.722" v="394" actId="5793"/>
          <ac:spMkLst>
            <pc:docMk/>
            <pc:sldMk cId="491176430" sldId="649"/>
            <ac:spMk id="3" creationId="{993C0BB2-17DD-8B66-5D76-7278D31AFD36}"/>
          </ac:spMkLst>
        </pc:spChg>
        <pc:spChg chg="add mod">
          <ac:chgData name="SUMA K G" userId="c26ce1b90fa457b4" providerId="LiveId" clId="{38DC9925-B960-41A9-8270-78D1B17E25AB}" dt="2024-04-23T00:52:11.864" v="396"/>
          <ac:spMkLst>
            <pc:docMk/>
            <pc:sldMk cId="491176430" sldId="649"/>
            <ac:spMk id="4" creationId="{54D7D643-5738-AB44-BBFA-65824DBC01DE}"/>
          </ac:spMkLst>
        </pc:spChg>
        <pc:picChg chg="add">
          <ac:chgData name="SUMA K G" userId="c26ce1b90fa457b4" providerId="LiveId" clId="{38DC9925-B960-41A9-8270-78D1B17E25AB}" dt="2024-04-23T00:47:32.684" v="267"/>
          <ac:picMkLst>
            <pc:docMk/>
            <pc:sldMk cId="491176430" sldId="649"/>
            <ac:picMk id="3074" creationId="{D00C8782-F6E6-324D-478A-0EA3383C4F59}"/>
          </ac:picMkLst>
        </pc:picChg>
      </pc:sldChg>
      <pc:sldChg chg="modSp new mod">
        <pc:chgData name="SUMA K G" userId="c26ce1b90fa457b4" providerId="LiveId" clId="{38DC9925-B960-41A9-8270-78D1B17E25AB}" dt="2024-04-23T00:52:43.801" v="421" actId="20577"/>
        <pc:sldMkLst>
          <pc:docMk/>
          <pc:sldMk cId="818399057" sldId="650"/>
        </pc:sldMkLst>
        <pc:spChg chg="mod">
          <ac:chgData name="SUMA K G" userId="c26ce1b90fa457b4" providerId="LiveId" clId="{38DC9925-B960-41A9-8270-78D1B17E25AB}" dt="2024-04-23T00:52:21.547" v="398" actId="14100"/>
          <ac:spMkLst>
            <pc:docMk/>
            <pc:sldMk cId="818399057" sldId="650"/>
            <ac:spMk id="2" creationId="{BC27572D-58D8-6675-534D-438B4E284FFF}"/>
          </ac:spMkLst>
        </pc:spChg>
        <pc:spChg chg="mod">
          <ac:chgData name="SUMA K G" userId="c26ce1b90fa457b4" providerId="LiveId" clId="{38DC9925-B960-41A9-8270-78D1B17E25AB}" dt="2024-04-23T00:52:43.801" v="421" actId="20577"/>
          <ac:spMkLst>
            <pc:docMk/>
            <pc:sldMk cId="818399057" sldId="650"/>
            <ac:spMk id="3" creationId="{F4C05794-D750-6102-35C3-35338C884F25}"/>
          </ac:spMkLst>
        </pc:spChg>
      </pc:sldChg>
      <pc:sldChg chg="addSp delSp modSp new mod">
        <pc:chgData name="SUMA K G" userId="c26ce1b90fa457b4" providerId="LiveId" clId="{38DC9925-B960-41A9-8270-78D1B17E25AB}" dt="2024-04-23T00:53:24.307" v="448" actId="123"/>
        <pc:sldMkLst>
          <pc:docMk/>
          <pc:sldMk cId="800709261" sldId="651"/>
        </pc:sldMkLst>
        <pc:spChg chg="del">
          <ac:chgData name="SUMA K G" userId="c26ce1b90fa457b4" providerId="LiveId" clId="{38DC9925-B960-41A9-8270-78D1B17E25AB}" dt="2024-04-23T00:52:51.533" v="422" actId="478"/>
          <ac:spMkLst>
            <pc:docMk/>
            <pc:sldMk cId="800709261" sldId="651"/>
            <ac:spMk id="2" creationId="{E63B5BC6-4EA8-C04B-9A5C-AC7C3ABFA01A}"/>
          </ac:spMkLst>
        </pc:spChg>
        <pc:spChg chg="mod">
          <ac:chgData name="SUMA K G" userId="c26ce1b90fa457b4" providerId="LiveId" clId="{38DC9925-B960-41A9-8270-78D1B17E25AB}" dt="2024-04-23T00:53:24.307" v="448" actId="123"/>
          <ac:spMkLst>
            <pc:docMk/>
            <pc:sldMk cId="800709261" sldId="651"/>
            <ac:spMk id="3" creationId="{B5388E45-A7C0-92E5-C2EF-C9F6060CEAB2}"/>
          </ac:spMkLst>
        </pc:spChg>
        <pc:spChg chg="add mod">
          <ac:chgData name="SUMA K G" userId="c26ce1b90fa457b4" providerId="LiveId" clId="{38DC9925-B960-41A9-8270-78D1B17E25AB}" dt="2024-04-23T00:52:52.051" v="423"/>
          <ac:spMkLst>
            <pc:docMk/>
            <pc:sldMk cId="800709261" sldId="651"/>
            <ac:spMk id="4" creationId="{CE97EFF6-246F-AD34-41A7-6FD5C3B98084}"/>
          </ac:spMkLst>
        </pc:spChg>
        <pc:picChg chg="add mod">
          <ac:chgData name="SUMA K G" userId="c26ce1b90fa457b4" providerId="LiveId" clId="{38DC9925-B960-41A9-8270-78D1B17E25AB}" dt="2024-04-23T00:53:07.467" v="439" actId="1076"/>
          <ac:picMkLst>
            <pc:docMk/>
            <pc:sldMk cId="800709261" sldId="651"/>
            <ac:picMk id="4098" creationId="{D16E7109-17CD-5C3F-71DE-1134065A51A8}"/>
          </ac:picMkLst>
        </pc:picChg>
      </pc:sldChg>
      <pc:sldChg chg="addSp delSp modSp new mod">
        <pc:chgData name="SUMA K G" userId="c26ce1b90fa457b4" providerId="LiveId" clId="{38DC9925-B960-41A9-8270-78D1B17E25AB}" dt="2024-04-23T00:54:43.759" v="525" actId="20577"/>
        <pc:sldMkLst>
          <pc:docMk/>
          <pc:sldMk cId="3632805150" sldId="652"/>
        </pc:sldMkLst>
        <pc:spChg chg="del mod">
          <ac:chgData name="SUMA K G" userId="c26ce1b90fa457b4" providerId="LiveId" clId="{38DC9925-B960-41A9-8270-78D1B17E25AB}" dt="2024-04-23T00:53:54.108" v="488" actId="478"/>
          <ac:spMkLst>
            <pc:docMk/>
            <pc:sldMk cId="3632805150" sldId="652"/>
            <ac:spMk id="2" creationId="{CD46EB37-BEDB-430A-C53E-892186FCCF15}"/>
          </ac:spMkLst>
        </pc:spChg>
        <pc:spChg chg="mod">
          <ac:chgData name="SUMA K G" userId="c26ce1b90fa457b4" providerId="LiveId" clId="{38DC9925-B960-41A9-8270-78D1B17E25AB}" dt="2024-04-23T00:54:43.759" v="525" actId="20577"/>
          <ac:spMkLst>
            <pc:docMk/>
            <pc:sldMk cId="3632805150" sldId="652"/>
            <ac:spMk id="3" creationId="{1B84F989-B71E-0EE7-6713-8958C4859273}"/>
          </ac:spMkLst>
        </pc:spChg>
        <pc:spChg chg="add mod">
          <ac:chgData name="SUMA K G" userId="c26ce1b90fa457b4" providerId="LiveId" clId="{38DC9925-B960-41A9-8270-78D1B17E25AB}" dt="2024-04-23T00:53:46.017" v="468" actId="20577"/>
          <ac:spMkLst>
            <pc:docMk/>
            <pc:sldMk cId="3632805150" sldId="652"/>
            <ac:spMk id="4" creationId="{AB625D04-E574-8F8E-BBBC-512269FE1283}"/>
          </ac:spMkLst>
        </pc:spChg>
      </pc:sldChg>
      <pc:sldChg chg="modSp new mod">
        <pc:chgData name="SUMA K G" userId="c26ce1b90fa457b4" providerId="LiveId" clId="{38DC9925-B960-41A9-8270-78D1B17E25AB}" dt="2024-04-23T00:55:02.920" v="529" actId="108"/>
        <pc:sldMkLst>
          <pc:docMk/>
          <pc:sldMk cId="2327921478" sldId="653"/>
        </pc:sldMkLst>
        <pc:spChg chg="mod">
          <ac:chgData name="SUMA K G" userId="c26ce1b90fa457b4" providerId="LiveId" clId="{38DC9925-B960-41A9-8270-78D1B17E25AB}" dt="2024-04-23T00:55:02.920" v="529" actId="108"/>
          <ac:spMkLst>
            <pc:docMk/>
            <pc:sldMk cId="2327921478" sldId="653"/>
            <ac:spMk id="2" creationId="{858CFDC2-A869-732D-C9F4-3E5966A6DA10}"/>
          </ac:spMkLst>
        </pc:spChg>
        <pc:spChg chg="mod">
          <ac:chgData name="SUMA K G" userId="c26ce1b90fa457b4" providerId="LiveId" clId="{38DC9925-B960-41A9-8270-78D1B17E25AB}" dt="2024-04-23T00:54:57.566" v="528" actId="5793"/>
          <ac:spMkLst>
            <pc:docMk/>
            <pc:sldMk cId="2327921478" sldId="653"/>
            <ac:spMk id="3" creationId="{FAD7FF7D-0EA0-2F91-EA1D-A2CBB73485FF}"/>
          </ac:spMkLst>
        </pc:spChg>
      </pc:sldChg>
      <pc:sldChg chg="addSp modSp new mod">
        <pc:chgData name="SUMA K G" userId="c26ce1b90fa457b4" providerId="LiveId" clId="{38DC9925-B960-41A9-8270-78D1B17E25AB}" dt="2024-04-23T00:58:39.476" v="557"/>
        <pc:sldMkLst>
          <pc:docMk/>
          <pc:sldMk cId="484685258" sldId="654"/>
        </pc:sldMkLst>
        <pc:spChg chg="mod">
          <ac:chgData name="SUMA K G" userId="c26ce1b90fa457b4" providerId="LiveId" clId="{38DC9925-B960-41A9-8270-78D1B17E25AB}" dt="2024-04-23T00:58:39.476" v="557"/>
          <ac:spMkLst>
            <pc:docMk/>
            <pc:sldMk cId="484685258" sldId="654"/>
            <ac:spMk id="2" creationId="{0A335883-F01B-5517-957D-A5CDFB1F3FF8}"/>
          </ac:spMkLst>
        </pc:spChg>
        <pc:spChg chg="mod">
          <ac:chgData name="SUMA K G" userId="c26ce1b90fa457b4" providerId="LiveId" clId="{38DC9925-B960-41A9-8270-78D1B17E25AB}" dt="2024-04-23T00:58:35.035" v="556" actId="255"/>
          <ac:spMkLst>
            <pc:docMk/>
            <pc:sldMk cId="484685258" sldId="654"/>
            <ac:spMk id="3" creationId="{5153518C-58B5-4049-741B-282168FE0835}"/>
          </ac:spMkLst>
        </pc:spChg>
        <pc:picChg chg="add mod">
          <ac:chgData name="SUMA K G" userId="c26ce1b90fa457b4" providerId="LiveId" clId="{38DC9925-B960-41A9-8270-78D1B17E25AB}" dt="2024-04-23T00:58:02.791" v="547"/>
          <ac:picMkLst>
            <pc:docMk/>
            <pc:sldMk cId="484685258" sldId="654"/>
            <ac:picMk id="7" creationId="{B30E2A8A-87A1-CDBC-91B9-D9DC3F573ED8}"/>
          </ac:picMkLst>
        </pc:picChg>
      </pc:sldChg>
      <pc:sldChg chg="modSp new mod">
        <pc:chgData name="SUMA K G" userId="c26ce1b90fa457b4" providerId="LiveId" clId="{38DC9925-B960-41A9-8270-78D1B17E25AB}" dt="2024-04-23T01:04:35.616" v="662" actId="14100"/>
        <pc:sldMkLst>
          <pc:docMk/>
          <pc:sldMk cId="2361540044" sldId="655"/>
        </pc:sldMkLst>
        <pc:spChg chg="mod">
          <ac:chgData name="SUMA K G" userId="c26ce1b90fa457b4" providerId="LiveId" clId="{38DC9925-B960-41A9-8270-78D1B17E25AB}" dt="2024-04-23T01:04:35.616" v="662" actId="14100"/>
          <ac:spMkLst>
            <pc:docMk/>
            <pc:sldMk cId="2361540044" sldId="655"/>
            <ac:spMk id="2" creationId="{EE058D8B-C696-1038-0574-918E8B584F9D}"/>
          </ac:spMkLst>
        </pc:spChg>
        <pc:spChg chg="mod">
          <ac:chgData name="SUMA K G" userId="c26ce1b90fa457b4" providerId="LiveId" clId="{38DC9925-B960-41A9-8270-78D1B17E25AB}" dt="2024-04-23T01:04:09.341" v="647" actId="20577"/>
          <ac:spMkLst>
            <pc:docMk/>
            <pc:sldMk cId="2361540044" sldId="655"/>
            <ac:spMk id="3" creationId="{A0BBC1DB-EF31-A6CC-8A7E-3CFBC0901F63}"/>
          </ac:spMkLst>
        </pc:spChg>
      </pc:sldChg>
      <pc:sldChg chg="modSp add mod">
        <pc:chgData name="SUMA K G" userId="c26ce1b90fa457b4" providerId="LiveId" clId="{38DC9925-B960-41A9-8270-78D1B17E25AB}" dt="2024-04-23T01:04:37.415" v="663"/>
        <pc:sldMkLst>
          <pc:docMk/>
          <pc:sldMk cId="4198953775" sldId="656"/>
        </pc:sldMkLst>
        <pc:spChg chg="mod">
          <ac:chgData name="SUMA K G" userId="c26ce1b90fa457b4" providerId="LiveId" clId="{38DC9925-B960-41A9-8270-78D1B17E25AB}" dt="2024-04-23T01:04:37.415" v="663"/>
          <ac:spMkLst>
            <pc:docMk/>
            <pc:sldMk cId="4198953775" sldId="656"/>
            <ac:spMk id="2" creationId="{EE058D8B-C696-1038-0574-918E8B584F9D}"/>
          </ac:spMkLst>
        </pc:spChg>
        <pc:spChg chg="mod">
          <ac:chgData name="SUMA K G" userId="c26ce1b90fa457b4" providerId="LiveId" clId="{38DC9925-B960-41A9-8270-78D1B17E25AB}" dt="2024-04-23T01:04:30.680" v="661" actId="20577"/>
          <ac:spMkLst>
            <pc:docMk/>
            <pc:sldMk cId="4198953775" sldId="656"/>
            <ac:spMk id="3" creationId="{A0BBC1DB-EF31-A6CC-8A7E-3CFBC0901F63}"/>
          </ac:spMkLst>
        </pc:spChg>
      </pc:sldChg>
      <pc:sldChg chg="modSp add mod">
        <pc:chgData name="SUMA K G" userId="c26ce1b90fa457b4" providerId="LiveId" clId="{38DC9925-B960-41A9-8270-78D1B17E25AB}" dt="2024-04-23T01:05:09.277" v="679" actId="6549"/>
        <pc:sldMkLst>
          <pc:docMk/>
          <pc:sldMk cId="187819370" sldId="657"/>
        </pc:sldMkLst>
        <pc:spChg chg="mod">
          <ac:chgData name="SUMA K G" userId="c26ce1b90fa457b4" providerId="LiveId" clId="{38DC9925-B960-41A9-8270-78D1B17E25AB}" dt="2024-04-23T01:04:39.433" v="664"/>
          <ac:spMkLst>
            <pc:docMk/>
            <pc:sldMk cId="187819370" sldId="657"/>
            <ac:spMk id="2" creationId="{EE058D8B-C696-1038-0574-918E8B584F9D}"/>
          </ac:spMkLst>
        </pc:spChg>
        <pc:spChg chg="mod">
          <ac:chgData name="SUMA K G" userId="c26ce1b90fa457b4" providerId="LiveId" clId="{38DC9925-B960-41A9-8270-78D1B17E25AB}" dt="2024-04-23T01:05:09.277" v="679" actId="6549"/>
          <ac:spMkLst>
            <pc:docMk/>
            <pc:sldMk cId="187819370" sldId="657"/>
            <ac:spMk id="3" creationId="{A0BBC1DB-EF31-A6CC-8A7E-3CFBC0901F63}"/>
          </ac:spMkLst>
        </pc:spChg>
      </pc:sldChg>
    </pc:docChg>
  </pc:docChgLst>
  <pc:docChgLst>
    <pc:chgData name="SUMA K G" userId="c26ce1b90fa457b4" providerId="LiveId" clId="{35825B73-6F85-4FA7-9C94-F70CF82313F7}"/>
    <pc:docChg chg="undo custSel addSld delSld modSld">
      <pc:chgData name="SUMA K G" userId="c26ce1b90fa457b4" providerId="LiveId" clId="{35825B73-6F85-4FA7-9C94-F70CF82313F7}" dt="2024-04-16T01:07:03.498" v="36" actId="47"/>
      <pc:docMkLst>
        <pc:docMk/>
      </pc:docMkLst>
      <pc:sldChg chg="del">
        <pc:chgData name="SUMA K G" userId="c26ce1b90fa457b4" providerId="LiveId" clId="{35825B73-6F85-4FA7-9C94-F70CF82313F7}" dt="2024-04-16T01:02:35.166" v="2" actId="47"/>
        <pc:sldMkLst>
          <pc:docMk/>
          <pc:sldMk cId="1385568766" sldId="260"/>
        </pc:sldMkLst>
      </pc:sldChg>
      <pc:sldChg chg="modSp add mod">
        <pc:chgData name="SUMA K G" userId="c26ce1b90fa457b4" providerId="LiveId" clId="{35825B73-6F85-4FA7-9C94-F70CF82313F7}" dt="2024-04-16T01:06:48.433" v="32" actId="13926"/>
        <pc:sldMkLst>
          <pc:docMk/>
          <pc:sldMk cId="1681708856" sldId="261"/>
        </pc:sldMkLst>
        <pc:spChg chg="mod">
          <ac:chgData name="SUMA K G" userId="c26ce1b90fa457b4" providerId="LiveId" clId="{35825B73-6F85-4FA7-9C94-F70CF82313F7}" dt="2024-04-16T01:06:48.433" v="32" actId="13926"/>
          <ac:spMkLst>
            <pc:docMk/>
            <pc:sldMk cId="1681708856" sldId="261"/>
            <ac:spMk id="3" creationId="{5E6B5C7E-6EC4-577C-8C8F-0E6F897E4AD5}"/>
          </ac:spMkLst>
        </pc:spChg>
      </pc:sldChg>
      <pc:sldChg chg="modSp del">
        <pc:chgData name="SUMA K G" userId="c26ce1b90fa457b4" providerId="LiveId" clId="{35825B73-6F85-4FA7-9C94-F70CF82313F7}" dt="2024-04-16T01:05:52.111" v="4" actId="47"/>
        <pc:sldMkLst>
          <pc:docMk/>
          <pc:sldMk cId="1773576367" sldId="623"/>
        </pc:sldMkLst>
        <pc:spChg chg="mod">
          <ac:chgData name="SUMA K G" userId="c26ce1b90fa457b4" providerId="LiveId" clId="{35825B73-6F85-4FA7-9C94-F70CF82313F7}" dt="2024-04-16T01:01:30.342" v="0"/>
          <ac:spMkLst>
            <pc:docMk/>
            <pc:sldMk cId="1773576367" sldId="623"/>
            <ac:spMk id="2" creationId="{62CFD67A-AF25-2F07-7CCF-E8C57BA01F89}"/>
          </ac:spMkLst>
        </pc:spChg>
      </pc:sldChg>
      <pc:sldChg chg="modSp">
        <pc:chgData name="SUMA K G" userId="c26ce1b90fa457b4" providerId="LiveId" clId="{35825B73-6F85-4FA7-9C94-F70CF82313F7}" dt="2024-04-16T01:01:30.342" v="0"/>
        <pc:sldMkLst>
          <pc:docMk/>
          <pc:sldMk cId="3688591682" sldId="624"/>
        </pc:sldMkLst>
        <pc:spChg chg="mod">
          <ac:chgData name="SUMA K G" userId="c26ce1b90fa457b4" providerId="LiveId" clId="{35825B73-6F85-4FA7-9C94-F70CF82313F7}" dt="2024-04-16T01:01:30.342" v="0"/>
          <ac:spMkLst>
            <pc:docMk/>
            <pc:sldMk cId="3688591682" sldId="624"/>
            <ac:spMk id="2" creationId="{3681CEA3-0A3F-603B-EE54-6AFC803AB51D}"/>
          </ac:spMkLst>
        </pc:spChg>
      </pc:sldChg>
      <pc:sldChg chg="modSp">
        <pc:chgData name="SUMA K G" userId="c26ce1b90fa457b4" providerId="LiveId" clId="{35825B73-6F85-4FA7-9C94-F70CF82313F7}" dt="2024-04-16T01:01:30.342" v="0"/>
        <pc:sldMkLst>
          <pc:docMk/>
          <pc:sldMk cId="5574369" sldId="625"/>
        </pc:sldMkLst>
        <pc:spChg chg="mod">
          <ac:chgData name="SUMA K G" userId="c26ce1b90fa457b4" providerId="LiveId" clId="{35825B73-6F85-4FA7-9C94-F70CF82313F7}" dt="2024-04-16T01:01:30.342" v="0"/>
          <ac:spMkLst>
            <pc:docMk/>
            <pc:sldMk cId="5574369" sldId="625"/>
            <ac:spMk id="2" creationId="{730AB86D-4ABA-2C36-D785-1E22D52E8060}"/>
          </ac:spMkLst>
        </pc:spChg>
        <pc:spChg chg="mod">
          <ac:chgData name="SUMA K G" userId="c26ce1b90fa457b4" providerId="LiveId" clId="{35825B73-6F85-4FA7-9C94-F70CF82313F7}" dt="2024-04-16T01:01:30.342" v="0"/>
          <ac:spMkLst>
            <pc:docMk/>
            <pc:sldMk cId="5574369" sldId="625"/>
            <ac:spMk id="3" creationId="{25E31DEA-110A-3478-25B2-C3EBB8BACD42}"/>
          </ac:spMkLst>
        </pc:spChg>
      </pc:sldChg>
      <pc:sldChg chg="modSp">
        <pc:chgData name="SUMA K G" userId="c26ce1b90fa457b4" providerId="LiveId" clId="{35825B73-6F85-4FA7-9C94-F70CF82313F7}" dt="2024-04-16T01:01:30.342" v="0"/>
        <pc:sldMkLst>
          <pc:docMk/>
          <pc:sldMk cId="2183999383" sldId="626"/>
        </pc:sldMkLst>
        <pc:spChg chg="mod">
          <ac:chgData name="SUMA K G" userId="c26ce1b90fa457b4" providerId="LiveId" clId="{35825B73-6F85-4FA7-9C94-F70CF82313F7}" dt="2024-04-16T01:01:30.342" v="0"/>
          <ac:spMkLst>
            <pc:docMk/>
            <pc:sldMk cId="2183999383" sldId="626"/>
            <ac:spMk id="2" creationId="{EA33E442-6EA7-3307-4BD9-BE0396D13563}"/>
          </ac:spMkLst>
        </pc:spChg>
        <pc:spChg chg="mod">
          <ac:chgData name="SUMA K G" userId="c26ce1b90fa457b4" providerId="LiveId" clId="{35825B73-6F85-4FA7-9C94-F70CF82313F7}" dt="2024-04-16T01:01:30.342" v="0"/>
          <ac:spMkLst>
            <pc:docMk/>
            <pc:sldMk cId="2183999383" sldId="626"/>
            <ac:spMk id="3" creationId="{06C9F1C8-EC01-6161-F64D-8F23A38793F1}"/>
          </ac:spMkLst>
        </pc:spChg>
      </pc:sldChg>
      <pc:sldChg chg="modSp">
        <pc:chgData name="SUMA K G" userId="c26ce1b90fa457b4" providerId="LiveId" clId="{35825B73-6F85-4FA7-9C94-F70CF82313F7}" dt="2024-04-16T01:01:30.342" v="0"/>
        <pc:sldMkLst>
          <pc:docMk/>
          <pc:sldMk cId="1079000560" sldId="627"/>
        </pc:sldMkLst>
        <pc:spChg chg="mod">
          <ac:chgData name="SUMA K G" userId="c26ce1b90fa457b4" providerId="LiveId" clId="{35825B73-6F85-4FA7-9C94-F70CF82313F7}" dt="2024-04-16T01:01:30.342" v="0"/>
          <ac:spMkLst>
            <pc:docMk/>
            <pc:sldMk cId="1079000560" sldId="627"/>
            <ac:spMk id="3" creationId="{9CFDF5AB-6262-5558-A93B-BE0CDF5A32AA}"/>
          </ac:spMkLst>
        </pc:spChg>
      </pc:sldChg>
      <pc:sldChg chg="modSp">
        <pc:chgData name="SUMA K G" userId="c26ce1b90fa457b4" providerId="LiveId" clId="{35825B73-6F85-4FA7-9C94-F70CF82313F7}" dt="2024-04-16T01:01:30.342" v="0"/>
        <pc:sldMkLst>
          <pc:docMk/>
          <pc:sldMk cId="3025231543" sldId="628"/>
        </pc:sldMkLst>
        <pc:spChg chg="mod">
          <ac:chgData name="SUMA K G" userId="c26ce1b90fa457b4" providerId="LiveId" clId="{35825B73-6F85-4FA7-9C94-F70CF82313F7}" dt="2024-04-16T01:01:30.342" v="0"/>
          <ac:spMkLst>
            <pc:docMk/>
            <pc:sldMk cId="3025231543" sldId="628"/>
            <ac:spMk id="2" creationId="{28747D81-86B4-2C03-2893-2993F6D82D76}"/>
          </ac:spMkLst>
        </pc:spChg>
        <pc:spChg chg="mod">
          <ac:chgData name="SUMA K G" userId="c26ce1b90fa457b4" providerId="LiveId" clId="{35825B73-6F85-4FA7-9C94-F70CF82313F7}" dt="2024-04-16T01:01:30.342" v="0"/>
          <ac:spMkLst>
            <pc:docMk/>
            <pc:sldMk cId="3025231543" sldId="628"/>
            <ac:spMk id="3" creationId="{6C0F556B-2CC1-3D7C-7B19-64C29861F78F}"/>
          </ac:spMkLst>
        </pc:spChg>
      </pc:sldChg>
      <pc:sldChg chg="modSp">
        <pc:chgData name="SUMA K G" userId="c26ce1b90fa457b4" providerId="LiveId" clId="{35825B73-6F85-4FA7-9C94-F70CF82313F7}" dt="2024-04-16T01:01:30.342" v="0"/>
        <pc:sldMkLst>
          <pc:docMk/>
          <pc:sldMk cId="2576912853" sldId="629"/>
        </pc:sldMkLst>
        <pc:spChg chg="mod">
          <ac:chgData name="SUMA K G" userId="c26ce1b90fa457b4" providerId="LiveId" clId="{35825B73-6F85-4FA7-9C94-F70CF82313F7}" dt="2024-04-16T01:01:30.342" v="0"/>
          <ac:spMkLst>
            <pc:docMk/>
            <pc:sldMk cId="2576912853" sldId="629"/>
            <ac:spMk id="3" creationId="{B692185F-C93A-280F-0661-376E015DE743}"/>
          </ac:spMkLst>
        </pc:spChg>
      </pc:sldChg>
      <pc:sldChg chg="modSp">
        <pc:chgData name="SUMA K G" userId="c26ce1b90fa457b4" providerId="LiveId" clId="{35825B73-6F85-4FA7-9C94-F70CF82313F7}" dt="2024-04-16T01:01:30.342" v="0"/>
        <pc:sldMkLst>
          <pc:docMk/>
          <pc:sldMk cId="1979828649" sldId="630"/>
        </pc:sldMkLst>
        <pc:spChg chg="mod">
          <ac:chgData name="SUMA K G" userId="c26ce1b90fa457b4" providerId="LiveId" clId="{35825B73-6F85-4FA7-9C94-F70CF82313F7}" dt="2024-04-16T01:01:30.342" v="0"/>
          <ac:spMkLst>
            <pc:docMk/>
            <pc:sldMk cId="1979828649" sldId="630"/>
            <ac:spMk id="2" creationId="{7EDF188B-FDF7-E4D3-D39E-6FCD679671EC}"/>
          </ac:spMkLst>
        </pc:spChg>
      </pc:sldChg>
      <pc:sldChg chg="modSp">
        <pc:chgData name="SUMA K G" userId="c26ce1b90fa457b4" providerId="LiveId" clId="{35825B73-6F85-4FA7-9C94-F70CF82313F7}" dt="2024-04-16T01:01:30.342" v="0"/>
        <pc:sldMkLst>
          <pc:docMk/>
          <pc:sldMk cId="1276906849" sldId="631"/>
        </pc:sldMkLst>
        <pc:spChg chg="mod">
          <ac:chgData name="SUMA K G" userId="c26ce1b90fa457b4" providerId="LiveId" clId="{35825B73-6F85-4FA7-9C94-F70CF82313F7}" dt="2024-04-16T01:01:30.342" v="0"/>
          <ac:spMkLst>
            <pc:docMk/>
            <pc:sldMk cId="1276906849" sldId="631"/>
            <ac:spMk id="3" creationId="{E32B48A6-B18A-3914-6C00-09930BCB09B6}"/>
          </ac:spMkLst>
        </pc:spChg>
      </pc:sldChg>
      <pc:sldChg chg="modSp">
        <pc:chgData name="SUMA K G" userId="c26ce1b90fa457b4" providerId="LiveId" clId="{35825B73-6F85-4FA7-9C94-F70CF82313F7}" dt="2024-04-16T01:01:30.342" v="0"/>
        <pc:sldMkLst>
          <pc:docMk/>
          <pc:sldMk cId="3496471170" sldId="632"/>
        </pc:sldMkLst>
        <pc:spChg chg="mod">
          <ac:chgData name="SUMA K G" userId="c26ce1b90fa457b4" providerId="LiveId" clId="{35825B73-6F85-4FA7-9C94-F70CF82313F7}" dt="2024-04-16T01:01:30.342" v="0"/>
          <ac:spMkLst>
            <pc:docMk/>
            <pc:sldMk cId="3496471170" sldId="632"/>
            <ac:spMk id="2" creationId="{8781FF0F-4955-011E-D7BD-56A7F5822892}"/>
          </ac:spMkLst>
        </pc:spChg>
        <pc:spChg chg="mod">
          <ac:chgData name="SUMA K G" userId="c26ce1b90fa457b4" providerId="LiveId" clId="{35825B73-6F85-4FA7-9C94-F70CF82313F7}" dt="2024-04-16T01:01:30.342" v="0"/>
          <ac:spMkLst>
            <pc:docMk/>
            <pc:sldMk cId="3496471170" sldId="632"/>
            <ac:spMk id="3" creationId="{160A21F4-3687-1165-EFFE-DECE19156F34}"/>
          </ac:spMkLst>
        </pc:spChg>
      </pc:sldChg>
      <pc:sldChg chg="modSp">
        <pc:chgData name="SUMA K G" userId="c26ce1b90fa457b4" providerId="LiveId" clId="{35825B73-6F85-4FA7-9C94-F70CF82313F7}" dt="2024-04-16T01:01:30.342" v="0"/>
        <pc:sldMkLst>
          <pc:docMk/>
          <pc:sldMk cId="3427076272" sldId="633"/>
        </pc:sldMkLst>
        <pc:spChg chg="mod">
          <ac:chgData name="SUMA K G" userId="c26ce1b90fa457b4" providerId="LiveId" clId="{35825B73-6F85-4FA7-9C94-F70CF82313F7}" dt="2024-04-16T01:01:30.342" v="0"/>
          <ac:spMkLst>
            <pc:docMk/>
            <pc:sldMk cId="3427076272" sldId="633"/>
            <ac:spMk id="2" creationId="{AC820117-8DF2-09F8-44BF-A00E27E856CD}"/>
          </ac:spMkLst>
        </pc:spChg>
        <pc:spChg chg="mod">
          <ac:chgData name="SUMA K G" userId="c26ce1b90fa457b4" providerId="LiveId" clId="{35825B73-6F85-4FA7-9C94-F70CF82313F7}" dt="2024-04-16T01:01:30.342" v="0"/>
          <ac:spMkLst>
            <pc:docMk/>
            <pc:sldMk cId="3427076272" sldId="633"/>
            <ac:spMk id="3" creationId="{446EAF8D-535F-ECC7-AD6C-3DA42062E33F}"/>
          </ac:spMkLst>
        </pc:spChg>
      </pc:sldChg>
      <pc:sldChg chg="modSp">
        <pc:chgData name="SUMA K G" userId="c26ce1b90fa457b4" providerId="LiveId" clId="{35825B73-6F85-4FA7-9C94-F70CF82313F7}" dt="2024-04-16T01:01:30.342" v="0"/>
        <pc:sldMkLst>
          <pc:docMk/>
          <pc:sldMk cId="245699020" sldId="634"/>
        </pc:sldMkLst>
        <pc:spChg chg="mod">
          <ac:chgData name="SUMA K G" userId="c26ce1b90fa457b4" providerId="LiveId" clId="{35825B73-6F85-4FA7-9C94-F70CF82313F7}" dt="2024-04-16T01:01:30.342" v="0"/>
          <ac:spMkLst>
            <pc:docMk/>
            <pc:sldMk cId="245699020" sldId="634"/>
            <ac:spMk id="2" creationId="{F12DB2A1-5FDA-93E5-3B98-2A46DC53AD77}"/>
          </ac:spMkLst>
        </pc:spChg>
        <pc:spChg chg="mod">
          <ac:chgData name="SUMA K G" userId="c26ce1b90fa457b4" providerId="LiveId" clId="{35825B73-6F85-4FA7-9C94-F70CF82313F7}" dt="2024-04-16T01:01:30.342" v="0"/>
          <ac:spMkLst>
            <pc:docMk/>
            <pc:sldMk cId="245699020" sldId="634"/>
            <ac:spMk id="3" creationId="{1B82BDDB-B41A-B87C-F276-DD631BEC2A7C}"/>
          </ac:spMkLst>
        </pc:spChg>
      </pc:sldChg>
      <pc:sldChg chg="modSp del">
        <pc:chgData name="SUMA K G" userId="c26ce1b90fa457b4" providerId="LiveId" clId="{35825B73-6F85-4FA7-9C94-F70CF82313F7}" dt="2024-04-16T01:05:52.230" v="5" actId="47"/>
        <pc:sldMkLst>
          <pc:docMk/>
          <pc:sldMk cId="2741784574" sldId="635"/>
        </pc:sldMkLst>
        <pc:spChg chg="mod">
          <ac:chgData name="SUMA K G" userId="c26ce1b90fa457b4" providerId="LiveId" clId="{35825B73-6F85-4FA7-9C94-F70CF82313F7}" dt="2024-04-16T01:01:30.342" v="0"/>
          <ac:spMkLst>
            <pc:docMk/>
            <pc:sldMk cId="2741784574" sldId="635"/>
            <ac:spMk id="2" creationId="{EAAF22E5-E550-ABDD-0C8C-F1A5FD9E9B52}"/>
          </ac:spMkLst>
        </pc:spChg>
      </pc:sldChg>
      <pc:sldChg chg="modSp del">
        <pc:chgData name="SUMA K G" userId="c26ce1b90fa457b4" providerId="LiveId" clId="{35825B73-6F85-4FA7-9C94-F70CF82313F7}" dt="2024-04-16T01:05:52.465" v="6" actId="47"/>
        <pc:sldMkLst>
          <pc:docMk/>
          <pc:sldMk cId="2557802128" sldId="636"/>
        </pc:sldMkLst>
        <pc:spChg chg="mod">
          <ac:chgData name="SUMA K G" userId="c26ce1b90fa457b4" providerId="LiveId" clId="{35825B73-6F85-4FA7-9C94-F70CF82313F7}" dt="2024-04-16T01:01:30.342" v="0"/>
          <ac:spMkLst>
            <pc:docMk/>
            <pc:sldMk cId="2557802128" sldId="636"/>
            <ac:spMk id="2" creationId="{4BA603B5-F5FA-949C-B16D-53DF9F05B221}"/>
          </ac:spMkLst>
        </pc:spChg>
        <pc:spChg chg="mod">
          <ac:chgData name="SUMA K G" userId="c26ce1b90fa457b4" providerId="LiveId" clId="{35825B73-6F85-4FA7-9C94-F70CF82313F7}" dt="2024-04-16T01:01:30.342" v="0"/>
          <ac:spMkLst>
            <pc:docMk/>
            <pc:sldMk cId="2557802128" sldId="636"/>
            <ac:spMk id="3" creationId="{9F39BBE9-6879-F6D8-35EF-19C12D8A46A3}"/>
          </ac:spMkLst>
        </pc:spChg>
      </pc:sldChg>
      <pc:sldChg chg="modSp del">
        <pc:chgData name="SUMA K G" userId="c26ce1b90fa457b4" providerId="LiveId" clId="{35825B73-6F85-4FA7-9C94-F70CF82313F7}" dt="2024-04-16T01:05:52.603" v="7" actId="47"/>
        <pc:sldMkLst>
          <pc:docMk/>
          <pc:sldMk cId="1103824379" sldId="637"/>
        </pc:sldMkLst>
        <pc:spChg chg="mod">
          <ac:chgData name="SUMA K G" userId="c26ce1b90fa457b4" providerId="LiveId" clId="{35825B73-6F85-4FA7-9C94-F70CF82313F7}" dt="2024-04-16T01:01:30.342" v="0"/>
          <ac:spMkLst>
            <pc:docMk/>
            <pc:sldMk cId="1103824379" sldId="637"/>
            <ac:spMk id="2" creationId="{C67352E4-8193-73A4-31BD-C76B478AB0D6}"/>
          </ac:spMkLst>
        </pc:spChg>
      </pc:sldChg>
      <pc:sldChg chg="modSp del">
        <pc:chgData name="SUMA K G" userId="c26ce1b90fa457b4" providerId="LiveId" clId="{35825B73-6F85-4FA7-9C94-F70CF82313F7}" dt="2024-04-16T01:05:52.713" v="8" actId="47"/>
        <pc:sldMkLst>
          <pc:docMk/>
          <pc:sldMk cId="1755384943" sldId="638"/>
        </pc:sldMkLst>
        <pc:spChg chg="mod">
          <ac:chgData name="SUMA K G" userId="c26ce1b90fa457b4" providerId="LiveId" clId="{35825B73-6F85-4FA7-9C94-F70CF82313F7}" dt="2024-04-16T01:01:30.342" v="0"/>
          <ac:spMkLst>
            <pc:docMk/>
            <pc:sldMk cId="1755384943" sldId="638"/>
            <ac:spMk id="2" creationId="{A219D0D1-8384-2699-1E35-10A870A3F20D}"/>
          </ac:spMkLst>
        </pc:spChg>
        <pc:spChg chg="mod">
          <ac:chgData name="SUMA K G" userId="c26ce1b90fa457b4" providerId="LiveId" clId="{35825B73-6F85-4FA7-9C94-F70CF82313F7}" dt="2024-04-16T01:01:30.342" v="0"/>
          <ac:spMkLst>
            <pc:docMk/>
            <pc:sldMk cId="1755384943" sldId="638"/>
            <ac:spMk id="3" creationId="{9D973E8F-5479-D664-69B3-6A0B4B4AD702}"/>
          </ac:spMkLst>
        </pc:spChg>
      </pc:sldChg>
      <pc:sldChg chg="modSp del">
        <pc:chgData name="SUMA K G" userId="c26ce1b90fa457b4" providerId="LiveId" clId="{35825B73-6F85-4FA7-9C94-F70CF82313F7}" dt="2024-04-16T01:05:52.808" v="9" actId="47"/>
        <pc:sldMkLst>
          <pc:docMk/>
          <pc:sldMk cId="412584905" sldId="639"/>
        </pc:sldMkLst>
        <pc:spChg chg="mod">
          <ac:chgData name="SUMA K G" userId="c26ce1b90fa457b4" providerId="LiveId" clId="{35825B73-6F85-4FA7-9C94-F70CF82313F7}" dt="2024-04-16T01:01:30.342" v="0"/>
          <ac:spMkLst>
            <pc:docMk/>
            <pc:sldMk cId="412584905" sldId="639"/>
            <ac:spMk id="2" creationId="{606F6252-2FB4-5785-B143-A1E5AF6BEB85}"/>
          </ac:spMkLst>
        </pc:spChg>
        <pc:spChg chg="mod">
          <ac:chgData name="SUMA K G" userId="c26ce1b90fa457b4" providerId="LiveId" clId="{35825B73-6F85-4FA7-9C94-F70CF82313F7}" dt="2024-04-16T01:01:30.342" v="0"/>
          <ac:spMkLst>
            <pc:docMk/>
            <pc:sldMk cId="412584905" sldId="639"/>
            <ac:spMk id="3" creationId="{833CA823-F376-46C8-E8BC-34C6AC5CB7F2}"/>
          </ac:spMkLst>
        </pc:spChg>
      </pc:sldChg>
      <pc:sldChg chg="modSp del">
        <pc:chgData name="SUMA K G" userId="c26ce1b90fa457b4" providerId="LiveId" clId="{35825B73-6F85-4FA7-9C94-F70CF82313F7}" dt="2024-04-16T01:05:53.471" v="10" actId="47"/>
        <pc:sldMkLst>
          <pc:docMk/>
          <pc:sldMk cId="4068667152" sldId="640"/>
        </pc:sldMkLst>
        <pc:spChg chg="mod">
          <ac:chgData name="SUMA K G" userId="c26ce1b90fa457b4" providerId="LiveId" clId="{35825B73-6F85-4FA7-9C94-F70CF82313F7}" dt="2024-04-16T01:01:30.342" v="0"/>
          <ac:spMkLst>
            <pc:docMk/>
            <pc:sldMk cId="4068667152" sldId="640"/>
            <ac:spMk id="2" creationId="{7F11FF0C-A9F8-06B2-6A4C-88D0CBB02669}"/>
          </ac:spMkLst>
        </pc:spChg>
        <pc:spChg chg="mod">
          <ac:chgData name="SUMA K G" userId="c26ce1b90fa457b4" providerId="LiveId" clId="{35825B73-6F85-4FA7-9C94-F70CF82313F7}" dt="2024-04-16T01:01:30.342" v="0"/>
          <ac:spMkLst>
            <pc:docMk/>
            <pc:sldMk cId="4068667152" sldId="640"/>
            <ac:spMk id="3" creationId="{496211E9-5585-3570-D2F4-65C6A40E4B40}"/>
          </ac:spMkLst>
        </pc:spChg>
      </pc:sldChg>
      <pc:sldChg chg="modSp del">
        <pc:chgData name="SUMA K G" userId="c26ce1b90fa457b4" providerId="LiveId" clId="{35825B73-6F85-4FA7-9C94-F70CF82313F7}" dt="2024-04-16T01:05:53.721" v="12" actId="47"/>
        <pc:sldMkLst>
          <pc:docMk/>
          <pc:sldMk cId="1290247787" sldId="642"/>
        </pc:sldMkLst>
        <pc:spChg chg="mod">
          <ac:chgData name="SUMA K G" userId="c26ce1b90fa457b4" providerId="LiveId" clId="{35825B73-6F85-4FA7-9C94-F70CF82313F7}" dt="2024-04-16T01:01:30.342" v="0"/>
          <ac:spMkLst>
            <pc:docMk/>
            <pc:sldMk cId="1290247787" sldId="642"/>
            <ac:spMk id="2" creationId="{02ADD8CC-6022-F557-35CE-81DC843EC4EB}"/>
          </ac:spMkLst>
        </pc:spChg>
      </pc:sldChg>
      <pc:sldChg chg="del">
        <pc:chgData name="SUMA K G" userId="c26ce1b90fa457b4" providerId="LiveId" clId="{35825B73-6F85-4FA7-9C94-F70CF82313F7}" dt="2024-04-16T01:05:53.607" v="11" actId="47"/>
        <pc:sldMkLst>
          <pc:docMk/>
          <pc:sldMk cId="2318669714" sldId="643"/>
        </pc:sldMkLst>
      </pc:sldChg>
      <pc:sldChg chg="modSp del">
        <pc:chgData name="SUMA K G" userId="c26ce1b90fa457b4" providerId="LiveId" clId="{35825B73-6F85-4FA7-9C94-F70CF82313F7}" dt="2024-04-16T01:05:53.976" v="14" actId="47"/>
        <pc:sldMkLst>
          <pc:docMk/>
          <pc:sldMk cId="4193041739" sldId="646"/>
        </pc:sldMkLst>
        <pc:spChg chg="mod">
          <ac:chgData name="SUMA K G" userId="c26ce1b90fa457b4" providerId="LiveId" clId="{35825B73-6F85-4FA7-9C94-F70CF82313F7}" dt="2024-04-16T01:01:30.342" v="0"/>
          <ac:spMkLst>
            <pc:docMk/>
            <pc:sldMk cId="4193041739" sldId="646"/>
            <ac:spMk id="2" creationId="{97B39E9E-D557-0694-4475-1B3FDC3F937C}"/>
          </ac:spMkLst>
        </pc:spChg>
      </pc:sldChg>
      <pc:sldChg chg="modSp del">
        <pc:chgData name="SUMA K G" userId="c26ce1b90fa457b4" providerId="LiveId" clId="{35825B73-6F85-4FA7-9C94-F70CF82313F7}" dt="2024-04-16T01:05:54.228" v="15" actId="47"/>
        <pc:sldMkLst>
          <pc:docMk/>
          <pc:sldMk cId="3788603716" sldId="647"/>
        </pc:sldMkLst>
        <pc:spChg chg="mod">
          <ac:chgData name="SUMA K G" userId="c26ce1b90fa457b4" providerId="LiveId" clId="{35825B73-6F85-4FA7-9C94-F70CF82313F7}" dt="2024-04-16T01:01:30.342" v="0"/>
          <ac:spMkLst>
            <pc:docMk/>
            <pc:sldMk cId="3788603716" sldId="647"/>
            <ac:spMk id="2" creationId="{8CC13C33-ED7B-53C6-855B-51FC1711F051}"/>
          </ac:spMkLst>
        </pc:spChg>
        <pc:spChg chg="mod">
          <ac:chgData name="SUMA K G" userId="c26ce1b90fa457b4" providerId="LiveId" clId="{35825B73-6F85-4FA7-9C94-F70CF82313F7}" dt="2024-04-16T01:01:30.342" v="0"/>
          <ac:spMkLst>
            <pc:docMk/>
            <pc:sldMk cId="3788603716" sldId="647"/>
            <ac:spMk id="3" creationId="{B9E2264E-D99D-753F-3264-E13EC07285BC}"/>
          </ac:spMkLst>
        </pc:spChg>
      </pc:sldChg>
      <pc:sldChg chg="del">
        <pc:chgData name="SUMA K G" userId="c26ce1b90fa457b4" providerId="LiveId" clId="{35825B73-6F85-4FA7-9C94-F70CF82313F7}" dt="2024-04-16T01:05:55.882" v="23" actId="47"/>
        <pc:sldMkLst>
          <pc:docMk/>
          <pc:sldMk cId="178717690" sldId="648"/>
        </pc:sldMkLst>
      </pc:sldChg>
      <pc:sldChg chg="modSp del">
        <pc:chgData name="SUMA K G" userId="c26ce1b90fa457b4" providerId="LiveId" clId="{35825B73-6F85-4FA7-9C94-F70CF82313F7}" dt="2024-04-16T01:05:56.027" v="24" actId="47"/>
        <pc:sldMkLst>
          <pc:docMk/>
          <pc:sldMk cId="794759481" sldId="649"/>
        </pc:sldMkLst>
        <pc:spChg chg="mod">
          <ac:chgData name="SUMA K G" userId="c26ce1b90fa457b4" providerId="LiveId" clId="{35825B73-6F85-4FA7-9C94-F70CF82313F7}" dt="2024-04-16T01:01:30.342" v="0"/>
          <ac:spMkLst>
            <pc:docMk/>
            <pc:sldMk cId="794759481" sldId="649"/>
            <ac:spMk id="2" creationId="{ABE57B25-4F73-8852-4E9E-BFB54EAAF6E9}"/>
          </ac:spMkLst>
        </pc:spChg>
        <pc:spChg chg="mod">
          <ac:chgData name="SUMA K G" userId="c26ce1b90fa457b4" providerId="LiveId" clId="{35825B73-6F85-4FA7-9C94-F70CF82313F7}" dt="2024-04-16T01:01:30.342" v="0"/>
          <ac:spMkLst>
            <pc:docMk/>
            <pc:sldMk cId="794759481" sldId="649"/>
            <ac:spMk id="3" creationId="{61C3B2C1-23BF-A068-AD41-0FFF8EF0F0FE}"/>
          </ac:spMkLst>
        </pc:spChg>
      </pc:sldChg>
      <pc:sldChg chg="modSp del">
        <pc:chgData name="SUMA K G" userId="c26ce1b90fa457b4" providerId="LiveId" clId="{35825B73-6F85-4FA7-9C94-F70CF82313F7}" dt="2024-04-16T01:05:56.236" v="25" actId="47"/>
        <pc:sldMkLst>
          <pc:docMk/>
          <pc:sldMk cId="1689412597" sldId="650"/>
        </pc:sldMkLst>
        <pc:spChg chg="mod">
          <ac:chgData name="SUMA K G" userId="c26ce1b90fa457b4" providerId="LiveId" clId="{35825B73-6F85-4FA7-9C94-F70CF82313F7}" dt="2024-04-16T01:01:30.342" v="0"/>
          <ac:spMkLst>
            <pc:docMk/>
            <pc:sldMk cId="1689412597" sldId="650"/>
            <ac:spMk id="2" creationId="{F5228C56-ECAC-7E0A-C120-44BC65C18F4A}"/>
          </ac:spMkLst>
        </pc:spChg>
      </pc:sldChg>
      <pc:sldChg chg="del">
        <pc:chgData name="SUMA K G" userId="c26ce1b90fa457b4" providerId="LiveId" clId="{35825B73-6F85-4FA7-9C94-F70CF82313F7}" dt="2024-04-16T01:05:56.981" v="27" actId="47"/>
        <pc:sldMkLst>
          <pc:docMk/>
          <pc:sldMk cId="2388653653" sldId="651"/>
        </pc:sldMkLst>
      </pc:sldChg>
      <pc:sldChg chg="modSp add del">
        <pc:chgData name="SUMA K G" userId="c26ce1b90fa457b4" providerId="LiveId" clId="{35825B73-6F85-4FA7-9C94-F70CF82313F7}" dt="2024-04-16T01:07:03.498" v="36" actId="47"/>
        <pc:sldMkLst>
          <pc:docMk/>
          <pc:sldMk cId="2392241520" sldId="652"/>
        </pc:sldMkLst>
        <pc:spChg chg="mod">
          <ac:chgData name="SUMA K G" userId="c26ce1b90fa457b4" providerId="LiveId" clId="{35825B73-6F85-4FA7-9C94-F70CF82313F7}" dt="2024-04-16T01:01:30.342" v="0"/>
          <ac:spMkLst>
            <pc:docMk/>
            <pc:sldMk cId="2392241520" sldId="652"/>
            <ac:spMk id="2" creationId="{6415BAE6-473D-C37D-C1F2-717EC66978DF}"/>
          </ac:spMkLst>
        </pc:spChg>
      </pc:sldChg>
      <pc:sldChg chg="del">
        <pc:chgData name="SUMA K G" userId="c26ce1b90fa457b4" providerId="LiveId" clId="{35825B73-6F85-4FA7-9C94-F70CF82313F7}" dt="2024-04-16T01:05:53.872" v="13" actId="47"/>
        <pc:sldMkLst>
          <pc:docMk/>
          <pc:sldMk cId="2090755232" sldId="653"/>
        </pc:sldMkLst>
      </pc:sldChg>
      <pc:sldChg chg="modSp del">
        <pc:chgData name="SUMA K G" userId="c26ce1b90fa457b4" providerId="LiveId" clId="{35825B73-6F85-4FA7-9C94-F70CF82313F7}" dt="2024-04-16T01:05:56.880" v="26" actId="47"/>
        <pc:sldMkLst>
          <pc:docMk/>
          <pc:sldMk cId="3014149162" sldId="654"/>
        </pc:sldMkLst>
        <pc:spChg chg="mod">
          <ac:chgData name="SUMA K G" userId="c26ce1b90fa457b4" providerId="LiveId" clId="{35825B73-6F85-4FA7-9C94-F70CF82313F7}" dt="2024-04-16T01:01:30.342" v="0"/>
          <ac:spMkLst>
            <pc:docMk/>
            <pc:sldMk cId="3014149162" sldId="654"/>
            <ac:spMk id="2" creationId="{82C0FF4A-7383-BB33-0A20-6FD339820752}"/>
          </ac:spMkLst>
        </pc:spChg>
        <pc:spChg chg="mod">
          <ac:chgData name="SUMA K G" userId="c26ce1b90fa457b4" providerId="LiveId" clId="{35825B73-6F85-4FA7-9C94-F70CF82313F7}" dt="2024-04-16T01:01:30.342" v="0"/>
          <ac:spMkLst>
            <pc:docMk/>
            <pc:sldMk cId="3014149162" sldId="654"/>
            <ac:spMk id="3" creationId="{9EF313AD-C537-CC64-CABF-CDCF1A703417}"/>
          </ac:spMkLst>
        </pc:spChg>
      </pc:sldChg>
      <pc:sldChg chg="modSp del">
        <pc:chgData name="SUMA K G" userId="c26ce1b90fa457b4" providerId="LiveId" clId="{35825B73-6F85-4FA7-9C94-F70CF82313F7}" dt="2024-04-16T01:05:57.434" v="28" actId="47"/>
        <pc:sldMkLst>
          <pc:docMk/>
          <pc:sldMk cId="4257227297" sldId="655"/>
        </pc:sldMkLst>
        <pc:spChg chg="mod">
          <ac:chgData name="SUMA K G" userId="c26ce1b90fa457b4" providerId="LiveId" clId="{35825B73-6F85-4FA7-9C94-F70CF82313F7}" dt="2024-04-16T01:01:30.342" v="0"/>
          <ac:spMkLst>
            <pc:docMk/>
            <pc:sldMk cId="4257227297" sldId="655"/>
            <ac:spMk id="2" creationId="{6F10F886-07AB-FAAB-2AFC-7924BB309195}"/>
          </ac:spMkLst>
        </pc:spChg>
        <pc:spChg chg="mod">
          <ac:chgData name="SUMA K G" userId="c26ce1b90fa457b4" providerId="LiveId" clId="{35825B73-6F85-4FA7-9C94-F70CF82313F7}" dt="2024-04-16T01:01:30.342" v="0"/>
          <ac:spMkLst>
            <pc:docMk/>
            <pc:sldMk cId="4257227297" sldId="655"/>
            <ac:spMk id="3" creationId="{C97C864D-8091-8F3C-AA36-276A3B549EC5}"/>
          </ac:spMkLst>
        </pc:spChg>
      </pc:sldChg>
      <pc:sldChg chg="modSp del">
        <pc:chgData name="SUMA K G" userId="c26ce1b90fa457b4" providerId="LiveId" clId="{35825B73-6F85-4FA7-9C94-F70CF82313F7}" dt="2024-04-16T01:05:54.461" v="16" actId="47"/>
        <pc:sldMkLst>
          <pc:docMk/>
          <pc:sldMk cId="501505871" sldId="658"/>
        </pc:sldMkLst>
        <pc:spChg chg="mod">
          <ac:chgData name="SUMA K G" userId="c26ce1b90fa457b4" providerId="LiveId" clId="{35825B73-6F85-4FA7-9C94-F70CF82313F7}" dt="2024-04-16T01:01:30.342" v="0"/>
          <ac:spMkLst>
            <pc:docMk/>
            <pc:sldMk cId="501505871" sldId="658"/>
            <ac:spMk id="2" creationId="{97795FB3-B7E8-8754-0703-63D69261E6F9}"/>
          </ac:spMkLst>
        </pc:spChg>
      </pc:sldChg>
      <pc:sldChg chg="modSp del">
        <pc:chgData name="SUMA K G" userId="c26ce1b90fa457b4" providerId="LiveId" clId="{35825B73-6F85-4FA7-9C94-F70CF82313F7}" dt="2024-04-16T01:05:54.549" v="17" actId="47"/>
        <pc:sldMkLst>
          <pc:docMk/>
          <pc:sldMk cId="3102485259" sldId="659"/>
        </pc:sldMkLst>
        <pc:spChg chg="mod">
          <ac:chgData name="SUMA K G" userId="c26ce1b90fa457b4" providerId="LiveId" clId="{35825B73-6F85-4FA7-9C94-F70CF82313F7}" dt="2024-04-16T01:01:30.342" v="0"/>
          <ac:spMkLst>
            <pc:docMk/>
            <pc:sldMk cId="3102485259" sldId="659"/>
            <ac:spMk id="2" creationId="{97795FB3-B7E8-8754-0703-63D69261E6F9}"/>
          </ac:spMkLst>
        </pc:spChg>
      </pc:sldChg>
      <pc:sldChg chg="modSp del">
        <pc:chgData name="SUMA K G" userId="c26ce1b90fa457b4" providerId="LiveId" clId="{35825B73-6F85-4FA7-9C94-F70CF82313F7}" dt="2024-04-16T01:05:54.614" v="18" actId="47"/>
        <pc:sldMkLst>
          <pc:docMk/>
          <pc:sldMk cId="2267125535" sldId="660"/>
        </pc:sldMkLst>
        <pc:spChg chg="mod">
          <ac:chgData name="SUMA K G" userId="c26ce1b90fa457b4" providerId="LiveId" clId="{35825B73-6F85-4FA7-9C94-F70CF82313F7}" dt="2024-04-16T01:01:30.342" v="0"/>
          <ac:spMkLst>
            <pc:docMk/>
            <pc:sldMk cId="2267125535" sldId="660"/>
            <ac:spMk id="2" creationId="{FDDD4EFD-091E-C31F-3B77-BFCDA0DF8429}"/>
          </ac:spMkLst>
        </pc:spChg>
        <pc:spChg chg="mod">
          <ac:chgData name="SUMA K G" userId="c26ce1b90fa457b4" providerId="LiveId" clId="{35825B73-6F85-4FA7-9C94-F70CF82313F7}" dt="2024-04-16T01:01:30.342" v="0"/>
          <ac:spMkLst>
            <pc:docMk/>
            <pc:sldMk cId="2267125535" sldId="660"/>
            <ac:spMk id="3" creationId="{2586C52E-F1F3-CDC2-250F-BC95D5A59836}"/>
          </ac:spMkLst>
        </pc:spChg>
      </pc:sldChg>
      <pc:sldChg chg="modSp del">
        <pc:chgData name="SUMA K G" userId="c26ce1b90fa457b4" providerId="LiveId" clId="{35825B73-6F85-4FA7-9C94-F70CF82313F7}" dt="2024-04-16T01:05:54.821" v="19" actId="47"/>
        <pc:sldMkLst>
          <pc:docMk/>
          <pc:sldMk cId="3659783649" sldId="661"/>
        </pc:sldMkLst>
        <pc:spChg chg="mod">
          <ac:chgData name="SUMA K G" userId="c26ce1b90fa457b4" providerId="LiveId" clId="{35825B73-6F85-4FA7-9C94-F70CF82313F7}" dt="2024-04-16T01:01:30.342" v="0"/>
          <ac:spMkLst>
            <pc:docMk/>
            <pc:sldMk cId="3659783649" sldId="661"/>
            <ac:spMk id="2" creationId="{E7DA2B32-AAA9-C8EE-5A4E-3D9D34B2C942}"/>
          </ac:spMkLst>
        </pc:spChg>
      </pc:sldChg>
      <pc:sldChg chg="modSp del">
        <pc:chgData name="SUMA K G" userId="c26ce1b90fa457b4" providerId="LiveId" clId="{35825B73-6F85-4FA7-9C94-F70CF82313F7}" dt="2024-04-16T01:05:55.339" v="20" actId="47"/>
        <pc:sldMkLst>
          <pc:docMk/>
          <pc:sldMk cId="1643978815" sldId="662"/>
        </pc:sldMkLst>
        <pc:spChg chg="mod">
          <ac:chgData name="SUMA K G" userId="c26ce1b90fa457b4" providerId="LiveId" clId="{35825B73-6F85-4FA7-9C94-F70CF82313F7}" dt="2024-04-16T01:01:30.342" v="0"/>
          <ac:spMkLst>
            <pc:docMk/>
            <pc:sldMk cId="1643978815" sldId="662"/>
            <ac:spMk id="2" creationId="{08ED35F5-BECF-D572-C79F-A41F19B547F8}"/>
          </ac:spMkLst>
        </pc:spChg>
      </pc:sldChg>
      <pc:sldChg chg="modSp del">
        <pc:chgData name="SUMA K G" userId="c26ce1b90fa457b4" providerId="LiveId" clId="{35825B73-6F85-4FA7-9C94-F70CF82313F7}" dt="2024-04-16T01:05:55.470" v="21" actId="47"/>
        <pc:sldMkLst>
          <pc:docMk/>
          <pc:sldMk cId="1212291924" sldId="663"/>
        </pc:sldMkLst>
        <pc:spChg chg="mod">
          <ac:chgData name="SUMA K G" userId="c26ce1b90fa457b4" providerId="LiveId" clId="{35825B73-6F85-4FA7-9C94-F70CF82313F7}" dt="2024-04-16T01:01:30.342" v="0"/>
          <ac:spMkLst>
            <pc:docMk/>
            <pc:sldMk cId="1212291924" sldId="663"/>
            <ac:spMk id="2" creationId="{7D3F8609-6CF9-3646-4058-1536F2BD2CCD}"/>
          </ac:spMkLst>
        </pc:spChg>
      </pc:sldChg>
      <pc:sldChg chg="modSp del">
        <pc:chgData name="SUMA K G" userId="c26ce1b90fa457b4" providerId="LiveId" clId="{35825B73-6F85-4FA7-9C94-F70CF82313F7}" dt="2024-04-16T01:05:55.822" v="22" actId="47"/>
        <pc:sldMkLst>
          <pc:docMk/>
          <pc:sldMk cId="1570970730" sldId="664"/>
        </pc:sldMkLst>
        <pc:spChg chg="mod">
          <ac:chgData name="SUMA K G" userId="c26ce1b90fa457b4" providerId="LiveId" clId="{35825B73-6F85-4FA7-9C94-F70CF82313F7}" dt="2024-04-16T01:01:30.342" v="0"/>
          <ac:spMkLst>
            <pc:docMk/>
            <pc:sldMk cId="1570970730" sldId="664"/>
            <ac:spMk id="2" creationId="{BCC66183-D5AB-824A-92A1-286F89B3A721}"/>
          </ac:spMkLst>
        </pc:spChg>
      </pc:sldChg>
      <pc:sldChg chg="new add del">
        <pc:chgData name="SUMA K G" userId="c26ce1b90fa457b4" providerId="LiveId" clId="{35825B73-6F85-4FA7-9C94-F70CF82313F7}" dt="2024-04-16T01:07:02.408" v="35" actId="47"/>
        <pc:sldMkLst>
          <pc:docMk/>
          <pc:sldMk cId="675807736" sldId="665"/>
        </pc:sldMkLst>
      </pc:sldChg>
    </pc:docChg>
  </pc:docChgLst>
  <pc:docChgLst>
    <pc:chgData name="SUMA K G" userId="c26ce1b90fa457b4" providerId="LiveId" clId="{39E1F23D-DDE8-44AE-BC1A-17CC33E926C1}"/>
    <pc:docChg chg="undo custSel addSld delSld modSld sldOrd">
      <pc:chgData name="SUMA K G" userId="c26ce1b90fa457b4" providerId="LiveId" clId="{39E1F23D-DDE8-44AE-BC1A-17CC33E926C1}" dt="2024-04-04T05:29:33.969" v="545" actId="20577"/>
      <pc:docMkLst>
        <pc:docMk/>
      </pc:docMkLst>
      <pc:sldChg chg="modSp mod">
        <pc:chgData name="SUMA K G" userId="c26ce1b90fa457b4" providerId="LiveId" clId="{39E1F23D-DDE8-44AE-BC1A-17CC33E926C1}" dt="2024-04-04T04:00:50.559" v="160" actId="13926"/>
        <pc:sldMkLst>
          <pc:docMk/>
          <pc:sldMk cId="1385568766" sldId="260"/>
        </pc:sldMkLst>
        <pc:spChg chg="mod">
          <ac:chgData name="SUMA K G" userId="c26ce1b90fa457b4" providerId="LiveId" clId="{39E1F23D-DDE8-44AE-BC1A-17CC33E926C1}" dt="2024-04-04T04:00:50.559" v="160" actId="13926"/>
          <ac:spMkLst>
            <pc:docMk/>
            <pc:sldMk cId="1385568766" sldId="260"/>
            <ac:spMk id="3" creationId="{EC7FE152-4D77-18DF-A8D9-2F7A2946B887}"/>
          </ac:spMkLst>
        </pc:spChg>
      </pc:sldChg>
      <pc:sldChg chg="modSp mod">
        <pc:chgData name="SUMA K G" userId="c26ce1b90fa457b4" providerId="LiveId" clId="{39E1F23D-DDE8-44AE-BC1A-17CC33E926C1}" dt="2024-04-04T05:29:33.969" v="545" actId="20577"/>
        <pc:sldMkLst>
          <pc:docMk/>
          <pc:sldMk cId="2773029733" sldId="585"/>
        </pc:sldMkLst>
        <pc:spChg chg="mod">
          <ac:chgData name="SUMA K G" userId="c26ce1b90fa457b4" providerId="LiveId" clId="{39E1F23D-DDE8-44AE-BC1A-17CC33E926C1}" dt="2024-04-04T05:29:33.969" v="545" actId="20577"/>
          <ac:spMkLst>
            <pc:docMk/>
            <pc:sldMk cId="2773029733" sldId="585"/>
            <ac:spMk id="3" creationId="{FD6B1D31-C4E7-8A73-DE3F-694072EBD1FA}"/>
          </ac:spMkLst>
        </pc:spChg>
      </pc:sldChg>
      <pc:sldChg chg="del">
        <pc:chgData name="SUMA K G" userId="c26ce1b90fa457b4" providerId="LiveId" clId="{39E1F23D-DDE8-44AE-BC1A-17CC33E926C1}" dt="2024-04-04T04:00:42.754" v="158" actId="47"/>
        <pc:sldMkLst>
          <pc:docMk/>
          <pc:sldMk cId="3351007628" sldId="622"/>
        </pc:sldMkLst>
      </pc:sldChg>
      <pc:sldChg chg="modSp new mod">
        <pc:chgData name="SUMA K G" userId="c26ce1b90fa457b4" providerId="LiveId" clId="{39E1F23D-DDE8-44AE-BC1A-17CC33E926C1}" dt="2024-04-04T03:58:58.919" v="102" actId="20577"/>
        <pc:sldMkLst>
          <pc:docMk/>
          <pc:sldMk cId="1773576367" sldId="623"/>
        </pc:sldMkLst>
        <pc:spChg chg="mod">
          <ac:chgData name="SUMA K G" userId="c26ce1b90fa457b4" providerId="LiveId" clId="{39E1F23D-DDE8-44AE-BC1A-17CC33E926C1}" dt="2024-04-04T03:58:09.794" v="77" actId="6549"/>
          <ac:spMkLst>
            <pc:docMk/>
            <pc:sldMk cId="1773576367" sldId="623"/>
            <ac:spMk id="2" creationId="{62CFD67A-AF25-2F07-7CCF-E8C57BA01F89}"/>
          </ac:spMkLst>
        </pc:spChg>
        <pc:spChg chg="mod">
          <ac:chgData name="SUMA K G" userId="c26ce1b90fa457b4" providerId="LiveId" clId="{39E1F23D-DDE8-44AE-BC1A-17CC33E926C1}" dt="2024-04-04T03:58:58.919" v="102" actId="20577"/>
          <ac:spMkLst>
            <pc:docMk/>
            <pc:sldMk cId="1773576367" sldId="623"/>
            <ac:spMk id="3" creationId="{E81C95D5-E225-B0AC-1F28-1996878717A0}"/>
          </ac:spMkLst>
        </pc:spChg>
      </pc:sldChg>
      <pc:sldChg chg="modSp new mod ord">
        <pc:chgData name="SUMA K G" userId="c26ce1b90fa457b4" providerId="LiveId" clId="{39E1F23D-DDE8-44AE-BC1A-17CC33E926C1}" dt="2024-04-04T05:11:15.280" v="267"/>
        <pc:sldMkLst>
          <pc:docMk/>
          <pc:sldMk cId="414711314" sldId="624"/>
        </pc:sldMkLst>
        <pc:spChg chg="mod">
          <ac:chgData name="SUMA K G" userId="c26ce1b90fa457b4" providerId="LiveId" clId="{39E1F23D-DDE8-44AE-BC1A-17CC33E926C1}" dt="2024-04-04T04:01:36.059" v="168" actId="113"/>
          <ac:spMkLst>
            <pc:docMk/>
            <pc:sldMk cId="414711314" sldId="624"/>
            <ac:spMk id="2" creationId="{3681CEA3-0A3F-603B-EE54-6AFC803AB51D}"/>
          </ac:spMkLst>
        </pc:spChg>
        <pc:spChg chg="mod">
          <ac:chgData name="SUMA K G" userId="c26ce1b90fa457b4" providerId="LiveId" clId="{39E1F23D-DDE8-44AE-BC1A-17CC33E926C1}" dt="2024-04-04T04:01:43.725" v="171" actId="123"/>
          <ac:spMkLst>
            <pc:docMk/>
            <pc:sldMk cId="414711314" sldId="624"/>
            <ac:spMk id="3" creationId="{29B81F87-B17F-DAA1-336A-26C60BF6BAC0}"/>
          </ac:spMkLst>
        </pc:spChg>
      </pc:sldChg>
      <pc:sldChg chg="add">
        <pc:chgData name="SUMA K G" userId="c26ce1b90fa457b4" providerId="LiveId" clId="{39E1F23D-DDE8-44AE-BC1A-17CC33E926C1}" dt="2024-04-04T05:11:12.311" v="265"/>
        <pc:sldMkLst>
          <pc:docMk/>
          <pc:sldMk cId="2453609987" sldId="625"/>
        </pc:sldMkLst>
      </pc:sldChg>
      <pc:sldChg chg="addSp modSp new del mod">
        <pc:chgData name="SUMA K G" userId="c26ce1b90fa457b4" providerId="LiveId" clId="{39E1F23D-DDE8-44AE-BC1A-17CC33E926C1}" dt="2024-04-04T05:11:06.113" v="264" actId="2696"/>
        <pc:sldMkLst>
          <pc:docMk/>
          <pc:sldMk cId="3159803120" sldId="625"/>
        </pc:sldMkLst>
        <pc:spChg chg="mod">
          <ac:chgData name="SUMA K G" userId="c26ce1b90fa457b4" providerId="LiveId" clId="{39E1F23D-DDE8-44AE-BC1A-17CC33E926C1}" dt="2024-04-04T04:01:32.853" v="167"/>
          <ac:spMkLst>
            <pc:docMk/>
            <pc:sldMk cId="3159803120" sldId="625"/>
            <ac:spMk id="2" creationId="{730AB86D-4ABA-2C36-D785-1E22D52E8060}"/>
          </ac:spMkLst>
        </pc:spChg>
        <pc:picChg chg="add mod">
          <ac:chgData name="SUMA K G" userId="c26ce1b90fa457b4" providerId="LiveId" clId="{39E1F23D-DDE8-44AE-BC1A-17CC33E926C1}" dt="2024-04-04T04:01:23.314" v="166" actId="1076"/>
          <ac:picMkLst>
            <pc:docMk/>
            <pc:sldMk cId="3159803120" sldId="625"/>
            <ac:picMk id="5" creationId="{9BC79062-4064-2A16-7331-D4879B825C42}"/>
          </ac:picMkLst>
        </pc:picChg>
      </pc:sldChg>
      <pc:sldChg chg="addSp modSp new mod ord">
        <pc:chgData name="SUMA K G" userId="c26ce1b90fa457b4" providerId="LiveId" clId="{39E1F23D-DDE8-44AE-BC1A-17CC33E926C1}" dt="2024-04-04T05:29:09.427" v="521"/>
        <pc:sldMkLst>
          <pc:docMk/>
          <pc:sldMk cId="3913018523" sldId="626"/>
        </pc:sldMkLst>
        <pc:spChg chg="mod">
          <ac:chgData name="SUMA K G" userId="c26ce1b90fa457b4" providerId="LiveId" clId="{39E1F23D-DDE8-44AE-BC1A-17CC33E926C1}" dt="2024-04-04T04:24:28.239" v="188"/>
          <ac:spMkLst>
            <pc:docMk/>
            <pc:sldMk cId="3913018523" sldId="626"/>
            <ac:spMk id="2" creationId="{EA33E442-6EA7-3307-4BD9-BE0396D13563}"/>
          </ac:spMkLst>
        </pc:spChg>
        <pc:picChg chg="add mod modCrop">
          <ac:chgData name="SUMA K G" userId="c26ce1b90fa457b4" providerId="LiveId" clId="{39E1F23D-DDE8-44AE-BC1A-17CC33E926C1}" dt="2024-04-04T05:08:14.633" v="250" actId="732"/>
          <ac:picMkLst>
            <pc:docMk/>
            <pc:sldMk cId="3913018523" sldId="626"/>
            <ac:picMk id="5" creationId="{50A7FCA5-6A2B-D469-ADCE-7B355D2B7091}"/>
          </ac:picMkLst>
        </pc:picChg>
      </pc:sldChg>
      <pc:sldChg chg="addSp modSp new mod ord">
        <pc:chgData name="SUMA K G" userId="c26ce1b90fa457b4" providerId="LiveId" clId="{39E1F23D-DDE8-44AE-BC1A-17CC33E926C1}" dt="2024-04-04T05:08:53.031" v="255"/>
        <pc:sldMkLst>
          <pc:docMk/>
          <pc:sldMk cId="2937526511" sldId="627"/>
        </pc:sldMkLst>
        <pc:spChg chg="mod">
          <ac:chgData name="SUMA K G" userId="c26ce1b90fa457b4" providerId="LiveId" clId="{39E1F23D-DDE8-44AE-BC1A-17CC33E926C1}" dt="2024-04-04T04:24:19.123" v="187" actId="255"/>
          <ac:spMkLst>
            <pc:docMk/>
            <pc:sldMk cId="2937526511" sldId="627"/>
            <ac:spMk id="2" creationId="{49A3D982-9D5A-E2D2-D852-18D49C8B2F35}"/>
          </ac:spMkLst>
        </pc:spChg>
        <pc:picChg chg="add mod">
          <ac:chgData name="SUMA K G" userId="c26ce1b90fa457b4" providerId="LiveId" clId="{39E1F23D-DDE8-44AE-BC1A-17CC33E926C1}" dt="2024-04-04T04:23:53.206" v="181" actId="1076"/>
          <ac:picMkLst>
            <pc:docMk/>
            <pc:sldMk cId="2937526511" sldId="627"/>
            <ac:picMk id="5" creationId="{8A15924C-2D5E-C867-0D01-6CD981E2C566}"/>
          </ac:picMkLst>
        </pc:picChg>
      </pc:sldChg>
      <pc:sldChg chg="addSp modSp new mod">
        <pc:chgData name="SUMA K G" userId="c26ce1b90fa457b4" providerId="LiveId" clId="{39E1F23D-DDE8-44AE-BC1A-17CC33E926C1}" dt="2024-04-04T05:08:47.119" v="253" actId="1076"/>
        <pc:sldMkLst>
          <pc:docMk/>
          <pc:sldMk cId="2419977516" sldId="628"/>
        </pc:sldMkLst>
        <pc:spChg chg="mod">
          <ac:chgData name="SUMA K G" userId="c26ce1b90fa457b4" providerId="LiveId" clId="{39E1F23D-DDE8-44AE-BC1A-17CC33E926C1}" dt="2024-04-04T04:24:57.115" v="193" actId="113"/>
          <ac:spMkLst>
            <pc:docMk/>
            <pc:sldMk cId="2419977516" sldId="628"/>
            <ac:spMk id="2" creationId="{28747D81-86B4-2C03-2893-2993F6D82D76}"/>
          </ac:spMkLst>
        </pc:spChg>
        <pc:picChg chg="add mod">
          <ac:chgData name="SUMA K G" userId="c26ce1b90fa457b4" providerId="LiveId" clId="{39E1F23D-DDE8-44AE-BC1A-17CC33E926C1}" dt="2024-04-04T05:08:47.119" v="253" actId="1076"/>
          <ac:picMkLst>
            <pc:docMk/>
            <pc:sldMk cId="2419977516" sldId="628"/>
            <ac:picMk id="5" creationId="{272C8C76-B507-BABB-293B-E8EBC2268278}"/>
          </ac:picMkLst>
        </pc:picChg>
      </pc:sldChg>
      <pc:sldChg chg="addSp modSp new mod ord">
        <pc:chgData name="SUMA K G" userId="c26ce1b90fa457b4" providerId="LiveId" clId="{39E1F23D-DDE8-44AE-BC1A-17CC33E926C1}" dt="2024-04-04T05:29:17.912" v="523"/>
        <pc:sldMkLst>
          <pc:docMk/>
          <pc:sldMk cId="270657564" sldId="629"/>
        </pc:sldMkLst>
        <pc:spChg chg="mod">
          <ac:chgData name="SUMA K G" userId="c26ce1b90fa457b4" providerId="LiveId" clId="{39E1F23D-DDE8-44AE-BC1A-17CC33E926C1}" dt="2024-04-04T04:25:09.374" v="197" actId="113"/>
          <ac:spMkLst>
            <pc:docMk/>
            <pc:sldMk cId="270657564" sldId="629"/>
            <ac:spMk id="2" creationId="{02D374A1-8F2F-45C4-D21A-7349CC5D0B37}"/>
          </ac:spMkLst>
        </pc:spChg>
        <pc:picChg chg="add mod">
          <ac:chgData name="SUMA K G" userId="c26ce1b90fa457b4" providerId="LiveId" clId="{39E1F23D-DDE8-44AE-BC1A-17CC33E926C1}" dt="2024-04-04T04:25:31.239" v="201" actId="14100"/>
          <ac:picMkLst>
            <pc:docMk/>
            <pc:sldMk cId="270657564" sldId="629"/>
            <ac:picMk id="5" creationId="{F74E83DF-EC5B-1BA4-EF05-0903BD06D7C1}"/>
          </ac:picMkLst>
        </pc:picChg>
      </pc:sldChg>
      <pc:sldChg chg="modSp new mod">
        <pc:chgData name="SUMA K G" userId="c26ce1b90fa457b4" providerId="LiveId" clId="{39E1F23D-DDE8-44AE-BC1A-17CC33E926C1}" dt="2024-04-04T05:10:18.924" v="263" actId="20577"/>
        <pc:sldMkLst>
          <pc:docMk/>
          <pc:sldMk cId="2477074326" sldId="630"/>
        </pc:sldMkLst>
        <pc:spChg chg="mod">
          <ac:chgData name="SUMA K G" userId="c26ce1b90fa457b4" providerId="LiveId" clId="{39E1F23D-DDE8-44AE-BC1A-17CC33E926C1}" dt="2024-04-04T05:10:18.924" v="263" actId="20577"/>
          <ac:spMkLst>
            <pc:docMk/>
            <pc:sldMk cId="2477074326" sldId="630"/>
            <ac:spMk id="3" creationId="{F4B13E75-2A1C-1CAB-D03B-CC2283B623D2}"/>
          </ac:spMkLst>
        </pc:spChg>
      </pc:sldChg>
      <pc:sldChg chg="addSp modSp new mod">
        <pc:chgData name="SUMA K G" userId="c26ce1b90fa457b4" providerId="LiveId" clId="{39E1F23D-DDE8-44AE-BC1A-17CC33E926C1}" dt="2024-04-04T04:27:02.347" v="226" actId="14100"/>
        <pc:sldMkLst>
          <pc:docMk/>
          <pc:sldMk cId="1263642625" sldId="631"/>
        </pc:sldMkLst>
        <pc:spChg chg="mod">
          <ac:chgData name="SUMA K G" userId="c26ce1b90fa457b4" providerId="LiveId" clId="{39E1F23D-DDE8-44AE-BC1A-17CC33E926C1}" dt="2024-04-04T04:27:02.347" v="226" actId="14100"/>
          <ac:spMkLst>
            <pc:docMk/>
            <pc:sldMk cId="1263642625" sldId="631"/>
            <ac:spMk id="2" creationId="{D1BA5FD5-901F-E3A1-7F69-13A642C10154}"/>
          </ac:spMkLst>
        </pc:spChg>
        <pc:picChg chg="add mod">
          <ac:chgData name="SUMA K G" userId="c26ce1b90fa457b4" providerId="LiveId" clId="{39E1F23D-DDE8-44AE-BC1A-17CC33E926C1}" dt="2024-04-04T04:26:57.258" v="224" actId="1076"/>
          <ac:picMkLst>
            <pc:docMk/>
            <pc:sldMk cId="1263642625" sldId="631"/>
            <ac:picMk id="5" creationId="{6BABFAAC-57F8-33A8-CCEA-8AD26567FE69}"/>
          </ac:picMkLst>
        </pc:picChg>
      </pc:sldChg>
      <pc:sldChg chg="addSp modSp new mod">
        <pc:chgData name="SUMA K G" userId="c26ce1b90fa457b4" providerId="LiveId" clId="{39E1F23D-DDE8-44AE-BC1A-17CC33E926C1}" dt="2024-04-04T04:27:43.810" v="235" actId="1076"/>
        <pc:sldMkLst>
          <pc:docMk/>
          <pc:sldMk cId="42080973" sldId="632"/>
        </pc:sldMkLst>
        <pc:spChg chg="mod">
          <ac:chgData name="SUMA K G" userId="c26ce1b90fa457b4" providerId="LiveId" clId="{39E1F23D-DDE8-44AE-BC1A-17CC33E926C1}" dt="2024-04-04T04:27:17.165" v="230" actId="20577"/>
          <ac:spMkLst>
            <pc:docMk/>
            <pc:sldMk cId="42080973" sldId="632"/>
            <ac:spMk id="2" creationId="{8781FF0F-4955-011E-D7BD-56A7F5822892}"/>
          </ac:spMkLst>
        </pc:spChg>
        <pc:picChg chg="add mod">
          <ac:chgData name="SUMA K G" userId="c26ce1b90fa457b4" providerId="LiveId" clId="{39E1F23D-DDE8-44AE-BC1A-17CC33E926C1}" dt="2024-04-04T04:27:43.810" v="235" actId="1076"/>
          <ac:picMkLst>
            <pc:docMk/>
            <pc:sldMk cId="42080973" sldId="632"/>
            <ac:picMk id="5" creationId="{0FAE0F5F-109D-26B1-84C5-5BA122BC5E85}"/>
          </ac:picMkLst>
        </pc:picChg>
      </pc:sldChg>
      <pc:sldChg chg="addSp modSp new mod">
        <pc:chgData name="SUMA K G" userId="c26ce1b90fa457b4" providerId="LiveId" clId="{39E1F23D-DDE8-44AE-BC1A-17CC33E926C1}" dt="2024-04-04T04:28:12.863" v="243" actId="20577"/>
        <pc:sldMkLst>
          <pc:docMk/>
          <pc:sldMk cId="1275490951" sldId="633"/>
        </pc:sldMkLst>
        <pc:spChg chg="mod">
          <ac:chgData name="SUMA K G" userId="c26ce1b90fa457b4" providerId="LiveId" clId="{39E1F23D-DDE8-44AE-BC1A-17CC33E926C1}" dt="2024-04-04T04:28:12.863" v="243" actId="20577"/>
          <ac:spMkLst>
            <pc:docMk/>
            <pc:sldMk cId="1275490951" sldId="633"/>
            <ac:spMk id="2" creationId="{AC820117-8DF2-09F8-44BF-A00E27E856CD}"/>
          </ac:spMkLst>
        </pc:spChg>
        <pc:picChg chg="add mod">
          <ac:chgData name="SUMA K G" userId="c26ce1b90fa457b4" providerId="LiveId" clId="{39E1F23D-DDE8-44AE-BC1A-17CC33E926C1}" dt="2024-04-04T04:28:04.334" v="240" actId="1076"/>
          <ac:picMkLst>
            <pc:docMk/>
            <pc:sldMk cId="1275490951" sldId="633"/>
            <ac:picMk id="5" creationId="{1DCF7E12-D1FC-1DF5-C0A8-3D65138F20EE}"/>
          </ac:picMkLst>
        </pc:picChg>
      </pc:sldChg>
      <pc:sldChg chg="addSp modSp new mod">
        <pc:chgData name="SUMA K G" userId="c26ce1b90fa457b4" providerId="LiveId" clId="{39E1F23D-DDE8-44AE-BC1A-17CC33E926C1}" dt="2024-04-04T04:28:39.859" v="248" actId="14100"/>
        <pc:sldMkLst>
          <pc:docMk/>
          <pc:sldMk cId="3505784726" sldId="634"/>
        </pc:sldMkLst>
        <pc:spChg chg="mod">
          <ac:chgData name="SUMA K G" userId="c26ce1b90fa457b4" providerId="LiveId" clId="{39E1F23D-DDE8-44AE-BC1A-17CC33E926C1}" dt="2024-04-04T04:28:23.977" v="245"/>
          <ac:spMkLst>
            <pc:docMk/>
            <pc:sldMk cId="3505784726" sldId="634"/>
            <ac:spMk id="2" creationId="{F12DB2A1-5FDA-93E5-3B98-2A46DC53AD77}"/>
          </ac:spMkLst>
        </pc:spChg>
        <pc:picChg chg="add mod">
          <ac:chgData name="SUMA K G" userId="c26ce1b90fa457b4" providerId="LiveId" clId="{39E1F23D-DDE8-44AE-BC1A-17CC33E926C1}" dt="2024-04-04T04:28:39.859" v="248" actId="14100"/>
          <ac:picMkLst>
            <pc:docMk/>
            <pc:sldMk cId="3505784726" sldId="634"/>
            <ac:picMk id="5" creationId="{118B04A0-20D4-A3A3-94F9-BF5B9B3791EF}"/>
          </ac:picMkLst>
        </pc:picChg>
      </pc:sldChg>
      <pc:sldChg chg="modSp new mod">
        <pc:chgData name="SUMA K G" userId="c26ce1b90fa457b4" providerId="LiveId" clId="{39E1F23D-DDE8-44AE-BC1A-17CC33E926C1}" dt="2024-04-04T05:23:50.674" v="485" actId="13926"/>
        <pc:sldMkLst>
          <pc:docMk/>
          <pc:sldMk cId="2741784574" sldId="635"/>
        </pc:sldMkLst>
        <pc:spChg chg="mod">
          <ac:chgData name="SUMA K G" userId="c26ce1b90fa457b4" providerId="LiveId" clId="{39E1F23D-DDE8-44AE-BC1A-17CC33E926C1}" dt="2024-04-04T05:23:36.194" v="484"/>
          <ac:spMkLst>
            <pc:docMk/>
            <pc:sldMk cId="2741784574" sldId="635"/>
            <ac:spMk id="2" creationId="{EAAF22E5-E550-ABDD-0C8C-F1A5FD9E9B52}"/>
          </ac:spMkLst>
        </pc:spChg>
        <pc:spChg chg="mod">
          <ac:chgData name="SUMA K G" userId="c26ce1b90fa457b4" providerId="LiveId" clId="{39E1F23D-DDE8-44AE-BC1A-17CC33E926C1}" dt="2024-04-04T05:23:50.674" v="485" actId="13926"/>
          <ac:spMkLst>
            <pc:docMk/>
            <pc:sldMk cId="2741784574" sldId="635"/>
            <ac:spMk id="3" creationId="{EB20DCB8-3228-8AC4-BE50-79FACB08D958}"/>
          </ac:spMkLst>
        </pc:spChg>
      </pc:sldChg>
      <pc:sldChg chg="new del">
        <pc:chgData name="SUMA K G" userId="c26ce1b90fa457b4" providerId="LiveId" clId="{39E1F23D-DDE8-44AE-BC1A-17CC33E926C1}" dt="2024-04-04T05:11:16.506" v="268" actId="47"/>
        <pc:sldMkLst>
          <pc:docMk/>
          <pc:sldMk cId="3948609819" sldId="635"/>
        </pc:sldMkLst>
      </pc:sldChg>
      <pc:sldChg chg="addSp modSp new">
        <pc:chgData name="SUMA K G" userId="c26ce1b90fa457b4" providerId="LiveId" clId="{39E1F23D-DDE8-44AE-BC1A-17CC33E926C1}" dt="2024-04-04T05:13:26.094" v="281" actId="1076"/>
        <pc:sldMkLst>
          <pc:docMk/>
          <pc:sldMk cId="2557802128" sldId="636"/>
        </pc:sldMkLst>
        <pc:picChg chg="add mod">
          <ac:chgData name="SUMA K G" userId="c26ce1b90fa457b4" providerId="LiveId" clId="{39E1F23D-DDE8-44AE-BC1A-17CC33E926C1}" dt="2024-04-04T05:13:26.094" v="281" actId="1076"/>
          <ac:picMkLst>
            <pc:docMk/>
            <pc:sldMk cId="2557802128" sldId="636"/>
            <ac:picMk id="1026" creationId="{3A55578E-1A72-B878-A047-EAFE321FADC1}"/>
          </ac:picMkLst>
        </pc:picChg>
      </pc:sldChg>
      <pc:sldChg chg="modSp new mod">
        <pc:chgData name="SUMA K G" userId="c26ce1b90fa457b4" providerId="LiveId" clId="{39E1F23D-DDE8-44AE-BC1A-17CC33E926C1}" dt="2024-04-04T05:24:15.947" v="488" actId="13926"/>
        <pc:sldMkLst>
          <pc:docMk/>
          <pc:sldMk cId="1103824379" sldId="637"/>
        </pc:sldMkLst>
        <pc:spChg chg="mod">
          <ac:chgData name="SUMA K G" userId="c26ce1b90fa457b4" providerId="LiveId" clId="{39E1F23D-DDE8-44AE-BC1A-17CC33E926C1}" dt="2024-04-04T05:14:12.739" v="283"/>
          <ac:spMkLst>
            <pc:docMk/>
            <pc:sldMk cId="1103824379" sldId="637"/>
            <ac:spMk id="2" creationId="{C67352E4-8193-73A4-31BD-C76B478AB0D6}"/>
          </ac:spMkLst>
        </pc:spChg>
        <pc:spChg chg="mod">
          <ac:chgData name="SUMA K G" userId="c26ce1b90fa457b4" providerId="LiveId" clId="{39E1F23D-DDE8-44AE-BC1A-17CC33E926C1}" dt="2024-04-04T05:24:15.947" v="488" actId="13926"/>
          <ac:spMkLst>
            <pc:docMk/>
            <pc:sldMk cId="1103824379" sldId="637"/>
            <ac:spMk id="3" creationId="{E8C3BC44-1EA0-1165-A377-4D5788A4F205}"/>
          </ac:spMkLst>
        </pc:spChg>
      </pc:sldChg>
      <pc:sldChg chg="modSp new mod">
        <pc:chgData name="SUMA K G" userId="c26ce1b90fa457b4" providerId="LiveId" clId="{39E1F23D-DDE8-44AE-BC1A-17CC33E926C1}" dt="2024-04-04T05:14:42.168" v="292" actId="123"/>
        <pc:sldMkLst>
          <pc:docMk/>
          <pc:sldMk cId="1755384943" sldId="638"/>
        </pc:sldMkLst>
        <pc:spChg chg="mod">
          <ac:chgData name="SUMA K G" userId="c26ce1b90fa457b4" providerId="LiveId" clId="{39E1F23D-DDE8-44AE-BC1A-17CC33E926C1}" dt="2024-04-04T05:14:34.289" v="289"/>
          <ac:spMkLst>
            <pc:docMk/>
            <pc:sldMk cId="1755384943" sldId="638"/>
            <ac:spMk id="2" creationId="{A219D0D1-8384-2699-1E35-10A870A3F20D}"/>
          </ac:spMkLst>
        </pc:spChg>
        <pc:spChg chg="mod">
          <ac:chgData name="SUMA K G" userId="c26ce1b90fa457b4" providerId="LiveId" clId="{39E1F23D-DDE8-44AE-BC1A-17CC33E926C1}" dt="2024-04-04T05:14:42.168" v="292" actId="123"/>
          <ac:spMkLst>
            <pc:docMk/>
            <pc:sldMk cId="1755384943" sldId="638"/>
            <ac:spMk id="3" creationId="{9D973E8F-5479-D664-69B3-6A0B4B4AD702}"/>
          </ac:spMkLst>
        </pc:spChg>
      </pc:sldChg>
      <pc:sldChg chg="modSp new mod">
        <pc:chgData name="SUMA K G" userId="c26ce1b90fa457b4" providerId="LiveId" clId="{39E1F23D-DDE8-44AE-BC1A-17CC33E926C1}" dt="2024-04-04T05:25:11.664" v="493" actId="13926"/>
        <pc:sldMkLst>
          <pc:docMk/>
          <pc:sldMk cId="412584905" sldId="639"/>
        </pc:sldMkLst>
        <pc:spChg chg="mod">
          <ac:chgData name="SUMA K G" userId="c26ce1b90fa457b4" providerId="LiveId" clId="{39E1F23D-DDE8-44AE-BC1A-17CC33E926C1}" dt="2024-04-04T05:14:48.685" v="294"/>
          <ac:spMkLst>
            <pc:docMk/>
            <pc:sldMk cId="412584905" sldId="639"/>
            <ac:spMk id="2" creationId="{606F6252-2FB4-5785-B143-A1E5AF6BEB85}"/>
          </ac:spMkLst>
        </pc:spChg>
        <pc:spChg chg="mod">
          <ac:chgData name="SUMA K G" userId="c26ce1b90fa457b4" providerId="LiveId" clId="{39E1F23D-DDE8-44AE-BC1A-17CC33E926C1}" dt="2024-04-04T05:25:11.664" v="493" actId="13926"/>
          <ac:spMkLst>
            <pc:docMk/>
            <pc:sldMk cId="412584905" sldId="639"/>
            <ac:spMk id="3" creationId="{833CA823-F376-46C8-E8BC-34C6AC5CB7F2}"/>
          </ac:spMkLst>
        </pc:spChg>
      </pc:sldChg>
      <pc:sldChg chg="modSp new mod">
        <pc:chgData name="SUMA K G" userId="c26ce1b90fa457b4" providerId="LiveId" clId="{39E1F23D-DDE8-44AE-BC1A-17CC33E926C1}" dt="2024-04-04T05:18:29.560" v="357" actId="255"/>
        <pc:sldMkLst>
          <pc:docMk/>
          <pc:sldMk cId="4068667152" sldId="640"/>
        </pc:sldMkLst>
        <pc:spChg chg="mod">
          <ac:chgData name="SUMA K G" userId="c26ce1b90fa457b4" providerId="LiveId" clId="{39E1F23D-DDE8-44AE-BC1A-17CC33E926C1}" dt="2024-04-04T05:15:03.878" v="299"/>
          <ac:spMkLst>
            <pc:docMk/>
            <pc:sldMk cId="4068667152" sldId="640"/>
            <ac:spMk id="2" creationId="{7F11FF0C-A9F8-06B2-6A4C-88D0CBB02669}"/>
          </ac:spMkLst>
        </pc:spChg>
        <pc:spChg chg="mod">
          <ac:chgData name="SUMA K G" userId="c26ce1b90fa457b4" providerId="LiveId" clId="{39E1F23D-DDE8-44AE-BC1A-17CC33E926C1}" dt="2024-04-04T05:18:29.560" v="357" actId="255"/>
          <ac:spMkLst>
            <pc:docMk/>
            <pc:sldMk cId="4068667152" sldId="640"/>
            <ac:spMk id="3" creationId="{496211E9-5585-3570-D2F4-65C6A40E4B40}"/>
          </ac:spMkLst>
        </pc:spChg>
      </pc:sldChg>
      <pc:sldChg chg="modSp new del mod">
        <pc:chgData name="SUMA K G" userId="c26ce1b90fa457b4" providerId="LiveId" clId="{39E1F23D-DDE8-44AE-BC1A-17CC33E926C1}" dt="2024-04-04T05:18:45.584" v="366" actId="47"/>
        <pc:sldMkLst>
          <pc:docMk/>
          <pc:sldMk cId="414121779" sldId="641"/>
        </pc:sldMkLst>
        <pc:spChg chg="mod">
          <ac:chgData name="SUMA K G" userId="c26ce1b90fa457b4" providerId="LiveId" clId="{39E1F23D-DDE8-44AE-BC1A-17CC33E926C1}" dt="2024-04-04T05:15:09.246" v="301"/>
          <ac:spMkLst>
            <pc:docMk/>
            <pc:sldMk cId="414121779" sldId="641"/>
            <ac:spMk id="2" creationId="{5094301B-ED4E-015F-56CF-5E537DDA2AEC}"/>
          </ac:spMkLst>
        </pc:spChg>
        <pc:spChg chg="mod">
          <ac:chgData name="SUMA K G" userId="c26ce1b90fa457b4" providerId="LiveId" clId="{39E1F23D-DDE8-44AE-BC1A-17CC33E926C1}" dt="2024-04-04T05:15:17.077" v="304" actId="123"/>
          <ac:spMkLst>
            <pc:docMk/>
            <pc:sldMk cId="414121779" sldId="641"/>
            <ac:spMk id="3" creationId="{1C3EAF52-269A-8F73-8059-33699F60CD26}"/>
          </ac:spMkLst>
        </pc:spChg>
      </pc:sldChg>
      <pc:sldChg chg="modSp new mod">
        <pc:chgData name="SUMA K G" userId="c26ce1b90fa457b4" providerId="LiveId" clId="{39E1F23D-DDE8-44AE-BC1A-17CC33E926C1}" dt="2024-04-04T05:15:46.931" v="315" actId="123"/>
        <pc:sldMkLst>
          <pc:docMk/>
          <pc:sldMk cId="1290247787" sldId="642"/>
        </pc:sldMkLst>
        <pc:spChg chg="mod">
          <ac:chgData name="SUMA K G" userId="c26ce1b90fa457b4" providerId="LiveId" clId="{39E1F23D-DDE8-44AE-BC1A-17CC33E926C1}" dt="2024-04-04T05:15:38.122" v="312" actId="27636"/>
          <ac:spMkLst>
            <pc:docMk/>
            <pc:sldMk cId="1290247787" sldId="642"/>
            <ac:spMk id="2" creationId="{02ADD8CC-6022-F557-35CE-81DC843EC4EB}"/>
          </ac:spMkLst>
        </pc:spChg>
        <pc:spChg chg="mod">
          <ac:chgData name="SUMA K G" userId="c26ce1b90fa457b4" providerId="LiveId" clId="{39E1F23D-DDE8-44AE-BC1A-17CC33E926C1}" dt="2024-04-04T05:15:46.931" v="315" actId="123"/>
          <ac:spMkLst>
            <pc:docMk/>
            <pc:sldMk cId="1290247787" sldId="642"/>
            <ac:spMk id="3" creationId="{79069B26-2B5E-0F2E-CF04-7DA16432F25E}"/>
          </ac:spMkLst>
        </pc:spChg>
      </pc:sldChg>
      <pc:sldChg chg="modSp new mod">
        <pc:chgData name="SUMA K G" userId="c26ce1b90fa457b4" providerId="LiveId" clId="{39E1F23D-DDE8-44AE-BC1A-17CC33E926C1}" dt="2024-04-04T05:25:34.968" v="495" actId="13926"/>
        <pc:sldMkLst>
          <pc:docMk/>
          <pc:sldMk cId="2318669714" sldId="643"/>
        </pc:sldMkLst>
        <pc:spChg chg="mod">
          <ac:chgData name="SUMA K G" userId="c26ce1b90fa457b4" providerId="LiveId" clId="{39E1F23D-DDE8-44AE-BC1A-17CC33E926C1}" dt="2024-04-04T05:19:17.383" v="381" actId="14100"/>
          <ac:spMkLst>
            <pc:docMk/>
            <pc:sldMk cId="2318669714" sldId="643"/>
            <ac:spMk id="2" creationId="{3D024E9A-B311-95AD-9EA8-4B5AF899FB35}"/>
          </ac:spMkLst>
        </pc:spChg>
        <pc:spChg chg="mod">
          <ac:chgData name="SUMA K G" userId="c26ce1b90fa457b4" providerId="LiveId" clId="{39E1F23D-DDE8-44AE-BC1A-17CC33E926C1}" dt="2024-04-04T05:25:34.968" v="495" actId="13926"/>
          <ac:spMkLst>
            <pc:docMk/>
            <pc:sldMk cId="2318669714" sldId="643"/>
            <ac:spMk id="3" creationId="{4A85A4E6-27A2-2FE1-895C-2C6A40CA5E4D}"/>
          </ac:spMkLst>
        </pc:spChg>
      </pc:sldChg>
      <pc:sldChg chg="modSp new del mod">
        <pc:chgData name="SUMA K G" userId="c26ce1b90fa457b4" providerId="LiveId" clId="{39E1F23D-DDE8-44AE-BC1A-17CC33E926C1}" dt="2024-04-04T05:19:51.889" v="387" actId="47"/>
        <pc:sldMkLst>
          <pc:docMk/>
          <pc:sldMk cId="1512314585" sldId="644"/>
        </pc:sldMkLst>
        <pc:spChg chg="mod">
          <ac:chgData name="SUMA K G" userId="c26ce1b90fa457b4" providerId="LiveId" clId="{39E1F23D-DDE8-44AE-BC1A-17CC33E926C1}" dt="2024-04-04T05:15:59.504" v="317"/>
          <ac:spMkLst>
            <pc:docMk/>
            <pc:sldMk cId="1512314585" sldId="644"/>
            <ac:spMk id="2" creationId="{5003DB74-3304-FFFB-9DF0-FE8723FD177A}"/>
          </ac:spMkLst>
        </pc:spChg>
        <pc:spChg chg="mod">
          <ac:chgData name="SUMA K G" userId="c26ce1b90fa457b4" providerId="LiveId" clId="{39E1F23D-DDE8-44AE-BC1A-17CC33E926C1}" dt="2024-04-04T05:16:08.390" v="319" actId="255"/>
          <ac:spMkLst>
            <pc:docMk/>
            <pc:sldMk cId="1512314585" sldId="644"/>
            <ac:spMk id="3" creationId="{E202EFA8-26A7-1E98-0194-1C8CF32D3158}"/>
          </ac:spMkLst>
        </pc:spChg>
      </pc:sldChg>
      <pc:sldChg chg="modSp new del mod">
        <pc:chgData name="SUMA K G" userId="c26ce1b90fa457b4" providerId="LiveId" clId="{39E1F23D-DDE8-44AE-BC1A-17CC33E926C1}" dt="2024-04-04T05:19:53.464" v="388" actId="47"/>
        <pc:sldMkLst>
          <pc:docMk/>
          <pc:sldMk cId="4051775819" sldId="645"/>
        </pc:sldMkLst>
        <pc:spChg chg="mod">
          <ac:chgData name="SUMA K G" userId="c26ce1b90fa457b4" providerId="LiveId" clId="{39E1F23D-DDE8-44AE-BC1A-17CC33E926C1}" dt="2024-04-04T05:16:18.649" v="321"/>
          <ac:spMkLst>
            <pc:docMk/>
            <pc:sldMk cId="4051775819" sldId="645"/>
            <ac:spMk id="2" creationId="{DDBBB850-21E6-A7E0-6FD2-170F8CF54ECD}"/>
          </ac:spMkLst>
        </pc:spChg>
        <pc:spChg chg="mod">
          <ac:chgData name="SUMA K G" userId="c26ce1b90fa457b4" providerId="LiveId" clId="{39E1F23D-DDE8-44AE-BC1A-17CC33E926C1}" dt="2024-04-04T05:16:25.149" v="323" actId="255"/>
          <ac:spMkLst>
            <pc:docMk/>
            <pc:sldMk cId="4051775819" sldId="645"/>
            <ac:spMk id="3" creationId="{5EEAE776-3AE1-D02F-A285-CFD593C978C9}"/>
          </ac:spMkLst>
        </pc:spChg>
      </pc:sldChg>
      <pc:sldChg chg="modSp new mod">
        <pc:chgData name="SUMA K G" userId="c26ce1b90fa457b4" providerId="LiveId" clId="{39E1F23D-DDE8-44AE-BC1A-17CC33E926C1}" dt="2024-04-04T05:27:15.030" v="507" actId="14100"/>
        <pc:sldMkLst>
          <pc:docMk/>
          <pc:sldMk cId="4193041739" sldId="646"/>
        </pc:sldMkLst>
        <pc:spChg chg="mod">
          <ac:chgData name="SUMA K G" userId="c26ce1b90fa457b4" providerId="LiveId" clId="{39E1F23D-DDE8-44AE-BC1A-17CC33E926C1}" dt="2024-04-04T05:16:31.371" v="325"/>
          <ac:spMkLst>
            <pc:docMk/>
            <pc:sldMk cId="4193041739" sldId="646"/>
            <ac:spMk id="2" creationId="{97B39E9E-D557-0694-4475-1B3FDC3F937C}"/>
          </ac:spMkLst>
        </pc:spChg>
        <pc:spChg chg="mod">
          <ac:chgData name="SUMA K G" userId="c26ce1b90fa457b4" providerId="LiveId" clId="{39E1F23D-DDE8-44AE-BC1A-17CC33E926C1}" dt="2024-04-04T05:27:15.030" v="507" actId="14100"/>
          <ac:spMkLst>
            <pc:docMk/>
            <pc:sldMk cId="4193041739" sldId="646"/>
            <ac:spMk id="3" creationId="{85B1AE6F-3D67-A5C8-BD42-76658D2B7D42}"/>
          </ac:spMkLst>
        </pc:spChg>
      </pc:sldChg>
      <pc:sldChg chg="modSp new mod">
        <pc:chgData name="SUMA K G" userId="c26ce1b90fa457b4" providerId="LiveId" clId="{39E1F23D-DDE8-44AE-BC1A-17CC33E926C1}" dt="2024-04-04T05:27:33.017" v="508" actId="13926"/>
        <pc:sldMkLst>
          <pc:docMk/>
          <pc:sldMk cId="3788603716" sldId="647"/>
        </pc:sldMkLst>
        <pc:spChg chg="mod">
          <ac:chgData name="SUMA K G" userId="c26ce1b90fa457b4" providerId="LiveId" clId="{39E1F23D-DDE8-44AE-BC1A-17CC33E926C1}" dt="2024-04-04T05:16:47.012" v="330"/>
          <ac:spMkLst>
            <pc:docMk/>
            <pc:sldMk cId="3788603716" sldId="647"/>
            <ac:spMk id="2" creationId="{8CC13C33-ED7B-53C6-855B-51FC1711F051}"/>
          </ac:spMkLst>
        </pc:spChg>
        <pc:spChg chg="mod">
          <ac:chgData name="SUMA K G" userId="c26ce1b90fa457b4" providerId="LiveId" clId="{39E1F23D-DDE8-44AE-BC1A-17CC33E926C1}" dt="2024-04-04T05:27:33.017" v="508" actId="13926"/>
          <ac:spMkLst>
            <pc:docMk/>
            <pc:sldMk cId="3788603716" sldId="647"/>
            <ac:spMk id="3" creationId="{B9E2264E-D99D-753F-3264-E13EC07285BC}"/>
          </ac:spMkLst>
        </pc:spChg>
      </pc:sldChg>
      <pc:sldChg chg="modSp new mod">
        <pc:chgData name="SUMA K G" userId="c26ce1b90fa457b4" providerId="LiveId" clId="{39E1F23D-DDE8-44AE-BC1A-17CC33E926C1}" dt="2024-04-04T05:27:48.023" v="511" actId="255"/>
        <pc:sldMkLst>
          <pc:docMk/>
          <pc:sldMk cId="178717690" sldId="648"/>
        </pc:sldMkLst>
        <pc:spChg chg="mod">
          <ac:chgData name="SUMA K G" userId="c26ce1b90fa457b4" providerId="LiveId" clId="{39E1F23D-DDE8-44AE-BC1A-17CC33E926C1}" dt="2024-04-04T05:27:48.023" v="511" actId="255"/>
          <ac:spMkLst>
            <pc:docMk/>
            <pc:sldMk cId="178717690" sldId="648"/>
            <ac:spMk id="2" creationId="{E2501182-6E5A-2A97-5F4A-C9F2A92931CD}"/>
          </ac:spMkLst>
        </pc:spChg>
        <pc:spChg chg="mod">
          <ac:chgData name="SUMA K G" userId="c26ce1b90fa457b4" providerId="LiveId" clId="{39E1F23D-DDE8-44AE-BC1A-17CC33E926C1}" dt="2024-04-04T05:21:11.603" v="425" actId="14100"/>
          <ac:spMkLst>
            <pc:docMk/>
            <pc:sldMk cId="178717690" sldId="648"/>
            <ac:spMk id="3" creationId="{D932CB82-E660-690D-C341-58448A699754}"/>
          </ac:spMkLst>
        </pc:spChg>
      </pc:sldChg>
      <pc:sldChg chg="modSp new mod">
        <pc:chgData name="SUMA K G" userId="c26ce1b90fa457b4" providerId="LiveId" clId="{39E1F23D-DDE8-44AE-BC1A-17CC33E926C1}" dt="2024-04-04T05:28:09.265" v="512" actId="123"/>
        <pc:sldMkLst>
          <pc:docMk/>
          <pc:sldMk cId="794759481" sldId="649"/>
        </pc:sldMkLst>
        <pc:spChg chg="mod">
          <ac:chgData name="SUMA K G" userId="c26ce1b90fa457b4" providerId="LiveId" clId="{39E1F23D-DDE8-44AE-BC1A-17CC33E926C1}" dt="2024-04-04T05:21:27.846" v="430" actId="27636"/>
          <ac:spMkLst>
            <pc:docMk/>
            <pc:sldMk cId="794759481" sldId="649"/>
            <ac:spMk id="2" creationId="{ABE57B25-4F73-8852-4E9E-BFB54EAAF6E9}"/>
          </ac:spMkLst>
        </pc:spChg>
        <pc:spChg chg="mod">
          <ac:chgData name="SUMA K G" userId="c26ce1b90fa457b4" providerId="LiveId" clId="{39E1F23D-DDE8-44AE-BC1A-17CC33E926C1}" dt="2024-04-04T05:28:09.265" v="512" actId="123"/>
          <ac:spMkLst>
            <pc:docMk/>
            <pc:sldMk cId="794759481" sldId="649"/>
            <ac:spMk id="3" creationId="{61C3B2C1-23BF-A068-AD41-0FFF8EF0F0FE}"/>
          </ac:spMkLst>
        </pc:spChg>
      </pc:sldChg>
      <pc:sldChg chg="modSp new mod">
        <pc:chgData name="SUMA K G" userId="c26ce1b90fa457b4" providerId="LiveId" clId="{39E1F23D-DDE8-44AE-BC1A-17CC33E926C1}" dt="2024-04-04T05:28:22.032" v="514" actId="123"/>
        <pc:sldMkLst>
          <pc:docMk/>
          <pc:sldMk cId="1689412597" sldId="650"/>
        </pc:sldMkLst>
        <pc:spChg chg="mod">
          <ac:chgData name="SUMA K G" userId="c26ce1b90fa457b4" providerId="LiveId" clId="{39E1F23D-DDE8-44AE-BC1A-17CC33E926C1}" dt="2024-04-04T05:17:26.028" v="343" actId="27636"/>
          <ac:spMkLst>
            <pc:docMk/>
            <pc:sldMk cId="1689412597" sldId="650"/>
            <ac:spMk id="2" creationId="{F5228C56-ECAC-7E0A-C120-44BC65C18F4A}"/>
          </ac:spMkLst>
        </pc:spChg>
        <pc:spChg chg="mod">
          <ac:chgData name="SUMA K G" userId="c26ce1b90fa457b4" providerId="LiveId" clId="{39E1F23D-DDE8-44AE-BC1A-17CC33E926C1}" dt="2024-04-04T05:28:22.032" v="514" actId="123"/>
          <ac:spMkLst>
            <pc:docMk/>
            <pc:sldMk cId="1689412597" sldId="650"/>
            <ac:spMk id="3" creationId="{0536EF49-E95F-3F1F-A5B5-41D624ADBFDF}"/>
          </ac:spMkLst>
        </pc:spChg>
      </pc:sldChg>
      <pc:sldChg chg="modSp new mod">
        <pc:chgData name="SUMA K G" userId="c26ce1b90fa457b4" providerId="LiveId" clId="{39E1F23D-DDE8-44AE-BC1A-17CC33E926C1}" dt="2024-04-04T05:28:28.178" v="515" actId="14100"/>
        <pc:sldMkLst>
          <pc:docMk/>
          <pc:sldMk cId="2388653653" sldId="651"/>
        </pc:sldMkLst>
        <pc:spChg chg="mod">
          <ac:chgData name="SUMA K G" userId="c26ce1b90fa457b4" providerId="LiveId" clId="{39E1F23D-DDE8-44AE-BC1A-17CC33E926C1}" dt="2024-04-04T05:23:13.464" v="478" actId="20577"/>
          <ac:spMkLst>
            <pc:docMk/>
            <pc:sldMk cId="2388653653" sldId="651"/>
            <ac:spMk id="2" creationId="{55410E51-937A-ECEA-5FE2-1691C16213A7}"/>
          </ac:spMkLst>
        </pc:spChg>
        <pc:spChg chg="mod">
          <ac:chgData name="SUMA K G" userId="c26ce1b90fa457b4" providerId="LiveId" clId="{39E1F23D-DDE8-44AE-BC1A-17CC33E926C1}" dt="2024-04-04T05:28:28.178" v="515" actId="14100"/>
          <ac:spMkLst>
            <pc:docMk/>
            <pc:sldMk cId="2388653653" sldId="651"/>
            <ac:spMk id="3" creationId="{3A4EC71C-668D-53D3-59D4-D83293DD6064}"/>
          </ac:spMkLst>
        </pc:spChg>
      </pc:sldChg>
      <pc:sldChg chg="modSp new mod">
        <pc:chgData name="SUMA K G" userId="c26ce1b90fa457b4" providerId="LiveId" clId="{39E1F23D-DDE8-44AE-BC1A-17CC33E926C1}" dt="2024-04-04T05:28:52.755" v="519" actId="20577"/>
        <pc:sldMkLst>
          <pc:docMk/>
          <pc:sldMk cId="2392241520" sldId="652"/>
        </pc:sldMkLst>
        <pc:spChg chg="mod">
          <ac:chgData name="SUMA K G" userId="c26ce1b90fa457b4" providerId="LiveId" clId="{39E1F23D-DDE8-44AE-BC1A-17CC33E926C1}" dt="2024-04-04T05:23:16.811" v="479" actId="20577"/>
          <ac:spMkLst>
            <pc:docMk/>
            <pc:sldMk cId="2392241520" sldId="652"/>
            <ac:spMk id="2" creationId="{6415BAE6-473D-C37D-C1F2-717EC66978DF}"/>
          </ac:spMkLst>
        </pc:spChg>
        <pc:spChg chg="mod">
          <ac:chgData name="SUMA K G" userId="c26ce1b90fa457b4" providerId="LiveId" clId="{39E1F23D-DDE8-44AE-BC1A-17CC33E926C1}" dt="2024-04-04T05:28:52.755" v="519" actId="20577"/>
          <ac:spMkLst>
            <pc:docMk/>
            <pc:sldMk cId="2392241520" sldId="652"/>
            <ac:spMk id="3" creationId="{153A750A-D696-4028-DEF3-6158A2A56C2F}"/>
          </ac:spMkLst>
        </pc:spChg>
      </pc:sldChg>
      <pc:sldChg chg="modSp new mod">
        <pc:chgData name="SUMA K G" userId="c26ce1b90fa457b4" providerId="LiveId" clId="{39E1F23D-DDE8-44AE-BC1A-17CC33E926C1}" dt="2024-04-04T05:20:19.353" v="400" actId="14100"/>
        <pc:sldMkLst>
          <pc:docMk/>
          <pc:sldMk cId="2090755232" sldId="653"/>
        </pc:sldMkLst>
        <pc:spChg chg="mod">
          <ac:chgData name="SUMA K G" userId="c26ce1b90fa457b4" providerId="LiveId" clId="{39E1F23D-DDE8-44AE-BC1A-17CC33E926C1}" dt="2024-04-04T05:20:16.653" v="399" actId="14100"/>
          <ac:spMkLst>
            <pc:docMk/>
            <pc:sldMk cId="2090755232" sldId="653"/>
            <ac:spMk id="2" creationId="{1146033E-67D9-63E6-5089-F5087E953DE3}"/>
          </ac:spMkLst>
        </pc:spChg>
        <pc:spChg chg="mod">
          <ac:chgData name="SUMA K G" userId="c26ce1b90fa457b4" providerId="LiveId" clId="{39E1F23D-DDE8-44AE-BC1A-17CC33E926C1}" dt="2024-04-04T05:20:19.353" v="400" actId="14100"/>
          <ac:spMkLst>
            <pc:docMk/>
            <pc:sldMk cId="2090755232" sldId="653"/>
            <ac:spMk id="3" creationId="{92D9EE99-30EB-73D9-E0E6-8BA451D7FFBA}"/>
          </ac:spMkLst>
        </pc:spChg>
      </pc:sldChg>
      <pc:sldChg chg="modSp new mod">
        <pc:chgData name="SUMA K G" userId="c26ce1b90fa457b4" providerId="LiveId" clId="{39E1F23D-DDE8-44AE-BC1A-17CC33E926C1}" dt="2024-04-04T05:28:17.966" v="513" actId="123"/>
        <pc:sldMkLst>
          <pc:docMk/>
          <pc:sldMk cId="3014149162" sldId="654"/>
        </pc:sldMkLst>
        <pc:spChg chg="mod">
          <ac:chgData name="SUMA K G" userId="c26ce1b90fa457b4" providerId="LiveId" clId="{39E1F23D-DDE8-44AE-BC1A-17CC33E926C1}" dt="2024-04-04T05:22:22.875" v="455" actId="27636"/>
          <ac:spMkLst>
            <pc:docMk/>
            <pc:sldMk cId="3014149162" sldId="654"/>
            <ac:spMk id="2" creationId="{82C0FF4A-7383-BB33-0A20-6FD339820752}"/>
          </ac:spMkLst>
        </pc:spChg>
        <pc:spChg chg="mod">
          <ac:chgData name="SUMA K G" userId="c26ce1b90fa457b4" providerId="LiveId" clId="{39E1F23D-DDE8-44AE-BC1A-17CC33E926C1}" dt="2024-04-04T05:28:17.966" v="513" actId="123"/>
          <ac:spMkLst>
            <pc:docMk/>
            <pc:sldMk cId="3014149162" sldId="654"/>
            <ac:spMk id="3" creationId="{9EF313AD-C537-CC64-CABF-CDCF1A703417}"/>
          </ac:spMkLst>
        </pc:spChg>
      </pc:sldChg>
      <pc:sldChg chg="modSp new mod">
        <pc:chgData name="SUMA K G" userId="c26ce1b90fa457b4" providerId="LiveId" clId="{39E1F23D-DDE8-44AE-BC1A-17CC33E926C1}" dt="2024-04-04T05:23:10.849" v="477" actId="27636"/>
        <pc:sldMkLst>
          <pc:docMk/>
          <pc:sldMk cId="4257227297" sldId="655"/>
        </pc:sldMkLst>
        <pc:spChg chg="mod">
          <ac:chgData name="SUMA K G" userId="c26ce1b90fa457b4" providerId="LiveId" clId="{39E1F23D-DDE8-44AE-BC1A-17CC33E926C1}" dt="2024-04-04T05:23:10.849" v="477" actId="27636"/>
          <ac:spMkLst>
            <pc:docMk/>
            <pc:sldMk cId="4257227297" sldId="655"/>
            <ac:spMk id="2" creationId="{6F10F886-07AB-FAAB-2AFC-7924BB309195}"/>
          </ac:spMkLst>
        </pc:spChg>
        <pc:spChg chg="mod">
          <ac:chgData name="SUMA K G" userId="c26ce1b90fa457b4" providerId="LiveId" clId="{39E1F23D-DDE8-44AE-BC1A-17CC33E926C1}" dt="2024-04-04T05:23:04.761" v="473" actId="5793"/>
          <ac:spMkLst>
            <pc:docMk/>
            <pc:sldMk cId="4257227297" sldId="655"/>
            <ac:spMk id="3" creationId="{C97C864D-8091-8F3C-AA36-276A3B549EC5}"/>
          </ac:spMkLst>
        </pc:spChg>
      </pc:sldChg>
      <pc:sldChg chg="new">
        <pc:chgData name="SUMA K G" userId="c26ce1b90fa457b4" providerId="LiveId" clId="{39E1F23D-DDE8-44AE-BC1A-17CC33E926C1}" dt="2024-04-04T05:23:26.561" v="482" actId="680"/>
        <pc:sldMkLst>
          <pc:docMk/>
          <pc:sldMk cId="961410801" sldId="656"/>
        </pc:sldMkLst>
      </pc:sldChg>
      <pc:sldChg chg="new">
        <pc:chgData name="SUMA K G" userId="c26ce1b90fa457b4" providerId="LiveId" clId="{39E1F23D-DDE8-44AE-BC1A-17CC33E926C1}" dt="2024-04-04T05:23:28.334" v="483" actId="680"/>
        <pc:sldMkLst>
          <pc:docMk/>
          <pc:sldMk cId="1209909215" sldId="657"/>
        </pc:sldMkLst>
      </pc:sldChg>
    </pc:docChg>
  </pc:docChgLst>
  <pc:docChgLst>
    <pc:chgData name="SUMA K G" userId="c26ce1b90fa457b4" providerId="LiveId" clId="{37A7FBD5-A4A9-4077-A3FF-46E6E2CADEFD}"/>
    <pc:docChg chg="undo custSel addSld delSld modSld">
      <pc:chgData name="SUMA K G" userId="c26ce1b90fa457b4" providerId="LiveId" clId="{37A7FBD5-A4A9-4077-A3FF-46E6E2CADEFD}" dt="2024-03-21T09:56:29.447" v="81" actId="47"/>
      <pc:docMkLst>
        <pc:docMk/>
      </pc:docMkLst>
      <pc:sldChg chg="modSp mod">
        <pc:chgData name="SUMA K G" userId="c26ce1b90fa457b4" providerId="LiveId" clId="{37A7FBD5-A4A9-4077-A3FF-46E6E2CADEFD}" dt="2024-03-18T23:00:12.029" v="3" actId="13926"/>
        <pc:sldMkLst>
          <pc:docMk/>
          <pc:sldMk cId="1385568766" sldId="260"/>
        </pc:sldMkLst>
        <pc:spChg chg="mod">
          <ac:chgData name="SUMA K G" userId="c26ce1b90fa457b4" providerId="LiveId" clId="{37A7FBD5-A4A9-4077-A3FF-46E6E2CADEFD}" dt="2024-03-18T23:00:12.029" v="3" actId="13926"/>
          <ac:spMkLst>
            <pc:docMk/>
            <pc:sldMk cId="1385568766" sldId="260"/>
            <ac:spMk id="3" creationId="{EC7FE152-4D77-18DF-A8D9-2F7A2946B887}"/>
          </ac:spMkLst>
        </pc:spChg>
      </pc:sldChg>
      <pc:sldChg chg="modSp mod">
        <pc:chgData name="SUMA K G" userId="c26ce1b90fa457b4" providerId="LiveId" clId="{37A7FBD5-A4A9-4077-A3FF-46E6E2CADEFD}" dt="2024-03-18T23:00:04.017" v="0" actId="20577"/>
        <pc:sldMkLst>
          <pc:docMk/>
          <pc:sldMk cId="2773029733" sldId="585"/>
        </pc:sldMkLst>
        <pc:spChg chg="mod">
          <ac:chgData name="SUMA K G" userId="c26ce1b90fa457b4" providerId="LiveId" clId="{37A7FBD5-A4A9-4077-A3FF-46E6E2CADEFD}" dt="2024-03-18T23:00:04.017" v="0" actId="20577"/>
          <ac:spMkLst>
            <pc:docMk/>
            <pc:sldMk cId="2773029733" sldId="585"/>
            <ac:spMk id="3" creationId="{FD6B1D31-C4E7-8A73-DE3F-694072EBD1FA}"/>
          </ac:spMkLst>
        </pc:spChg>
      </pc:sldChg>
      <pc:sldChg chg="del">
        <pc:chgData name="SUMA K G" userId="c26ce1b90fa457b4" providerId="LiveId" clId="{37A7FBD5-A4A9-4077-A3FF-46E6E2CADEFD}" dt="2024-03-18T23:00:14.632" v="4" actId="47"/>
        <pc:sldMkLst>
          <pc:docMk/>
          <pc:sldMk cId="1492335786" sldId="593"/>
        </pc:sldMkLst>
      </pc:sldChg>
      <pc:sldChg chg="del">
        <pc:chgData name="SUMA K G" userId="c26ce1b90fa457b4" providerId="LiveId" clId="{37A7FBD5-A4A9-4077-A3FF-46E6E2CADEFD}" dt="2024-03-18T23:00:15.093" v="5" actId="47"/>
        <pc:sldMkLst>
          <pc:docMk/>
          <pc:sldMk cId="4019616091" sldId="594"/>
        </pc:sldMkLst>
      </pc:sldChg>
      <pc:sldChg chg="del">
        <pc:chgData name="SUMA K G" userId="c26ce1b90fa457b4" providerId="LiveId" clId="{37A7FBD5-A4A9-4077-A3FF-46E6E2CADEFD}" dt="2024-03-18T23:00:15.400" v="6" actId="47"/>
        <pc:sldMkLst>
          <pc:docMk/>
          <pc:sldMk cId="976618138" sldId="595"/>
        </pc:sldMkLst>
      </pc:sldChg>
      <pc:sldChg chg="del">
        <pc:chgData name="SUMA K G" userId="c26ce1b90fa457b4" providerId="LiveId" clId="{37A7FBD5-A4A9-4077-A3FF-46E6E2CADEFD}" dt="2024-03-18T23:00:15.675" v="7" actId="47"/>
        <pc:sldMkLst>
          <pc:docMk/>
          <pc:sldMk cId="483228705" sldId="596"/>
        </pc:sldMkLst>
      </pc:sldChg>
      <pc:sldChg chg="del">
        <pc:chgData name="SUMA K G" userId="c26ce1b90fa457b4" providerId="LiveId" clId="{37A7FBD5-A4A9-4077-A3FF-46E6E2CADEFD}" dt="2024-03-18T23:00:15.949" v="8" actId="47"/>
        <pc:sldMkLst>
          <pc:docMk/>
          <pc:sldMk cId="1387488720" sldId="597"/>
        </pc:sldMkLst>
      </pc:sldChg>
      <pc:sldChg chg="del">
        <pc:chgData name="SUMA K G" userId="c26ce1b90fa457b4" providerId="LiveId" clId="{37A7FBD5-A4A9-4077-A3FF-46E6E2CADEFD}" dt="2024-03-18T23:00:16.251" v="9" actId="47"/>
        <pc:sldMkLst>
          <pc:docMk/>
          <pc:sldMk cId="1505507602" sldId="598"/>
        </pc:sldMkLst>
      </pc:sldChg>
      <pc:sldChg chg="del">
        <pc:chgData name="SUMA K G" userId="c26ce1b90fa457b4" providerId="LiveId" clId="{37A7FBD5-A4A9-4077-A3FF-46E6E2CADEFD}" dt="2024-03-18T23:00:16.559" v="10" actId="47"/>
        <pc:sldMkLst>
          <pc:docMk/>
          <pc:sldMk cId="2219327340" sldId="599"/>
        </pc:sldMkLst>
      </pc:sldChg>
      <pc:sldChg chg="del">
        <pc:chgData name="SUMA K G" userId="c26ce1b90fa457b4" providerId="LiveId" clId="{37A7FBD5-A4A9-4077-A3FF-46E6E2CADEFD}" dt="2024-03-18T23:00:17.123" v="11" actId="47"/>
        <pc:sldMkLst>
          <pc:docMk/>
          <pc:sldMk cId="3883197779" sldId="600"/>
        </pc:sldMkLst>
      </pc:sldChg>
      <pc:sldChg chg="del">
        <pc:chgData name="SUMA K G" userId="c26ce1b90fa457b4" providerId="LiveId" clId="{37A7FBD5-A4A9-4077-A3FF-46E6E2CADEFD}" dt="2024-03-18T23:00:17.757" v="12" actId="47"/>
        <pc:sldMkLst>
          <pc:docMk/>
          <pc:sldMk cId="2042579537" sldId="602"/>
        </pc:sldMkLst>
      </pc:sldChg>
      <pc:sldChg chg="del">
        <pc:chgData name="SUMA K G" userId="c26ce1b90fa457b4" providerId="LiveId" clId="{37A7FBD5-A4A9-4077-A3FF-46E6E2CADEFD}" dt="2024-03-18T23:00:18.227" v="13" actId="47"/>
        <pc:sldMkLst>
          <pc:docMk/>
          <pc:sldMk cId="1656693505" sldId="603"/>
        </pc:sldMkLst>
      </pc:sldChg>
      <pc:sldChg chg="del">
        <pc:chgData name="SUMA K G" userId="c26ce1b90fa457b4" providerId="LiveId" clId="{37A7FBD5-A4A9-4077-A3FF-46E6E2CADEFD}" dt="2024-03-18T23:00:20.895" v="15" actId="47"/>
        <pc:sldMkLst>
          <pc:docMk/>
          <pc:sldMk cId="2993535919" sldId="604"/>
        </pc:sldMkLst>
      </pc:sldChg>
      <pc:sldChg chg="del">
        <pc:chgData name="SUMA K G" userId="c26ce1b90fa457b4" providerId="LiveId" clId="{37A7FBD5-A4A9-4077-A3FF-46E6E2CADEFD}" dt="2024-03-18T23:00:21.232" v="16" actId="47"/>
        <pc:sldMkLst>
          <pc:docMk/>
          <pc:sldMk cId="3630761230" sldId="605"/>
        </pc:sldMkLst>
      </pc:sldChg>
      <pc:sldChg chg="del">
        <pc:chgData name="SUMA K G" userId="c26ce1b90fa457b4" providerId="LiveId" clId="{37A7FBD5-A4A9-4077-A3FF-46E6E2CADEFD}" dt="2024-03-18T23:00:19.075" v="14" actId="47"/>
        <pc:sldMkLst>
          <pc:docMk/>
          <pc:sldMk cId="3369875745" sldId="606"/>
        </pc:sldMkLst>
      </pc:sldChg>
      <pc:sldChg chg="del">
        <pc:chgData name="SUMA K G" userId="c26ce1b90fa457b4" providerId="LiveId" clId="{37A7FBD5-A4A9-4077-A3FF-46E6E2CADEFD}" dt="2024-03-18T23:00:21.747" v="17" actId="47"/>
        <pc:sldMkLst>
          <pc:docMk/>
          <pc:sldMk cId="1237614459" sldId="612"/>
        </pc:sldMkLst>
      </pc:sldChg>
      <pc:sldChg chg="del">
        <pc:chgData name="SUMA K G" userId="c26ce1b90fa457b4" providerId="LiveId" clId="{37A7FBD5-A4A9-4077-A3FF-46E6E2CADEFD}" dt="2024-03-18T23:00:22.491" v="18" actId="47"/>
        <pc:sldMkLst>
          <pc:docMk/>
          <pc:sldMk cId="2554560264" sldId="613"/>
        </pc:sldMkLst>
      </pc:sldChg>
      <pc:sldChg chg="del">
        <pc:chgData name="SUMA K G" userId="c26ce1b90fa457b4" providerId="LiveId" clId="{37A7FBD5-A4A9-4077-A3FF-46E6E2CADEFD}" dt="2024-03-18T23:00:22.720" v="19" actId="47"/>
        <pc:sldMkLst>
          <pc:docMk/>
          <pc:sldMk cId="4268859414" sldId="615"/>
        </pc:sldMkLst>
      </pc:sldChg>
      <pc:sldChg chg="del">
        <pc:chgData name="SUMA K G" userId="c26ce1b90fa457b4" providerId="LiveId" clId="{37A7FBD5-A4A9-4077-A3FF-46E6E2CADEFD}" dt="2024-03-18T23:00:22.995" v="20" actId="47"/>
        <pc:sldMkLst>
          <pc:docMk/>
          <pc:sldMk cId="1721320407" sldId="616"/>
        </pc:sldMkLst>
      </pc:sldChg>
      <pc:sldChg chg="del">
        <pc:chgData name="SUMA K G" userId="c26ce1b90fa457b4" providerId="LiveId" clId="{37A7FBD5-A4A9-4077-A3FF-46E6E2CADEFD}" dt="2024-03-18T23:00:23.395" v="21" actId="47"/>
        <pc:sldMkLst>
          <pc:docMk/>
          <pc:sldMk cId="1770248641" sldId="617"/>
        </pc:sldMkLst>
      </pc:sldChg>
      <pc:sldChg chg="del">
        <pc:chgData name="SUMA K G" userId="c26ce1b90fa457b4" providerId="LiveId" clId="{37A7FBD5-A4A9-4077-A3FF-46E6E2CADEFD}" dt="2024-03-18T23:00:24.717" v="22" actId="47"/>
        <pc:sldMkLst>
          <pc:docMk/>
          <pc:sldMk cId="2837966874" sldId="618"/>
        </pc:sldMkLst>
      </pc:sldChg>
      <pc:sldChg chg="del">
        <pc:chgData name="SUMA K G" userId="c26ce1b90fa457b4" providerId="LiveId" clId="{37A7FBD5-A4A9-4077-A3FF-46E6E2CADEFD}" dt="2024-03-18T23:00:25.245" v="23" actId="47"/>
        <pc:sldMkLst>
          <pc:docMk/>
          <pc:sldMk cId="678912355" sldId="619"/>
        </pc:sldMkLst>
      </pc:sldChg>
      <pc:sldChg chg="del">
        <pc:chgData name="SUMA K G" userId="c26ce1b90fa457b4" providerId="LiveId" clId="{37A7FBD5-A4A9-4077-A3FF-46E6E2CADEFD}" dt="2024-03-18T23:00:26.542" v="24" actId="47"/>
        <pc:sldMkLst>
          <pc:docMk/>
          <pc:sldMk cId="1323524045" sldId="621"/>
        </pc:sldMkLst>
      </pc:sldChg>
      <pc:sldChg chg="modSp mod">
        <pc:chgData name="SUMA K G" userId="c26ce1b90fa457b4" providerId="LiveId" clId="{37A7FBD5-A4A9-4077-A3FF-46E6E2CADEFD}" dt="2024-03-19T01:06:46.008" v="26" actId="13926"/>
        <pc:sldMkLst>
          <pc:docMk/>
          <pc:sldMk cId="3351007628" sldId="622"/>
        </pc:sldMkLst>
        <pc:spChg chg="mod">
          <ac:chgData name="SUMA K G" userId="c26ce1b90fa457b4" providerId="LiveId" clId="{37A7FBD5-A4A9-4077-A3FF-46E6E2CADEFD}" dt="2024-03-19T01:06:46.008" v="26" actId="13926"/>
          <ac:spMkLst>
            <pc:docMk/>
            <pc:sldMk cId="3351007628" sldId="622"/>
            <ac:spMk id="3" creationId="{3AE665DD-2FFD-842A-ACE2-3E1FA16977CF}"/>
          </ac:spMkLst>
        </pc:spChg>
      </pc:sldChg>
      <pc:sldChg chg="del">
        <pc:chgData name="SUMA K G" userId="c26ce1b90fa457b4" providerId="LiveId" clId="{37A7FBD5-A4A9-4077-A3FF-46E6E2CADEFD}" dt="2024-03-19T02:28:42.816" v="27" actId="2696"/>
        <pc:sldMkLst>
          <pc:docMk/>
          <pc:sldMk cId="1913024256" sldId="627"/>
        </pc:sldMkLst>
      </pc:sldChg>
      <pc:sldChg chg="add">
        <pc:chgData name="SUMA K G" userId="c26ce1b90fa457b4" providerId="LiveId" clId="{37A7FBD5-A4A9-4077-A3FF-46E6E2CADEFD}" dt="2024-03-19T02:28:45.436" v="28"/>
        <pc:sldMkLst>
          <pc:docMk/>
          <pc:sldMk cId="3874945197" sldId="627"/>
        </pc:sldMkLst>
      </pc:sldChg>
      <pc:sldChg chg="del">
        <pc:chgData name="SUMA K G" userId="c26ce1b90fa457b4" providerId="LiveId" clId="{37A7FBD5-A4A9-4077-A3FF-46E6E2CADEFD}" dt="2024-03-19T02:28:42.816" v="27" actId="2696"/>
        <pc:sldMkLst>
          <pc:docMk/>
          <pc:sldMk cId="1705159450" sldId="628"/>
        </pc:sldMkLst>
      </pc:sldChg>
      <pc:sldChg chg="add">
        <pc:chgData name="SUMA K G" userId="c26ce1b90fa457b4" providerId="LiveId" clId="{37A7FBD5-A4A9-4077-A3FF-46E6E2CADEFD}" dt="2024-03-19T02:28:45.436" v="28"/>
        <pc:sldMkLst>
          <pc:docMk/>
          <pc:sldMk cId="3340202010" sldId="628"/>
        </pc:sldMkLst>
      </pc:sldChg>
      <pc:sldChg chg="add">
        <pc:chgData name="SUMA K G" userId="c26ce1b90fa457b4" providerId="LiveId" clId="{37A7FBD5-A4A9-4077-A3FF-46E6E2CADEFD}" dt="2024-03-19T02:28:45.436" v="28"/>
        <pc:sldMkLst>
          <pc:docMk/>
          <pc:sldMk cId="1504981754" sldId="629"/>
        </pc:sldMkLst>
      </pc:sldChg>
      <pc:sldChg chg="del">
        <pc:chgData name="SUMA K G" userId="c26ce1b90fa457b4" providerId="LiveId" clId="{37A7FBD5-A4A9-4077-A3FF-46E6E2CADEFD}" dt="2024-03-19T02:28:42.816" v="27" actId="2696"/>
        <pc:sldMkLst>
          <pc:docMk/>
          <pc:sldMk cId="3382541739" sldId="629"/>
        </pc:sldMkLst>
      </pc:sldChg>
      <pc:sldChg chg="addSp modSp new del mod">
        <pc:chgData name="SUMA K G" userId="c26ce1b90fa457b4" providerId="LiveId" clId="{37A7FBD5-A4A9-4077-A3FF-46E6E2CADEFD}" dt="2024-03-21T04:55:58.754" v="34" actId="47"/>
        <pc:sldMkLst>
          <pc:docMk/>
          <pc:sldMk cId="1887987557" sldId="631"/>
        </pc:sldMkLst>
        <pc:spChg chg="mod">
          <ac:chgData name="SUMA K G" userId="c26ce1b90fa457b4" providerId="LiveId" clId="{37A7FBD5-A4A9-4077-A3FF-46E6E2CADEFD}" dt="2024-03-21T04:55:27.565" v="33"/>
          <ac:spMkLst>
            <pc:docMk/>
            <pc:sldMk cId="1887987557" sldId="631"/>
            <ac:spMk id="3" creationId="{5F2FB8B0-8D58-789E-D7A5-D188B77E0B56}"/>
          </ac:spMkLst>
        </pc:spChg>
        <pc:spChg chg="add">
          <ac:chgData name="SUMA K G" userId="c26ce1b90fa457b4" providerId="LiveId" clId="{37A7FBD5-A4A9-4077-A3FF-46E6E2CADEFD}" dt="2024-03-21T04:54:52.237" v="30"/>
          <ac:spMkLst>
            <pc:docMk/>
            <pc:sldMk cId="1887987557" sldId="631"/>
            <ac:spMk id="4" creationId="{DF1C653D-5EB7-A93C-3463-3A88649260DB}"/>
          </ac:spMkLst>
        </pc:spChg>
        <pc:spChg chg="add">
          <ac:chgData name="SUMA K G" userId="c26ce1b90fa457b4" providerId="LiveId" clId="{37A7FBD5-A4A9-4077-A3FF-46E6E2CADEFD}" dt="2024-03-21T04:55:05.692" v="31"/>
          <ac:spMkLst>
            <pc:docMk/>
            <pc:sldMk cId="1887987557" sldId="631"/>
            <ac:spMk id="5" creationId="{06C4CBF0-5CED-925A-4B5E-86483A56E076}"/>
          </ac:spMkLst>
        </pc:spChg>
        <pc:spChg chg="add">
          <ac:chgData name="SUMA K G" userId="c26ce1b90fa457b4" providerId="LiveId" clId="{37A7FBD5-A4A9-4077-A3FF-46E6E2CADEFD}" dt="2024-03-21T04:55:05.692" v="31"/>
          <ac:spMkLst>
            <pc:docMk/>
            <pc:sldMk cId="1887987557" sldId="631"/>
            <ac:spMk id="6" creationId="{DFA09DE8-F660-91AE-1349-73B75734E06E}"/>
          </ac:spMkLst>
        </pc:spChg>
        <pc:spChg chg="add">
          <ac:chgData name="SUMA K G" userId="c26ce1b90fa457b4" providerId="LiveId" clId="{37A7FBD5-A4A9-4077-A3FF-46E6E2CADEFD}" dt="2024-03-21T04:55:05.692" v="31"/>
          <ac:spMkLst>
            <pc:docMk/>
            <pc:sldMk cId="1887987557" sldId="631"/>
            <ac:spMk id="7" creationId="{304256E9-C927-A9A9-3367-CA97362A14D1}"/>
          </ac:spMkLst>
        </pc:spChg>
        <pc:spChg chg="add">
          <ac:chgData name="SUMA K G" userId="c26ce1b90fa457b4" providerId="LiveId" clId="{37A7FBD5-A4A9-4077-A3FF-46E6E2CADEFD}" dt="2024-03-21T04:55:05.692" v="31"/>
          <ac:spMkLst>
            <pc:docMk/>
            <pc:sldMk cId="1887987557" sldId="631"/>
            <ac:spMk id="8" creationId="{A157E050-8FC0-4321-FE97-4A03CC61671A}"/>
          </ac:spMkLst>
        </pc:spChg>
        <pc:spChg chg="add">
          <ac:chgData name="SUMA K G" userId="c26ce1b90fa457b4" providerId="LiveId" clId="{37A7FBD5-A4A9-4077-A3FF-46E6E2CADEFD}" dt="2024-03-21T04:55:05.692" v="31"/>
          <ac:spMkLst>
            <pc:docMk/>
            <pc:sldMk cId="1887987557" sldId="631"/>
            <ac:spMk id="9" creationId="{86813B83-265B-9B98-715A-92B2669B9F52}"/>
          </ac:spMkLst>
        </pc:spChg>
        <pc:spChg chg="add">
          <ac:chgData name="SUMA K G" userId="c26ce1b90fa457b4" providerId="LiveId" clId="{37A7FBD5-A4A9-4077-A3FF-46E6E2CADEFD}" dt="2024-03-21T04:55:05.692" v="31"/>
          <ac:spMkLst>
            <pc:docMk/>
            <pc:sldMk cId="1887987557" sldId="631"/>
            <ac:spMk id="10" creationId="{206E6DBF-D334-BE61-8D96-5C70811CAC68}"/>
          </ac:spMkLst>
        </pc:spChg>
        <pc:spChg chg="add">
          <ac:chgData name="SUMA K G" userId="c26ce1b90fa457b4" providerId="LiveId" clId="{37A7FBD5-A4A9-4077-A3FF-46E6E2CADEFD}" dt="2024-03-21T04:55:05.692" v="31"/>
          <ac:spMkLst>
            <pc:docMk/>
            <pc:sldMk cId="1887987557" sldId="631"/>
            <ac:spMk id="11" creationId="{BDBD0AC9-E644-C036-E773-EEA15C3D41A6}"/>
          </ac:spMkLst>
        </pc:spChg>
        <pc:spChg chg="add">
          <ac:chgData name="SUMA K G" userId="c26ce1b90fa457b4" providerId="LiveId" clId="{37A7FBD5-A4A9-4077-A3FF-46E6E2CADEFD}" dt="2024-03-21T04:55:05.692" v="31"/>
          <ac:spMkLst>
            <pc:docMk/>
            <pc:sldMk cId="1887987557" sldId="631"/>
            <ac:spMk id="12" creationId="{F0BE46CA-B957-FC51-A18F-D75111128279}"/>
          </ac:spMkLst>
        </pc:spChg>
        <pc:spChg chg="add">
          <ac:chgData name="SUMA K G" userId="c26ce1b90fa457b4" providerId="LiveId" clId="{37A7FBD5-A4A9-4077-A3FF-46E6E2CADEFD}" dt="2024-03-21T04:55:05.692" v="31"/>
          <ac:spMkLst>
            <pc:docMk/>
            <pc:sldMk cId="1887987557" sldId="631"/>
            <ac:spMk id="13" creationId="{AD3A5C08-53E3-5A62-074D-D7BFB5EC476D}"/>
          </ac:spMkLst>
        </pc:spChg>
        <pc:spChg chg="add">
          <ac:chgData name="SUMA K G" userId="c26ce1b90fa457b4" providerId="LiveId" clId="{37A7FBD5-A4A9-4077-A3FF-46E6E2CADEFD}" dt="2024-03-21T04:55:05.692" v="31"/>
          <ac:spMkLst>
            <pc:docMk/>
            <pc:sldMk cId="1887987557" sldId="631"/>
            <ac:spMk id="14" creationId="{DCE06D08-F046-D6C5-BE57-4E4441864A2F}"/>
          </ac:spMkLst>
        </pc:spChg>
        <pc:spChg chg="add">
          <ac:chgData name="SUMA K G" userId="c26ce1b90fa457b4" providerId="LiveId" clId="{37A7FBD5-A4A9-4077-A3FF-46E6E2CADEFD}" dt="2024-03-21T04:55:05.692" v="31"/>
          <ac:spMkLst>
            <pc:docMk/>
            <pc:sldMk cId="1887987557" sldId="631"/>
            <ac:spMk id="15" creationId="{9DE95FE5-9D72-6AEA-1784-BD4C7DA47F75}"/>
          </ac:spMkLst>
        </pc:spChg>
        <pc:spChg chg="add">
          <ac:chgData name="SUMA K G" userId="c26ce1b90fa457b4" providerId="LiveId" clId="{37A7FBD5-A4A9-4077-A3FF-46E6E2CADEFD}" dt="2024-03-21T04:55:05.692" v="31"/>
          <ac:spMkLst>
            <pc:docMk/>
            <pc:sldMk cId="1887987557" sldId="631"/>
            <ac:spMk id="16" creationId="{C1549B85-1C05-9253-36F1-0E8A50387CF7}"/>
          </ac:spMkLst>
        </pc:spChg>
        <pc:spChg chg="add">
          <ac:chgData name="SUMA K G" userId="c26ce1b90fa457b4" providerId="LiveId" clId="{37A7FBD5-A4A9-4077-A3FF-46E6E2CADEFD}" dt="2024-03-21T04:55:05.692" v="31"/>
          <ac:spMkLst>
            <pc:docMk/>
            <pc:sldMk cId="1887987557" sldId="631"/>
            <ac:spMk id="17" creationId="{E55A5A2B-ACDD-C321-0576-D7FDF4DDB04F}"/>
          </ac:spMkLst>
        </pc:spChg>
        <pc:spChg chg="add">
          <ac:chgData name="SUMA K G" userId="c26ce1b90fa457b4" providerId="LiveId" clId="{37A7FBD5-A4A9-4077-A3FF-46E6E2CADEFD}" dt="2024-03-21T04:55:05.692" v="31"/>
          <ac:spMkLst>
            <pc:docMk/>
            <pc:sldMk cId="1887987557" sldId="631"/>
            <ac:spMk id="18" creationId="{082D3CC9-6EF0-4D4C-F771-1D6B84FCE7D6}"/>
          </ac:spMkLst>
        </pc:spChg>
        <pc:spChg chg="add">
          <ac:chgData name="SUMA K G" userId="c26ce1b90fa457b4" providerId="LiveId" clId="{37A7FBD5-A4A9-4077-A3FF-46E6E2CADEFD}" dt="2024-03-21T04:55:05.692" v="31"/>
          <ac:spMkLst>
            <pc:docMk/>
            <pc:sldMk cId="1887987557" sldId="631"/>
            <ac:spMk id="19" creationId="{C5D61B56-7E2D-041C-40DB-CE269A04F054}"/>
          </ac:spMkLst>
        </pc:spChg>
        <pc:spChg chg="add">
          <ac:chgData name="SUMA K G" userId="c26ce1b90fa457b4" providerId="LiveId" clId="{37A7FBD5-A4A9-4077-A3FF-46E6E2CADEFD}" dt="2024-03-21T04:55:05.692" v="31"/>
          <ac:spMkLst>
            <pc:docMk/>
            <pc:sldMk cId="1887987557" sldId="631"/>
            <ac:spMk id="20" creationId="{15E8D742-B556-F67A-68DF-B4412C71DF94}"/>
          </ac:spMkLst>
        </pc:spChg>
        <pc:spChg chg="add">
          <ac:chgData name="SUMA K G" userId="c26ce1b90fa457b4" providerId="LiveId" clId="{37A7FBD5-A4A9-4077-A3FF-46E6E2CADEFD}" dt="2024-03-21T04:55:05.692" v="31"/>
          <ac:spMkLst>
            <pc:docMk/>
            <pc:sldMk cId="1887987557" sldId="631"/>
            <ac:spMk id="21" creationId="{E3BD572C-A00F-2B48-23C4-FEC05073C4BF}"/>
          </ac:spMkLst>
        </pc:spChg>
        <pc:spChg chg="add">
          <ac:chgData name="SUMA K G" userId="c26ce1b90fa457b4" providerId="LiveId" clId="{37A7FBD5-A4A9-4077-A3FF-46E6E2CADEFD}" dt="2024-03-21T04:55:05.692" v="31"/>
          <ac:spMkLst>
            <pc:docMk/>
            <pc:sldMk cId="1887987557" sldId="631"/>
            <ac:spMk id="22" creationId="{9CE8E335-4550-EB71-2A88-9992838ED713}"/>
          </ac:spMkLst>
        </pc:spChg>
        <pc:spChg chg="add">
          <ac:chgData name="SUMA K G" userId="c26ce1b90fa457b4" providerId="LiveId" clId="{37A7FBD5-A4A9-4077-A3FF-46E6E2CADEFD}" dt="2024-03-21T04:55:05.692" v="31"/>
          <ac:spMkLst>
            <pc:docMk/>
            <pc:sldMk cId="1887987557" sldId="631"/>
            <ac:spMk id="23" creationId="{79051BE7-FD8C-90B2-2D54-225AB09D432E}"/>
          </ac:spMkLst>
        </pc:spChg>
        <pc:spChg chg="add">
          <ac:chgData name="SUMA K G" userId="c26ce1b90fa457b4" providerId="LiveId" clId="{37A7FBD5-A4A9-4077-A3FF-46E6E2CADEFD}" dt="2024-03-21T04:55:14.316" v="32"/>
          <ac:spMkLst>
            <pc:docMk/>
            <pc:sldMk cId="1887987557" sldId="631"/>
            <ac:spMk id="24" creationId="{DB06B819-E4DF-5240-B2F4-57A55D707352}"/>
          </ac:spMkLst>
        </pc:spChg>
        <pc:spChg chg="add">
          <ac:chgData name="SUMA K G" userId="c26ce1b90fa457b4" providerId="LiveId" clId="{37A7FBD5-A4A9-4077-A3FF-46E6E2CADEFD}" dt="2024-03-21T04:55:14.316" v="32"/>
          <ac:spMkLst>
            <pc:docMk/>
            <pc:sldMk cId="1887987557" sldId="631"/>
            <ac:spMk id="25" creationId="{195CB92B-551F-A462-FE19-2D30236D811B}"/>
          </ac:spMkLst>
        </pc:spChg>
        <pc:spChg chg="add">
          <ac:chgData name="SUMA K G" userId="c26ce1b90fa457b4" providerId="LiveId" clId="{37A7FBD5-A4A9-4077-A3FF-46E6E2CADEFD}" dt="2024-03-21T04:55:14.316" v="32"/>
          <ac:spMkLst>
            <pc:docMk/>
            <pc:sldMk cId="1887987557" sldId="631"/>
            <ac:spMk id="26" creationId="{619BFFF0-E48E-7706-A2F0-0A6C92CE3DED}"/>
          </ac:spMkLst>
        </pc:spChg>
        <pc:spChg chg="add">
          <ac:chgData name="SUMA K G" userId="c26ce1b90fa457b4" providerId="LiveId" clId="{37A7FBD5-A4A9-4077-A3FF-46E6E2CADEFD}" dt="2024-03-21T04:55:14.316" v="32"/>
          <ac:spMkLst>
            <pc:docMk/>
            <pc:sldMk cId="1887987557" sldId="631"/>
            <ac:spMk id="27" creationId="{2A726989-C135-4660-E9F1-1CD63D3496F4}"/>
          </ac:spMkLst>
        </pc:spChg>
        <pc:spChg chg="add">
          <ac:chgData name="SUMA K G" userId="c26ce1b90fa457b4" providerId="LiveId" clId="{37A7FBD5-A4A9-4077-A3FF-46E6E2CADEFD}" dt="2024-03-21T04:55:14.316" v="32"/>
          <ac:spMkLst>
            <pc:docMk/>
            <pc:sldMk cId="1887987557" sldId="631"/>
            <ac:spMk id="28" creationId="{27215AF5-2B8A-6B7F-A679-C8D3E7963621}"/>
          </ac:spMkLst>
        </pc:spChg>
        <pc:spChg chg="add">
          <ac:chgData name="SUMA K G" userId="c26ce1b90fa457b4" providerId="LiveId" clId="{37A7FBD5-A4A9-4077-A3FF-46E6E2CADEFD}" dt="2024-03-21T04:55:14.316" v="32"/>
          <ac:spMkLst>
            <pc:docMk/>
            <pc:sldMk cId="1887987557" sldId="631"/>
            <ac:spMk id="29" creationId="{2DD3ACD4-5093-634D-2B2A-0E5A21A48C4E}"/>
          </ac:spMkLst>
        </pc:spChg>
        <pc:spChg chg="add">
          <ac:chgData name="SUMA K G" userId="c26ce1b90fa457b4" providerId="LiveId" clId="{37A7FBD5-A4A9-4077-A3FF-46E6E2CADEFD}" dt="2024-03-21T04:55:14.316" v="32"/>
          <ac:spMkLst>
            <pc:docMk/>
            <pc:sldMk cId="1887987557" sldId="631"/>
            <ac:spMk id="30" creationId="{3583A3F2-9EA3-AA4A-FAAE-C2CB113C8CFE}"/>
          </ac:spMkLst>
        </pc:spChg>
        <pc:spChg chg="add">
          <ac:chgData name="SUMA K G" userId="c26ce1b90fa457b4" providerId="LiveId" clId="{37A7FBD5-A4A9-4077-A3FF-46E6E2CADEFD}" dt="2024-03-21T04:55:14.316" v="32"/>
          <ac:spMkLst>
            <pc:docMk/>
            <pc:sldMk cId="1887987557" sldId="631"/>
            <ac:spMk id="31" creationId="{CB8CCA18-CFDF-763C-30CB-179D762F9476}"/>
          </ac:spMkLst>
        </pc:spChg>
        <pc:picChg chg="add">
          <ac:chgData name="SUMA K G" userId="c26ce1b90fa457b4" providerId="LiveId" clId="{37A7FBD5-A4A9-4077-A3FF-46E6E2CADEFD}" dt="2024-03-21T04:54:52.237" v="30"/>
          <ac:picMkLst>
            <pc:docMk/>
            <pc:sldMk cId="1887987557" sldId="631"/>
            <ac:picMk id="1026" creationId="{D1E4430D-E968-2A3C-8E4A-8418FBBBD309}"/>
          </ac:picMkLst>
        </pc:picChg>
        <pc:picChg chg="add">
          <ac:chgData name="SUMA K G" userId="c26ce1b90fa457b4" providerId="LiveId" clId="{37A7FBD5-A4A9-4077-A3FF-46E6E2CADEFD}" dt="2024-03-21T04:54:52.237" v="30"/>
          <ac:picMkLst>
            <pc:docMk/>
            <pc:sldMk cId="1887987557" sldId="631"/>
            <ac:picMk id="1027" creationId="{63B1830F-56F5-39C8-2A23-B17B2AB0BE44}"/>
          </ac:picMkLst>
        </pc:picChg>
        <pc:picChg chg="add">
          <ac:chgData name="SUMA K G" userId="c26ce1b90fa457b4" providerId="LiveId" clId="{37A7FBD5-A4A9-4077-A3FF-46E6E2CADEFD}" dt="2024-03-21T04:54:52.237" v="30"/>
          <ac:picMkLst>
            <pc:docMk/>
            <pc:sldMk cId="1887987557" sldId="631"/>
            <ac:picMk id="1028" creationId="{4CFAA368-78D0-AB3B-C1EE-C0AAD182E50F}"/>
          </ac:picMkLst>
        </pc:picChg>
        <pc:picChg chg="add">
          <ac:chgData name="SUMA K G" userId="c26ce1b90fa457b4" providerId="LiveId" clId="{37A7FBD5-A4A9-4077-A3FF-46E6E2CADEFD}" dt="2024-03-21T04:54:52.237" v="30"/>
          <ac:picMkLst>
            <pc:docMk/>
            <pc:sldMk cId="1887987557" sldId="631"/>
            <ac:picMk id="1029" creationId="{F82DE0C6-4AA2-F9CF-B50B-6736BE930581}"/>
          </ac:picMkLst>
        </pc:picChg>
        <pc:picChg chg="add">
          <ac:chgData name="SUMA K G" userId="c26ce1b90fa457b4" providerId="LiveId" clId="{37A7FBD5-A4A9-4077-A3FF-46E6E2CADEFD}" dt="2024-03-21T04:54:52.237" v="30"/>
          <ac:picMkLst>
            <pc:docMk/>
            <pc:sldMk cId="1887987557" sldId="631"/>
            <ac:picMk id="1030" creationId="{7976B0E4-13CC-BD6B-399A-021E01FCC97B}"/>
          </ac:picMkLst>
        </pc:picChg>
        <pc:picChg chg="add">
          <ac:chgData name="SUMA K G" userId="c26ce1b90fa457b4" providerId="LiveId" clId="{37A7FBD5-A4A9-4077-A3FF-46E6E2CADEFD}" dt="2024-03-21T04:54:52.237" v="30"/>
          <ac:picMkLst>
            <pc:docMk/>
            <pc:sldMk cId="1887987557" sldId="631"/>
            <ac:picMk id="1031" creationId="{88A22628-9D15-5E95-5890-1147611B5940}"/>
          </ac:picMkLst>
        </pc:picChg>
        <pc:picChg chg="add">
          <ac:chgData name="SUMA K G" userId="c26ce1b90fa457b4" providerId="LiveId" clId="{37A7FBD5-A4A9-4077-A3FF-46E6E2CADEFD}" dt="2024-03-21T04:54:52.237" v="30"/>
          <ac:picMkLst>
            <pc:docMk/>
            <pc:sldMk cId="1887987557" sldId="631"/>
            <ac:picMk id="1032" creationId="{430B4B61-F80F-04B3-7674-18ED73A49924}"/>
          </ac:picMkLst>
        </pc:picChg>
        <pc:picChg chg="add">
          <ac:chgData name="SUMA K G" userId="c26ce1b90fa457b4" providerId="LiveId" clId="{37A7FBD5-A4A9-4077-A3FF-46E6E2CADEFD}" dt="2024-03-21T04:54:52.237" v="30"/>
          <ac:picMkLst>
            <pc:docMk/>
            <pc:sldMk cId="1887987557" sldId="631"/>
            <ac:picMk id="1033" creationId="{51C56F9A-FBC6-1B53-EC8B-25DA8D92CBA3}"/>
          </ac:picMkLst>
        </pc:picChg>
        <pc:picChg chg="add">
          <ac:chgData name="SUMA K G" userId="c26ce1b90fa457b4" providerId="LiveId" clId="{37A7FBD5-A4A9-4077-A3FF-46E6E2CADEFD}" dt="2024-03-21T04:54:52.237" v="30"/>
          <ac:picMkLst>
            <pc:docMk/>
            <pc:sldMk cId="1887987557" sldId="631"/>
            <ac:picMk id="1034" creationId="{328814D2-F677-6ED4-6A52-F834A7901A69}"/>
          </ac:picMkLst>
        </pc:picChg>
        <pc:picChg chg="add">
          <ac:chgData name="SUMA K G" userId="c26ce1b90fa457b4" providerId="LiveId" clId="{37A7FBD5-A4A9-4077-A3FF-46E6E2CADEFD}" dt="2024-03-21T04:54:52.237" v="30"/>
          <ac:picMkLst>
            <pc:docMk/>
            <pc:sldMk cId="1887987557" sldId="631"/>
            <ac:picMk id="1035" creationId="{6627D458-04E4-A87F-AFF0-2B7DFD7EC810}"/>
          </ac:picMkLst>
        </pc:picChg>
        <pc:picChg chg="add">
          <ac:chgData name="SUMA K G" userId="c26ce1b90fa457b4" providerId="LiveId" clId="{37A7FBD5-A4A9-4077-A3FF-46E6E2CADEFD}" dt="2024-03-21T04:54:52.237" v="30"/>
          <ac:picMkLst>
            <pc:docMk/>
            <pc:sldMk cId="1887987557" sldId="631"/>
            <ac:picMk id="1036" creationId="{E38E2D57-4BA6-5563-D3C8-A212F8AA47B1}"/>
          </ac:picMkLst>
        </pc:picChg>
        <pc:picChg chg="add">
          <ac:chgData name="SUMA K G" userId="c26ce1b90fa457b4" providerId="LiveId" clId="{37A7FBD5-A4A9-4077-A3FF-46E6E2CADEFD}" dt="2024-03-21T04:54:52.237" v="30"/>
          <ac:picMkLst>
            <pc:docMk/>
            <pc:sldMk cId="1887987557" sldId="631"/>
            <ac:picMk id="1037" creationId="{687B68D2-22AD-DFA5-ADCF-8132C7597E32}"/>
          </ac:picMkLst>
        </pc:picChg>
        <pc:picChg chg="add">
          <ac:chgData name="SUMA K G" userId="c26ce1b90fa457b4" providerId="LiveId" clId="{37A7FBD5-A4A9-4077-A3FF-46E6E2CADEFD}" dt="2024-03-21T04:54:52.237" v="30"/>
          <ac:picMkLst>
            <pc:docMk/>
            <pc:sldMk cId="1887987557" sldId="631"/>
            <ac:picMk id="1038" creationId="{CDB8E4F6-8A22-CB5E-65D8-5A80A513232D}"/>
          </ac:picMkLst>
        </pc:picChg>
        <pc:picChg chg="add">
          <ac:chgData name="SUMA K G" userId="c26ce1b90fa457b4" providerId="LiveId" clId="{37A7FBD5-A4A9-4077-A3FF-46E6E2CADEFD}" dt="2024-03-21T04:54:52.237" v="30"/>
          <ac:picMkLst>
            <pc:docMk/>
            <pc:sldMk cId="1887987557" sldId="631"/>
            <ac:picMk id="1039" creationId="{00B2D826-E8A8-E9A9-2C89-8A7FFAA8F7E1}"/>
          </ac:picMkLst>
        </pc:picChg>
        <pc:picChg chg="add">
          <ac:chgData name="SUMA K G" userId="c26ce1b90fa457b4" providerId="LiveId" clId="{37A7FBD5-A4A9-4077-A3FF-46E6E2CADEFD}" dt="2024-03-21T04:54:52.237" v="30"/>
          <ac:picMkLst>
            <pc:docMk/>
            <pc:sldMk cId="1887987557" sldId="631"/>
            <ac:picMk id="1040" creationId="{43115BE1-5AD8-81DC-93F6-AE3F7EEBD92C}"/>
          </ac:picMkLst>
        </pc:picChg>
        <pc:picChg chg="add">
          <ac:chgData name="SUMA K G" userId="c26ce1b90fa457b4" providerId="LiveId" clId="{37A7FBD5-A4A9-4077-A3FF-46E6E2CADEFD}" dt="2024-03-21T04:54:52.237" v="30"/>
          <ac:picMkLst>
            <pc:docMk/>
            <pc:sldMk cId="1887987557" sldId="631"/>
            <ac:picMk id="1041" creationId="{1FBCF463-E851-5C30-018C-D6727686CC69}"/>
          </ac:picMkLst>
        </pc:picChg>
        <pc:picChg chg="add">
          <ac:chgData name="SUMA K G" userId="c26ce1b90fa457b4" providerId="LiveId" clId="{37A7FBD5-A4A9-4077-A3FF-46E6E2CADEFD}" dt="2024-03-21T04:54:52.237" v="30"/>
          <ac:picMkLst>
            <pc:docMk/>
            <pc:sldMk cId="1887987557" sldId="631"/>
            <ac:picMk id="1042" creationId="{B86D3CAE-3C3E-D7DB-3160-947052F9F4ED}"/>
          </ac:picMkLst>
        </pc:picChg>
        <pc:picChg chg="add">
          <ac:chgData name="SUMA K G" userId="c26ce1b90fa457b4" providerId="LiveId" clId="{37A7FBD5-A4A9-4077-A3FF-46E6E2CADEFD}" dt="2024-03-21T04:54:52.237" v="30"/>
          <ac:picMkLst>
            <pc:docMk/>
            <pc:sldMk cId="1887987557" sldId="631"/>
            <ac:picMk id="1043" creationId="{9C1E19F6-1D83-9925-F716-2A4F70DA253F}"/>
          </ac:picMkLst>
        </pc:picChg>
        <pc:picChg chg="add">
          <ac:chgData name="SUMA K G" userId="c26ce1b90fa457b4" providerId="LiveId" clId="{37A7FBD5-A4A9-4077-A3FF-46E6E2CADEFD}" dt="2024-03-21T04:55:05.692" v="31"/>
          <ac:picMkLst>
            <pc:docMk/>
            <pc:sldMk cId="1887987557" sldId="631"/>
            <ac:picMk id="1044" creationId="{1E5D08C7-97A6-2BA5-3FA4-328AD25370E6}"/>
          </ac:picMkLst>
        </pc:picChg>
        <pc:picChg chg="add">
          <ac:chgData name="SUMA K G" userId="c26ce1b90fa457b4" providerId="LiveId" clId="{37A7FBD5-A4A9-4077-A3FF-46E6E2CADEFD}" dt="2024-03-21T04:55:05.692" v="31"/>
          <ac:picMkLst>
            <pc:docMk/>
            <pc:sldMk cId="1887987557" sldId="631"/>
            <ac:picMk id="1045" creationId="{2FEF76CD-8F2D-C156-8FCE-7693DAFF6000}"/>
          </ac:picMkLst>
        </pc:picChg>
        <pc:picChg chg="add">
          <ac:chgData name="SUMA K G" userId="c26ce1b90fa457b4" providerId="LiveId" clId="{37A7FBD5-A4A9-4077-A3FF-46E6E2CADEFD}" dt="2024-03-21T04:55:05.692" v="31"/>
          <ac:picMkLst>
            <pc:docMk/>
            <pc:sldMk cId="1887987557" sldId="631"/>
            <ac:picMk id="1046" creationId="{2411BAB2-D06C-5308-A5D0-E3001FB131B0}"/>
          </ac:picMkLst>
        </pc:picChg>
        <pc:picChg chg="add">
          <ac:chgData name="SUMA K G" userId="c26ce1b90fa457b4" providerId="LiveId" clId="{37A7FBD5-A4A9-4077-A3FF-46E6E2CADEFD}" dt="2024-03-21T04:55:05.692" v="31"/>
          <ac:picMkLst>
            <pc:docMk/>
            <pc:sldMk cId="1887987557" sldId="631"/>
            <ac:picMk id="1047" creationId="{D614100A-19B5-550C-DC79-7688E1241D4C}"/>
          </ac:picMkLst>
        </pc:picChg>
        <pc:picChg chg="add">
          <ac:chgData name="SUMA K G" userId="c26ce1b90fa457b4" providerId="LiveId" clId="{37A7FBD5-A4A9-4077-A3FF-46E6E2CADEFD}" dt="2024-03-21T04:55:05.692" v="31"/>
          <ac:picMkLst>
            <pc:docMk/>
            <pc:sldMk cId="1887987557" sldId="631"/>
            <ac:picMk id="1048" creationId="{8180C902-B232-2D81-DAAC-F30A871482F1}"/>
          </ac:picMkLst>
        </pc:picChg>
        <pc:picChg chg="add">
          <ac:chgData name="SUMA K G" userId="c26ce1b90fa457b4" providerId="LiveId" clId="{37A7FBD5-A4A9-4077-A3FF-46E6E2CADEFD}" dt="2024-03-21T04:55:05.692" v="31"/>
          <ac:picMkLst>
            <pc:docMk/>
            <pc:sldMk cId="1887987557" sldId="631"/>
            <ac:picMk id="1049" creationId="{FF69441D-0A74-6417-1F4C-D81AD5A5D1A2}"/>
          </ac:picMkLst>
        </pc:picChg>
        <pc:picChg chg="add">
          <ac:chgData name="SUMA K G" userId="c26ce1b90fa457b4" providerId="LiveId" clId="{37A7FBD5-A4A9-4077-A3FF-46E6E2CADEFD}" dt="2024-03-21T04:55:05.692" v="31"/>
          <ac:picMkLst>
            <pc:docMk/>
            <pc:sldMk cId="1887987557" sldId="631"/>
            <ac:picMk id="1050" creationId="{4D4EA82F-DD30-71BB-C004-8114860980EB}"/>
          </ac:picMkLst>
        </pc:picChg>
        <pc:picChg chg="add">
          <ac:chgData name="SUMA K G" userId="c26ce1b90fa457b4" providerId="LiveId" clId="{37A7FBD5-A4A9-4077-A3FF-46E6E2CADEFD}" dt="2024-03-21T04:55:05.692" v="31"/>
          <ac:picMkLst>
            <pc:docMk/>
            <pc:sldMk cId="1887987557" sldId="631"/>
            <ac:picMk id="1051" creationId="{FD51F0F3-A136-4A8E-959D-7EFE5BE59608}"/>
          </ac:picMkLst>
        </pc:picChg>
        <pc:picChg chg="add">
          <ac:chgData name="SUMA K G" userId="c26ce1b90fa457b4" providerId="LiveId" clId="{37A7FBD5-A4A9-4077-A3FF-46E6E2CADEFD}" dt="2024-03-21T04:55:05.692" v="31"/>
          <ac:picMkLst>
            <pc:docMk/>
            <pc:sldMk cId="1887987557" sldId="631"/>
            <ac:picMk id="1052" creationId="{650AF53D-3754-111F-5951-C2AF6E0C8D5E}"/>
          </ac:picMkLst>
        </pc:picChg>
        <pc:picChg chg="add">
          <ac:chgData name="SUMA K G" userId="c26ce1b90fa457b4" providerId="LiveId" clId="{37A7FBD5-A4A9-4077-A3FF-46E6E2CADEFD}" dt="2024-03-21T04:55:05.692" v="31"/>
          <ac:picMkLst>
            <pc:docMk/>
            <pc:sldMk cId="1887987557" sldId="631"/>
            <ac:picMk id="1053" creationId="{4039E0DF-01FC-2932-0A9C-976B059053E6}"/>
          </ac:picMkLst>
        </pc:picChg>
        <pc:picChg chg="add">
          <ac:chgData name="SUMA K G" userId="c26ce1b90fa457b4" providerId="LiveId" clId="{37A7FBD5-A4A9-4077-A3FF-46E6E2CADEFD}" dt="2024-03-21T04:55:05.692" v="31"/>
          <ac:picMkLst>
            <pc:docMk/>
            <pc:sldMk cId="1887987557" sldId="631"/>
            <ac:picMk id="1054" creationId="{36471D45-AB30-0BA6-ACA3-9D4165001A17}"/>
          </ac:picMkLst>
        </pc:picChg>
        <pc:picChg chg="add">
          <ac:chgData name="SUMA K G" userId="c26ce1b90fa457b4" providerId="LiveId" clId="{37A7FBD5-A4A9-4077-A3FF-46E6E2CADEFD}" dt="2024-03-21T04:55:05.692" v="31"/>
          <ac:picMkLst>
            <pc:docMk/>
            <pc:sldMk cId="1887987557" sldId="631"/>
            <ac:picMk id="1055" creationId="{9E3A7FD6-EA41-AF5B-7E45-AE589B7D1649}"/>
          </ac:picMkLst>
        </pc:picChg>
        <pc:picChg chg="add">
          <ac:chgData name="SUMA K G" userId="c26ce1b90fa457b4" providerId="LiveId" clId="{37A7FBD5-A4A9-4077-A3FF-46E6E2CADEFD}" dt="2024-03-21T04:55:05.692" v="31"/>
          <ac:picMkLst>
            <pc:docMk/>
            <pc:sldMk cId="1887987557" sldId="631"/>
            <ac:picMk id="1056" creationId="{66E2F1BD-00B7-70A6-5C8C-DD2193B83E65}"/>
          </ac:picMkLst>
        </pc:picChg>
        <pc:picChg chg="add">
          <ac:chgData name="SUMA K G" userId="c26ce1b90fa457b4" providerId="LiveId" clId="{37A7FBD5-A4A9-4077-A3FF-46E6E2CADEFD}" dt="2024-03-21T04:55:05.692" v="31"/>
          <ac:picMkLst>
            <pc:docMk/>
            <pc:sldMk cId="1887987557" sldId="631"/>
            <ac:picMk id="1057" creationId="{0A8FFDFB-4FFB-CCD3-D342-BD4A28DB32C7}"/>
          </ac:picMkLst>
        </pc:picChg>
        <pc:picChg chg="add">
          <ac:chgData name="SUMA K G" userId="c26ce1b90fa457b4" providerId="LiveId" clId="{37A7FBD5-A4A9-4077-A3FF-46E6E2CADEFD}" dt="2024-03-21T04:55:05.692" v="31"/>
          <ac:picMkLst>
            <pc:docMk/>
            <pc:sldMk cId="1887987557" sldId="631"/>
            <ac:picMk id="1058" creationId="{0D6665AC-F92D-EF7D-342C-B996D242FF8F}"/>
          </ac:picMkLst>
        </pc:picChg>
        <pc:picChg chg="add">
          <ac:chgData name="SUMA K G" userId="c26ce1b90fa457b4" providerId="LiveId" clId="{37A7FBD5-A4A9-4077-A3FF-46E6E2CADEFD}" dt="2024-03-21T04:55:05.692" v="31"/>
          <ac:picMkLst>
            <pc:docMk/>
            <pc:sldMk cId="1887987557" sldId="631"/>
            <ac:picMk id="1059" creationId="{60C4DE81-BBB4-7FA0-6D07-3D826BB201D2}"/>
          </ac:picMkLst>
        </pc:picChg>
        <pc:picChg chg="add">
          <ac:chgData name="SUMA K G" userId="c26ce1b90fa457b4" providerId="LiveId" clId="{37A7FBD5-A4A9-4077-A3FF-46E6E2CADEFD}" dt="2024-03-21T04:55:05.692" v="31"/>
          <ac:picMkLst>
            <pc:docMk/>
            <pc:sldMk cId="1887987557" sldId="631"/>
            <ac:picMk id="1060" creationId="{90AA7384-D064-9B65-25E7-90A504CA6EDC}"/>
          </ac:picMkLst>
        </pc:picChg>
        <pc:picChg chg="add">
          <ac:chgData name="SUMA K G" userId="c26ce1b90fa457b4" providerId="LiveId" clId="{37A7FBD5-A4A9-4077-A3FF-46E6E2CADEFD}" dt="2024-03-21T04:55:05.692" v="31"/>
          <ac:picMkLst>
            <pc:docMk/>
            <pc:sldMk cId="1887987557" sldId="631"/>
            <ac:picMk id="1061" creationId="{0C223E4F-46E9-7BF0-DBA8-35400DE4D878}"/>
          </ac:picMkLst>
        </pc:picChg>
        <pc:picChg chg="add">
          <ac:chgData name="SUMA K G" userId="c26ce1b90fa457b4" providerId="LiveId" clId="{37A7FBD5-A4A9-4077-A3FF-46E6E2CADEFD}" dt="2024-03-21T04:55:14.316" v="32"/>
          <ac:picMkLst>
            <pc:docMk/>
            <pc:sldMk cId="1887987557" sldId="631"/>
            <ac:picMk id="1081" creationId="{21D0A2B6-E959-3674-9355-E883403ECD62}"/>
          </ac:picMkLst>
        </pc:picChg>
        <pc:picChg chg="add">
          <ac:chgData name="SUMA K G" userId="c26ce1b90fa457b4" providerId="LiveId" clId="{37A7FBD5-A4A9-4077-A3FF-46E6E2CADEFD}" dt="2024-03-21T04:55:14.316" v="32"/>
          <ac:picMkLst>
            <pc:docMk/>
            <pc:sldMk cId="1887987557" sldId="631"/>
            <ac:picMk id="1082" creationId="{96097CE9-0075-2800-EA68-9540B6DD0772}"/>
          </ac:picMkLst>
        </pc:picChg>
        <pc:picChg chg="add">
          <ac:chgData name="SUMA K G" userId="c26ce1b90fa457b4" providerId="LiveId" clId="{37A7FBD5-A4A9-4077-A3FF-46E6E2CADEFD}" dt="2024-03-21T04:55:14.316" v="32"/>
          <ac:picMkLst>
            <pc:docMk/>
            <pc:sldMk cId="1887987557" sldId="631"/>
            <ac:picMk id="1083" creationId="{B6123270-9EB4-2782-1206-179654DE72CD}"/>
          </ac:picMkLst>
        </pc:picChg>
        <pc:picChg chg="add">
          <ac:chgData name="SUMA K G" userId="c26ce1b90fa457b4" providerId="LiveId" clId="{37A7FBD5-A4A9-4077-A3FF-46E6E2CADEFD}" dt="2024-03-21T04:55:14.316" v="32"/>
          <ac:picMkLst>
            <pc:docMk/>
            <pc:sldMk cId="1887987557" sldId="631"/>
            <ac:picMk id="1084" creationId="{44B05AC3-8463-AB63-308F-3A5F63C45124}"/>
          </ac:picMkLst>
        </pc:picChg>
        <pc:picChg chg="add">
          <ac:chgData name="SUMA K G" userId="c26ce1b90fa457b4" providerId="LiveId" clId="{37A7FBD5-A4A9-4077-A3FF-46E6E2CADEFD}" dt="2024-03-21T04:55:14.316" v="32"/>
          <ac:picMkLst>
            <pc:docMk/>
            <pc:sldMk cId="1887987557" sldId="631"/>
            <ac:picMk id="1085" creationId="{FB27AD0B-41C3-A62B-61D3-3E32073EBA36}"/>
          </ac:picMkLst>
        </pc:picChg>
        <pc:picChg chg="add">
          <ac:chgData name="SUMA K G" userId="c26ce1b90fa457b4" providerId="LiveId" clId="{37A7FBD5-A4A9-4077-A3FF-46E6E2CADEFD}" dt="2024-03-21T04:55:14.316" v="32"/>
          <ac:picMkLst>
            <pc:docMk/>
            <pc:sldMk cId="1887987557" sldId="631"/>
            <ac:picMk id="1086" creationId="{A2247BF6-FC6F-07F7-FF4B-8C7F79264724}"/>
          </ac:picMkLst>
        </pc:picChg>
        <pc:picChg chg="add">
          <ac:chgData name="SUMA K G" userId="c26ce1b90fa457b4" providerId="LiveId" clId="{37A7FBD5-A4A9-4077-A3FF-46E6E2CADEFD}" dt="2024-03-21T04:55:14.316" v="32"/>
          <ac:picMkLst>
            <pc:docMk/>
            <pc:sldMk cId="1887987557" sldId="631"/>
            <ac:picMk id="1087" creationId="{7713CBB1-AF7F-4367-C504-4A6B21F9F8A5}"/>
          </ac:picMkLst>
        </pc:picChg>
      </pc:sldChg>
      <pc:sldChg chg="addSp modSp new del mod">
        <pc:chgData name="SUMA K G" userId="c26ce1b90fa457b4" providerId="LiveId" clId="{37A7FBD5-A4A9-4077-A3FF-46E6E2CADEFD}" dt="2024-03-21T09:56:28.217" v="79" actId="47"/>
        <pc:sldMkLst>
          <pc:docMk/>
          <pc:sldMk cId="3692750874" sldId="631"/>
        </pc:sldMkLst>
        <pc:spChg chg="mod">
          <ac:chgData name="SUMA K G" userId="c26ce1b90fa457b4" providerId="LiveId" clId="{37A7FBD5-A4A9-4077-A3FF-46E6E2CADEFD}" dt="2024-03-21T04:59:12.091" v="36"/>
          <ac:spMkLst>
            <pc:docMk/>
            <pc:sldMk cId="3692750874" sldId="631"/>
            <ac:spMk id="2" creationId="{A66B7D7F-DCE3-C193-2B52-23975658B24F}"/>
          </ac:spMkLst>
        </pc:spChg>
        <pc:spChg chg="mod">
          <ac:chgData name="SUMA K G" userId="c26ce1b90fa457b4" providerId="LiveId" clId="{37A7FBD5-A4A9-4077-A3FF-46E6E2CADEFD}" dt="2024-03-21T05:00:48.828" v="51" actId="20577"/>
          <ac:spMkLst>
            <pc:docMk/>
            <pc:sldMk cId="3692750874" sldId="631"/>
            <ac:spMk id="3" creationId="{EB1764DF-4437-E514-BFD5-917E957B8A57}"/>
          </ac:spMkLst>
        </pc:spChg>
        <pc:spChg chg="add">
          <ac:chgData name="SUMA K G" userId="c26ce1b90fa457b4" providerId="LiveId" clId="{37A7FBD5-A4A9-4077-A3FF-46E6E2CADEFD}" dt="2024-03-21T04:59:18.060" v="37"/>
          <ac:spMkLst>
            <pc:docMk/>
            <pc:sldMk cId="3692750874" sldId="631"/>
            <ac:spMk id="4" creationId="{0B0CF407-C186-8C3E-C5ED-FDF9CEF9D8C3}"/>
          </ac:spMkLst>
        </pc:spChg>
        <pc:spChg chg="add">
          <ac:chgData name="SUMA K G" userId="c26ce1b90fa457b4" providerId="LiveId" clId="{37A7FBD5-A4A9-4077-A3FF-46E6E2CADEFD}" dt="2024-03-21T04:59:18.060" v="37"/>
          <ac:spMkLst>
            <pc:docMk/>
            <pc:sldMk cId="3692750874" sldId="631"/>
            <ac:spMk id="5" creationId="{E16C4D4D-13AD-8266-030A-DC08BFD34F59}"/>
          </ac:spMkLst>
        </pc:spChg>
        <pc:picChg chg="add mod">
          <ac:chgData name="SUMA K G" userId="c26ce1b90fa457b4" providerId="LiveId" clId="{37A7FBD5-A4A9-4077-A3FF-46E6E2CADEFD}" dt="2024-03-21T05:01:11.843" v="53" actId="1076"/>
          <ac:picMkLst>
            <pc:docMk/>
            <pc:sldMk cId="3692750874" sldId="631"/>
            <ac:picMk id="7" creationId="{83C01F2F-13BE-2971-F805-668556F15B49}"/>
          </ac:picMkLst>
        </pc:picChg>
      </pc:sldChg>
      <pc:sldChg chg="modSp new del mod">
        <pc:chgData name="SUMA K G" userId="c26ce1b90fa457b4" providerId="LiveId" clId="{37A7FBD5-A4A9-4077-A3FF-46E6E2CADEFD}" dt="2024-03-21T09:56:28.800" v="80" actId="47"/>
        <pc:sldMkLst>
          <pc:docMk/>
          <pc:sldMk cId="1424178062" sldId="632"/>
        </pc:sldMkLst>
        <pc:spChg chg="mod">
          <ac:chgData name="SUMA K G" userId="c26ce1b90fa457b4" providerId="LiveId" clId="{37A7FBD5-A4A9-4077-A3FF-46E6E2CADEFD}" dt="2024-03-21T05:01:27.033" v="57"/>
          <ac:spMkLst>
            <pc:docMk/>
            <pc:sldMk cId="1424178062" sldId="632"/>
            <ac:spMk id="2" creationId="{DA5F807E-B5BB-BC33-0A76-8853478D31C7}"/>
          </ac:spMkLst>
        </pc:spChg>
        <pc:spChg chg="mod">
          <ac:chgData name="SUMA K G" userId="c26ce1b90fa457b4" providerId="LiveId" clId="{37A7FBD5-A4A9-4077-A3FF-46E6E2CADEFD}" dt="2024-03-21T05:02:32.509" v="68" actId="20577"/>
          <ac:spMkLst>
            <pc:docMk/>
            <pc:sldMk cId="1424178062" sldId="632"/>
            <ac:spMk id="3" creationId="{455797F1-29EC-ED8A-F686-0A434FE77A96}"/>
          </ac:spMkLst>
        </pc:spChg>
      </pc:sldChg>
      <pc:sldChg chg="modSp new del mod">
        <pc:chgData name="SUMA K G" userId="c26ce1b90fa457b4" providerId="LiveId" clId="{37A7FBD5-A4A9-4077-A3FF-46E6E2CADEFD}" dt="2024-03-21T09:56:29.447" v="81" actId="47"/>
        <pc:sldMkLst>
          <pc:docMk/>
          <pc:sldMk cId="2500470588" sldId="633"/>
        </pc:sldMkLst>
        <pc:spChg chg="mod">
          <ac:chgData name="SUMA K G" userId="c26ce1b90fa457b4" providerId="LiveId" clId="{37A7FBD5-A4A9-4077-A3FF-46E6E2CADEFD}" dt="2024-03-21T05:02:26.150" v="65"/>
          <ac:spMkLst>
            <pc:docMk/>
            <pc:sldMk cId="2500470588" sldId="633"/>
            <ac:spMk id="2" creationId="{57821619-7C0D-B3DD-C202-281643D78956}"/>
          </ac:spMkLst>
        </pc:spChg>
        <pc:spChg chg="mod">
          <ac:chgData name="SUMA K G" userId="c26ce1b90fa457b4" providerId="LiveId" clId="{37A7FBD5-A4A9-4077-A3FF-46E6E2CADEFD}" dt="2024-03-21T05:03:08.972" v="78" actId="27636"/>
          <ac:spMkLst>
            <pc:docMk/>
            <pc:sldMk cId="2500470588" sldId="633"/>
            <ac:spMk id="3" creationId="{225EA778-2316-70A0-CEDD-98ABE5243095}"/>
          </ac:spMkLst>
        </pc:spChg>
      </pc:sldChg>
    </pc:docChg>
  </pc:docChgLst>
  <pc:docChgLst>
    <pc:chgData name="SUMA K G" userId="c26ce1b90fa457b4" providerId="LiveId" clId="{3B533533-5614-4869-B234-223698070E15}"/>
    <pc:docChg chg="undo custSel addSld delSld modSld sldOrd">
      <pc:chgData name="SUMA K G" userId="c26ce1b90fa457b4" providerId="LiveId" clId="{3B533533-5614-4869-B234-223698070E15}" dt="2024-02-16T01:03:04.391" v="588" actId="207"/>
      <pc:docMkLst>
        <pc:docMk/>
      </pc:docMkLst>
      <pc:sldChg chg="modSp mod">
        <pc:chgData name="SUMA K G" userId="c26ce1b90fa457b4" providerId="LiveId" clId="{3B533533-5614-4869-B234-223698070E15}" dt="2024-02-16T01:02:20.779" v="581" actId="13926"/>
        <pc:sldMkLst>
          <pc:docMk/>
          <pc:sldMk cId="2490700207" sldId="258"/>
        </pc:sldMkLst>
        <pc:spChg chg="mod">
          <ac:chgData name="SUMA K G" userId="c26ce1b90fa457b4" providerId="LiveId" clId="{3B533533-5614-4869-B234-223698070E15}" dt="2024-02-16T01:02:20.779" v="581" actId="13926"/>
          <ac:spMkLst>
            <pc:docMk/>
            <pc:sldMk cId="2490700207" sldId="258"/>
            <ac:spMk id="3" creationId="{ACEFEE70-766E-082E-93D6-2985CA4B76CE}"/>
          </ac:spMkLst>
        </pc:spChg>
      </pc:sldChg>
      <pc:sldChg chg="modSp del mod">
        <pc:chgData name="SUMA K G" userId="c26ce1b90fa457b4" providerId="LiveId" clId="{3B533533-5614-4869-B234-223698070E15}" dt="2024-02-16T01:02:08.701" v="572" actId="47"/>
        <pc:sldMkLst>
          <pc:docMk/>
          <pc:sldMk cId="4134621147" sldId="259"/>
        </pc:sldMkLst>
        <pc:spChg chg="mod">
          <ac:chgData name="SUMA K G" userId="c26ce1b90fa457b4" providerId="LiveId" clId="{3B533533-5614-4869-B234-223698070E15}" dt="2024-02-13T00:44:57.185" v="206" actId="255"/>
          <ac:spMkLst>
            <pc:docMk/>
            <pc:sldMk cId="4134621147" sldId="259"/>
            <ac:spMk id="2" creationId="{7AD63AA2-13BA-64FE-82AB-888CB3A5980B}"/>
          </ac:spMkLst>
        </pc:spChg>
        <pc:spChg chg="mod">
          <ac:chgData name="SUMA K G" userId="c26ce1b90fa457b4" providerId="LiveId" clId="{3B533533-5614-4869-B234-223698070E15}" dt="2024-02-13T00:44:03.931" v="192" actId="1076"/>
          <ac:spMkLst>
            <pc:docMk/>
            <pc:sldMk cId="4134621147" sldId="259"/>
            <ac:spMk id="3" creationId="{CBE9D3E8-A776-8B86-6BB5-94FD22EA7A86}"/>
          </ac:spMkLst>
        </pc:spChg>
      </pc:sldChg>
      <pc:sldChg chg="del">
        <pc:chgData name="SUMA K G" userId="c26ce1b90fa457b4" providerId="LiveId" clId="{3B533533-5614-4869-B234-223698070E15}" dt="2024-02-13T00:25:21.483" v="4" actId="47"/>
        <pc:sldMkLst>
          <pc:docMk/>
          <pc:sldMk cId="4079793207" sldId="260"/>
        </pc:sldMkLst>
      </pc:sldChg>
      <pc:sldChg chg="del">
        <pc:chgData name="SUMA K G" userId="c26ce1b90fa457b4" providerId="LiveId" clId="{3B533533-5614-4869-B234-223698070E15}" dt="2024-02-13T00:25:22.133" v="7" actId="47"/>
        <pc:sldMkLst>
          <pc:docMk/>
          <pc:sldMk cId="4065008350" sldId="261"/>
        </pc:sldMkLst>
      </pc:sldChg>
      <pc:sldChg chg="del">
        <pc:chgData name="SUMA K G" userId="c26ce1b90fa457b4" providerId="LiveId" clId="{3B533533-5614-4869-B234-223698070E15}" dt="2024-02-13T00:25:22.053" v="6" actId="47"/>
        <pc:sldMkLst>
          <pc:docMk/>
          <pc:sldMk cId="1287036282" sldId="262"/>
        </pc:sldMkLst>
      </pc:sldChg>
      <pc:sldChg chg="del">
        <pc:chgData name="SUMA K G" userId="c26ce1b90fa457b4" providerId="LiveId" clId="{3B533533-5614-4869-B234-223698070E15}" dt="2024-02-13T00:25:22.004" v="5" actId="47"/>
        <pc:sldMkLst>
          <pc:docMk/>
          <pc:sldMk cId="3258583922" sldId="263"/>
        </pc:sldMkLst>
      </pc:sldChg>
      <pc:sldChg chg="del">
        <pc:chgData name="SUMA K G" userId="c26ce1b90fa457b4" providerId="LiveId" clId="{3B533533-5614-4869-B234-223698070E15}" dt="2024-02-13T00:25:22.203" v="9" actId="47"/>
        <pc:sldMkLst>
          <pc:docMk/>
          <pc:sldMk cId="1078908389" sldId="264"/>
        </pc:sldMkLst>
      </pc:sldChg>
      <pc:sldChg chg="del">
        <pc:chgData name="SUMA K G" userId="c26ce1b90fa457b4" providerId="LiveId" clId="{3B533533-5614-4869-B234-223698070E15}" dt="2024-02-13T00:25:22.156" v="8" actId="47"/>
        <pc:sldMkLst>
          <pc:docMk/>
          <pc:sldMk cId="2699818377" sldId="265"/>
        </pc:sldMkLst>
      </pc:sldChg>
      <pc:sldChg chg="del">
        <pc:chgData name="SUMA K G" userId="c26ce1b90fa457b4" providerId="LiveId" clId="{3B533533-5614-4869-B234-223698070E15}" dt="2024-02-13T00:25:22.295" v="11" actId="47"/>
        <pc:sldMkLst>
          <pc:docMk/>
          <pc:sldMk cId="4192721814" sldId="267"/>
        </pc:sldMkLst>
      </pc:sldChg>
      <pc:sldChg chg="del">
        <pc:chgData name="SUMA K G" userId="c26ce1b90fa457b4" providerId="LiveId" clId="{3B533533-5614-4869-B234-223698070E15}" dt="2024-02-13T00:25:22.353" v="12" actId="47"/>
        <pc:sldMkLst>
          <pc:docMk/>
          <pc:sldMk cId="2841957408" sldId="268"/>
        </pc:sldMkLst>
      </pc:sldChg>
      <pc:sldChg chg="del">
        <pc:chgData name="SUMA K G" userId="c26ce1b90fa457b4" providerId="LiveId" clId="{3B533533-5614-4869-B234-223698070E15}" dt="2024-02-13T00:25:22.421" v="13" actId="47"/>
        <pc:sldMkLst>
          <pc:docMk/>
          <pc:sldMk cId="2281057350" sldId="269"/>
        </pc:sldMkLst>
      </pc:sldChg>
      <pc:sldChg chg="del">
        <pc:chgData name="SUMA K G" userId="c26ce1b90fa457b4" providerId="LiveId" clId="{3B533533-5614-4869-B234-223698070E15}" dt="2024-02-13T00:25:22.625" v="14" actId="47"/>
        <pc:sldMkLst>
          <pc:docMk/>
          <pc:sldMk cId="3814415489" sldId="271"/>
        </pc:sldMkLst>
      </pc:sldChg>
      <pc:sldChg chg="del">
        <pc:chgData name="SUMA K G" userId="c26ce1b90fa457b4" providerId="LiveId" clId="{3B533533-5614-4869-B234-223698070E15}" dt="2024-02-13T00:25:22.783" v="15" actId="47"/>
        <pc:sldMkLst>
          <pc:docMk/>
          <pc:sldMk cId="2095036919" sldId="272"/>
        </pc:sldMkLst>
      </pc:sldChg>
      <pc:sldChg chg="del">
        <pc:chgData name="SUMA K G" userId="c26ce1b90fa457b4" providerId="LiveId" clId="{3B533533-5614-4869-B234-223698070E15}" dt="2024-02-13T00:25:22.964" v="16" actId="47"/>
        <pc:sldMkLst>
          <pc:docMk/>
          <pc:sldMk cId="1927936738" sldId="273"/>
        </pc:sldMkLst>
      </pc:sldChg>
      <pc:sldChg chg="del">
        <pc:chgData name="SUMA K G" userId="c26ce1b90fa457b4" providerId="LiveId" clId="{3B533533-5614-4869-B234-223698070E15}" dt="2024-02-13T00:25:22.990" v="17" actId="47"/>
        <pc:sldMkLst>
          <pc:docMk/>
          <pc:sldMk cId="1806475550" sldId="274"/>
        </pc:sldMkLst>
      </pc:sldChg>
      <pc:sldChg chg="del">
        <pc:chgData name="SUMA K G" userId="c26ce1b90fa457b4" providerId="LiveId" clId="{3B533533-5614-4869-B234-223698070E15}" dt="2024-02-13T00:25:23.061" v="18" actId="47"/>
        <pc:sldMkLst>
          <pc:docMk/>
          <pc:sldMk cId="3246801322" sldId="276"/>
        </pc:sldMkLst>
      </pc:sldChg>
      <pc:sldChg chg="del">
        <pc:chgData name="SUMA K G" userId="c26ce1b90fa457b4" providerId="LiveId" clId="{3B533533-5614-4869-B234-223698070E15}" dt="2024-02-13T00:25:23.264" v="19" actId="47"/>
        <pc:sldMkLst>
          <pc:docMk/>
          <pc:sldMk cId="4099467783" sldId="277"/>
        </pc:sldMkLst>
      </pc:sldChg>
      <pc:sldChg chg="del">
        <pc:chgData name="SUMA K G" userId="c26ce1b90fa457b4" providerId="LiveId" clId="{3B533533-5614-4869-B234-223698070E15}" dt="2024-02-13T00:25:23.437" v="20" actId="47"/>
        <pc:sldMkLst>
          <pc:docMk/>
          <pc:sldMk cId="2251027253" sldId="278"/>
        </pc:sldMkLst>
      </pc:sldChg>
      <pc:sldChg chg="del">
        <pc:chgData name="SUMA K G" userId="c26ce1b90fa457b4" providerId="LiveId" clId="{3B533533-5614-4869-B234-223698070E15}" dt="2024-02-13T00:25:23.517" v="21" actId="47"/>
        <pc:sldMkLst>
          <pc:docMk/>
          <pc:sldMk cId="845934390" sldId="279"/>
        </pc:sldMkLst>
      </pc:sldChg>
      <pc:sldChg chg="del">
        <pc:chgData name="SUMA K G" userId="c26ce1b90fa457b4" providerId="LiveId" clId="{3B533533-5614-4869-B234-223698070E15}" dt="2024-02-13T00:25:23.727" v="22" actId="47"/>
        <pc:sldMkLst>
          <pc:docMk/>
          <pc:sldMk cId="827125950" sldId="280"/>
        </pc:sldMkLst>
      </pc:sldChg>
      <pc:sldChg chg="del">
        <pc:chgData name="SUMA K G" userId="c26ce1b90fa457b4" providerId="LiveId" clId="{3B533533-5614-4869-B234-223698070E15}" dt="2024-02-13T00:25:23.891" v="23" actId="47"/>
        <pc:sldMkLst>
          <pc:docMk/>
          <pc:sldMk cId="4111550437" sldId="281"/>
        </pc:sldMkLst>
      </pc:sldChg>
      <pc:sldChg chg="del">
        <pc:chgData name="SUMA K G" userId="c26ce1b90fa457b4" providerId="LiveId" clId="{3B533533-5614-4869-B234-223698070E15}" dt="2024-02-13T00:25:24.036" v="24" actId="47"/>
        <pc:sldMkLst>
          <pc:docMk/>
          <pc:sldMk cId="580189302" sldId="282"/>
        </pc:sldMkLst>
      </pc:sldChg>
      <pc:sldChg chg="del">
        <pc:chgData name="SUMA K G" userId="c26ce1b90fa457b4" providerId="LiveId" clId="{3B533533-5614-4869-B234-223698070E15}" dt="2024-02-13T00:25:24.235" v="25" actId="47"/>
        <pc:sldMkLst>
          <pc:docMk/>
          <pc:sldMk cId="1852791192" sldId="284"/>
        </pc:sldMkLst>
      </pc:sldChg>
      <pc:sldChg chg="del">
        <pc:chgData name="SUMA K G" userId="c26ce1b90fa457b4" providerId="LiveId" clId="{3B533533-5614-4869-B234-223698070E15}" dt="2024-02-13T00:25:24.403" v="26" actId="47"/>
        <pc:sldMkLst>
          <pc:docMk/>
          <pc:sldMk cId="3676871844" sldId="285"/>
        </pc:sldMkLst>
      </pc:sldChg>
      <pc:sldChg chg="del">
        <pc:chgData name="SUMA K G" userId="c26ce1b90fa457b4" providerId="LiveId" clId="{3B533533-5614-4869-B234-223698070E15}" dt="2024-02-13T00:25:24.555" v="27" actId="47"/>
        <pc:sldMkLst>
          <pc:docMk/>
          <pc:sldMk cId="2016034462" sldId="286"/>
        </pc:sldMkLst>
      </pc:sldChg>
      <pc:sldChg chg="del">
        <pc:chgData name="SUMA K G" userId="c26ce1b90fa457b4" providerId="LiveId" clId="{3B533533-5614-4869-B234-223698070E15}" dt="2024-02-13T00:25:24.696" v="28" actId="47"/>
        <pc:sldMkLst>
          <pc:docMk/>
          <pc:sldMk cId="2019221169" sldId="287"/>
        </pc:sldMkLst>
      </pc:sldChg>
      <pc:sldChg chg="del">
        <pc:chgData name="SUMA K G" userId="c26ce1b90fa457b4" providerId="LiveId" clId="{3B533533-5614-4869-B234-223698070E15}" dt="2024-02-13T00:25:24.845" v="29" actId="47"/>
        <pc:sldMkLst>
          <pc:docMk/>
          <pc:sldMk cId="2094704421" sldId="288"/>
        </pc:sldMkLst>
      </pc:sldChg>
      <pc:sldChg chg="del">
        <pc:chgData name="SUMA K G" userId="c26ce1b90fa457b4" providerId="LiveId" clId="{3B533533-5614-4869-B234-223698070E15}" dt="2024-02-13T00:25:22.233" v="10" actId="47"/>
        <pc:sldMkLst>
          <pc:docMk/>
          <pc:sldMk cId="2888962568" sldId="290"/>
        </pc:sldMkLst>
      </pc:sldChg>
      <pc:sldChg chg="modSp mod">
        <pc:chgData name="SUMA K G" userId="c26ce1b90fa457b4" providerId="LiveId" clId="{3B533533-5614-4869-B234-223698070E15}" dt="2024-02-16T01:03:04.391" v="588" actId="207"/>
        <pc:sldMkLst>
          <pc:docMk/>
          <pc:sldMk cId="2773029733" sldId="585"/>
        </pc:sldMkLst>
        <pc:spChg chg="mod">
          <ac:chgData name="SUMA K G" userId="c26ce1b90fa457b4" providerId="LiveId" clId="{3B533533-5614-4869-B234-223698070E15}" dt="2024-02-16T01:03:04.391" v="588" actId="207"/>
          <ac:spMkLst>
            <pc:docMk/>
            <pc:sldMk cId="2773029733" sldId="585"/>
            <ac:spMk id="3" creationId="{FD6B1D31-C4E7-8A73-DE3F-694072EBD1FA}"/>
          </ac:spMkLst>
        </pc:spChg>
      </pc:sldChg>
      <pc:sldChg chg="modSp new del mod">
        <pc:chgData name="SUMA K G" userId="c26ce1b90fa457b4" providerId="LiveId" clId="{3B533533-5614-4869-B234-223698070E15}" dt="2024-02-16T01:02:09.613" v="574" actId="47"/>
        <pc:sldMkLst>
          <pc:docMk/>
          <pc:sldMk cId="2480680137" sldId="586"/>
        </pc:sldMkLst>
        <pc:spChg chg="mod">
          <ac:chgData name="SUMA K G" userId="c26ce1b90fa457b4" providerId="LiveId" clId="{3B533533-5614-4869-B234-223698070E15}" dt="2024-02-13T00:45:10.798" v="208" actId="207"/>
          <ac:spMkLst>
            <pc:docMk/>
            <pc:sldMk cId="2480680137" sldId="586"/>
            <ac:spMk id="2" creationId="{37189312-B23B-34D9-1080-A18C99143532}"/>
          </ac:spMkLst>
        </pc:spChg>
        <pc:spChg chg="mod">
          <ac:chgData name="SUMA K G" userId="c26ce1b90fa457b4" providerId="LiveId" clId="{3B533533-5614-4869-B234-223698070E15}" dt="2024-02-13T05:26:20.368" v="444" actId="20577"/>
          <ac:spMkLst>
            <pc:docMk/>
            <pc:sldMk cId="2480680137" sldId="586"/>
            <ac:spMk id="3" creationId="{B605CBB8-1C26-7544-ECB5-899EC8FE9C36}"/>
          </ac:spMkLst>
        </pc:spChg>
      </pc:sldChg>
      <pc:sldChg chg="addSp modSp new del mod">
        <pc:chgData name="SUMA K G" userId="c26ce1b90fa457b4" providerId="LiveId" clId="{3B533533-5614-4869-B234-223698070E15}" dt="2024-02-16T01:02:10.066" v="575" actId="47"/>
        <pc:sldMkLst>
          <pc:docMk/>
          <pc:sldMk cId="3636751241" sldId="587"/>
        </pc:sldMkLst>
        <pc:spChg chg="mod">
          <ac:chgData name="SUMA K G" userId="c26ce1b90fa457b4" providerId="LiveId" clId="{3B533533-5614-4869-B234-223698070E15}" dt="2024-02-13T00:48:17.651" v="248"/>
          <ac:spMkLst>
            <pc:docMk/>
            <pc:sldMk cId="3636751241" sldId="587"/>
            <ac:spMk id="2" creationId="{80B3F729-34CE-F294-1135-1330F029467A}"/>
          </ac:spMkLst>
        </pc:spChg>
        <pc:spChg chg="mod">
          <ac:chgData name="SUMA K G" userId="c26ce1b90fa457b4" providerId="LiveId" clId="{3B533533-5614-4869-B234-223698070E15}" dt="2024-02-13T00:46:52.121" v="229" actId="21"/>
          <ac:spMkLst>
            <pc:docMk/>
            <pc:sldMk cId="3636751241" sldId="587"/>
            <ac:spMk id="3" creationId="{33299FAA-4045-1EE3-B86C-438A209947B3}"/>
          </ac:spMkLst>
        </pc:spChg>
        <pc:picChg chg="add mod">
          <ac:chgData name="SUMA K G" userId="c26ce1b90fa457b4" providerId="LiveId" clId="{3B533533-5614-4869-B234-223698070E15}" dt="2024-02-13T00:26:20.046" v="42" actId="1076"/>
          <ac:picMkLst>
            <pc:docMk/>
            <pc:sldMk cId="3636751241" sldId="587"/>
            <ac:picMk id="1026" creationId="{BC669F11-65DC-72AF-38D7-264A7E9FEAFF}"/>
          </ac:picMkLst>
        </pc:picChg>
      </pc:sldChg>
      <pc:sldChg chg="addSp modSp new del mod">
        <pc:chgData name="SUMA K G" userId="c26ce1b90fa457b4" providerId="LiveId" clId="{3B533533-5614-4869-B234-223698070E15}" dt="2024-02-16T01:02:10.360" v="576" actId="47"/>
        <pc:sldMkLst>
          <pc:docMk/>
          <pc:sldMk cId="4249310126" sldId="588"/>
        </pc:sldMkLst>
        <pc:spChg chg="mod">
          <ac:chgData name="SUMA K G" userId="c26ce1b90fa457b4" providerId="LiveId" clId="{3B533533-5614-4869-B234-223698070E15}" dt="2024-02-13T00:48:19.752" v="249"/>
          <ac:spMkLst>
            <pc:docMk/>
            <pc:sldMk cId="4249310126" sldId="588"/>
            <ac:spMk id="2" creationId="{937A6C3B-9615-9F73-C1D0-FE6A3673F7E3}"/>
          </ac:spMkLst>
        </pc:spChg>
        <pc:spChg chg="mod">
          <ac:chgData name="SUMA K G" userId="c26ce1b90fa457b4" providerId="LiveId" clId="{3B533533-5614-4869-B234-223698070E15}" dt="2024-02-13T00:48:08.833" v="247" actId="20577"/>
          <ac:spMkLst>
            <pc:docMk/>
            <pc:sldMk cId="4249310126" sldId="588"/>
            <ac:spMk id="3" creationId="{0791EB00-BF26-BE4C-B282-C44679159D55}"/>
          </ac:spMkLst>
        </pc:spChg>
        <pc:picChg chg="add mod">
          <ac:chgData name="SUMA K G" userId="c26ce1b90fa457b4" providerId="LiveId" clId="{3B533533-5614-4869-B234-223698070E15}" dt="2024-02-13T00:47:12.132" v="238" actId="1076"/>
          <ac:picMkLst>
            <pc:docMk/>
            <pc:sldMk cId="4249310126" sldId="588"/>
            <ac:picMk id="2050" creationId="{B5F8EF5F-DE89-CB27-82AF-884D55BDDF0C}"/>
          </ac:picMkLst>
        </pc:picChg>
      </pc:sldChg>
      <pc:sldChg chg="modSp new del mod">
        <pc:chgData name="SUMA K G" userId="c26ce1b90fa457b4" providerId="LiveId" clId="{3B533533-5614-4869-B234-223698070E15}" dt="2024-02-16T01:02:10.674" v="577" actId="47"/>
        <pc:sldMkLst>
          <pc:docMk/>
          <pc:sldMk cId="2326483373" sldId="589"/>
        </pc:sldMkLst>
        <pc:spChg chg="mod">
          <ac:chgData name="SUMA K G" userId="c26ce1b90fa457b4" providerId="LiveId" clId="{3B533533-5614-4869-B234-223698070E15}" dt="2024-02-13T00:48:26.052" v="251" actId="14100"/>
          <ac:spMkLst>
            <pc:docMk/>
            <pc:sldMk cId="2326483373" sldId="589"/>
            <ac:spMk id="2" creationId="{169BE13A-EDCA-FFB8-14DF-1DAAE31DCF52}"/>
          </ac:spMkLst>
        </pc:spChg>
        <pc:spChg chg="mod">
          <ac:chgData name="SUMA K G" userId="c26ce1b90fa457b4" providerId="LiveId" clId="{3B533533-5614-4869-B234-223698070E15}" dt="2024-02-13T00:49:19.018" v="263" actId="255"/>
          <ac:spMkLst>
            <pc:docMk/>
            <pc:sldMk cId="2326483373" sldId="589"/>
            <ac:spMk id="3" creationId="{D3572CA7-3F4A-360B-5D7B-C4FB9A9787A5}"/>
          </ac:spMkLst>
        </pc:spChg>
      </pc:sldChg>
      <pc:sldChg chg="addSp delSp modSp new del mod">
        <pc:chgData name="SUMA K G" userId="c26ce1b90fa457b4" providerId="LiveId" clId="{3B533533-5614-4869-B234-223698070E15}" dt="2024-02-16T01:02:11.111" v="578" actId="47"/>
        <pc:sldMkLst>
          <pc:docMk/>
          <pc:sldMk cId="502794606" sldId="590"/>
        </pc:sldMkLst>
        <pc:spChg chg="mod">
          <ac:chgData name="SUMA K G" userId="c26ce1b90fa457b4" providerId="LiveId" clId="{3B533533-5614-4869-B234-223698070E15}" dt="2024-02-13T00:54:13.796" v="294"/>
          <ac:spMkLst>
            <pc:docMk/>
            <pc:sldMk cId="502794606" sldId="590"/>
            <ac:spMk id="2" creationId="{E90D4A00-CDC9-187E-073C-9535FBD66F21}"/>
          </ac:spMkLst>
        </pc:spChg>
        <pc:spChg chg="add del mod">
          <ac:chgData name="SUMA K G" userId="c26ce1b90fa457b4" providerId="LiveId" clId="{3B533533-5614-4869-B234-223698070E15}" dt="2024-02-13T00:54:19.284" v="295" actId="13926"/>
          <ac:spMkLst>
            <pc:docMk/>
            <pc:sldMk cId="502794606" sldId="590"/>
            <ac:spMk id="3" creationId="{96039125-7EBD-72E6-583C-414A75576537}"/>
          </ac:spMkLst>
        </pc:spChg>
        <pc:spChg chg="add mod">
          <ac:chgData name="SUMA K G" userId="c26ce1b90fa457b4" providerId="LiveId" clId="{3B533533-5614-4869-B234-223698070E15}" dt="2024-02-13T00:27:15.230" v="60"/>
          <ac:spMkLst>
            <pc:docMk/>
            <pc:sldMk cId="502794606" sldId="590"/>
            <ac:spMk id="4" creationId="{9B9E6369-E412-728E-F9A1-954C24ED7D89}"/>
          </ac:spMkLst>
        </pc:spChg>
      </pc:sldChg>
      <pc:sldChg chg="modSp new del mod">
        <pc:chgData name="SUMA K G" userId="c26ce1b90fa457b4" providerId="LiveId" clId="{3B533533-5614-4869-B234-223698070E15}" dt="2024-02-16T01:02:11.437" v="579" actId="47"/>
        <pc:sldMkLst>
          <pc:docMk/>
          <pc:sldMk cId="2665073112" sldId="591"/>
        </pc:sldMkLst>
        <pc:spChg chg="mod">
          <ac:chgData name="SUMA K G" userId="c26ce1b90fa457b4" providerId="LiveId" clId="{3B533533-5614-4869-B234-223698070E15}" dt="2024-02-13T00:55:23.474" v="297"/>
          <ac:spMkLst>
            <pc:docMk/>
            <pc:sldMk cId="2665073112" sldId="591"/>
            <ac:spMk id="2" creationId="{CC96B6C2-BABA-BE88-5B4B-82E45FE684F7}"/>
          </ac:spMkLst>
        </pc:spChg>
        <pc:spChg chg="mod">
          <ac:chgData name="SUMA K G" userId="c26ce1b90fa457b4" providerId="LiveId" clId="{3B533533-5614-4869-B234-223698070E15}" dt="2024-02-13T00:55:18.039" v="296" actId="108"/>
          <ac:spMkLst>
            <pc:docMk/>
            <pc:sldMk cId="2665073112" sldId="591"/>
            <ac:spMk id="3" creationId="{F46A05D0-3BA3-D691-0771-38AE179676E4}"/>
          </ac:spMkLst>
        </pc:spChg>
      </pc:sldChg>
      <pc:sldChg chg="modSp new del mod">
        <pc:chgData name="SUMA K G" userId="c26ce1b90fa457b4" providerId="LiveId" clId="{3B533533-5614-4869-B234-223698070E15}" dt="2024-02-16T01:02:11.731" v="580" actId="47"/>
        <pc:sldMkLst>
          <pc:docMk/>
          <pc:sldMk cId="2813934145" sldId="592"/>
        </pc:sldMkLst>
        <pc:spChg chg="mod">
          <ac:chgData name="SUMA K G" userId="c26ce1b90fa457b4" providerId="LiveId" clId="{3B533533-5614-4869-B234-223698070E15}" dt="2024-02-13T00:55:27.115" v="298" actId="207"/>
          <ac:spMkLst>
            <pc:docMk/>
            <pc:sldMk cId="2813934145" sldId="592"/>
            <ac:spMk id="2" creationId="{B3DBD0D6-DC00-41CC-ABA0-1F847AD33105}"/>
          </ac:spMkLst>
        </pc:spChg>
        <pc:spChg chg="mod">
          <ac:chgData name="SUMA K G" userId="c26ce1b90fa457b4" providerId="LiveId" clId="{3B533533-5614-4869-B234-223698070E15}" dt="2024-02-13T01:06:58.962" v="420" actId="14100"/>
          <ac:spMkLst>
            <pc:docMk/>
            <pc:sldMk cId="2813934145" sldId="592"/>
            <ac:spMk id="3" creationId="{C19AC3DC-6E75-1C67-0254-A6DF66E51E6D}"/>
          </ac:spMkLst>
        </pc:spChg>
      </pc:sldChg>
      <pc:sldChg chg="modSp new mod">
        <pc:chgData name="SUMA K G" userId="c26ce1b90fa457b4" providerId="LiveId" clId="{3B533533-5614-4869-B234-223698070E15}" dt="2024-02-16T01:02:26.941" v="582" actId="13926"/>
        <pc:sldMkLst>
          <pc:docMk/>
          <pc:sldMk cId="696438992" sldId="593"/>
        </pc:sldMkLst>
        <pc:spChg chg="mod">
          <ac:chgData name="SUMA K G" userId="c26ce1b90fa457b4" providerId="LiveId" clId="{3B533533-5614-4869-B234-223698070E15}" dt="2024-02-13T00:30:05.904" v="70" actId="27636"/>
          <ac:spMkLst>
            <pc:docMk/>
            <pc:sldMk cId="696438992" sldId="593"/>
            <ac:spMk id="2" creationId="{203FE5D9-CC72-F34F-90EB-E225629E3302}"/>
          </ac:spMkLst>
        </pc:spChg>
        <pc:spChg chg="mod">
          <ac:chgData name="SUMA K G" userId="c26ce1b90fa457b4" providerId="LiveId" clId="{3B533533-5614-4869-B234-223698070E15}" dt="2024-02-16T01:02:26.941" v="582" actId="13926"/>
          <ac:spMkLst>
            <pc:docMk/>
            <pc:sldMk cId="696438992" sldId="593"/>
            <ac:spMk id="3" creationId="{B74A0FA9-95BF-0E25-9306-9A9AE5B2E076}"/>
          </ac:spMkLst>
        </pc:spChg>
      </pc:sldChg>
      <pc:sldChg chg="addSp modSp new mod">
        <pc:chgData name="SUMA K G" userId="c26ce1b90fa457b4" providerId="LiveId" clId="{3B533533-5614-4869-B234-223698070E15}" dt="2024-02-13T00:58:18.652" v="327" actId="1076"/>
        <pc:sldMkLst>
          <pc:docMk/>
          <pc:sldMk cId="2927117963" sldId="594"/>
        </pc:sldMkLst>
        <pc:spChg chg="mod">
          <ac:chgData name="SUMA K G" userId="c26ce1b90fa457b4" providerId="LiveId" clId="{3B533533-5614-4869-B234-223698070E15}" dt="2024-02-13T00:56:57.636" v="315" actId="27636"/>
          <ac:spMkLst>
            <pc:docMk/>
            <pc:sldMk cId="2927117963" sldId="594"/>
            <ac:spMk id="2" creationId="{52F6FAE3-7383-F969-9ECD-C7C7A5A7858A}"/>
          </ac:spMkLst>
        </pc:spChg>
        <pc:spChg chg="mod">
          <ac:chgData name="SUMA K G" userId="c26ce1b90fa457b4" providerId="LiveId" clId="{3B533533-5614-4869-B234-223698070E15}" dt="2024-02-13T00:58:15.501" v="326" actId="20577"/>
          <ac:spMkLst>
            <pc:docMk/>
            <pc:sldMk cId="2927117963" sldId="594"/>
            <ac:spMk id="3" creationId="{010E91A3-D580-BC40-9437-F1D6C8E11FFF}"/>
          </ac:spMkLst>
        </pc:spChg>
        <pc:picChg chg="add mod">
          <ac:chgData name="SUMA K G" userId="c26ce1b90fa457b4" providerId="LiveId" clId="{3B533533-5614-4869-B234-223698070E15}" dt="2024-02-13T00:58:18.652" v="327" actId="1076"/>
          <ac:picMkLst>
            <pc:docMk/>
            <pc:sldMk cId="2927117963" sldId="594"/>
            <ac:picMk id="4098" creationId="{A9AB5304-C92D-9673-0B5B-B00391095CE1}"/>
          </ac:picMkLst>
        </pc:picChg>
      </pc:sldChg>
      <pc:sldChg chg="addSp delSp modSp new mod ord">
        <pc:chgData name="SUMA K G" userId="c26ce1b90fa457b4" providerId="LiveId" clId="{3B533533-5614-4869-B234-223698070E15}" dt="2024-02-15T05:04:56.002" v="471"/>
        <pc:sldMkLst>
          <pc:docMk/>
          <pc:sldMk cId="231275377" sldId="595"/>
        </pc:sldMkLst>
        <pc:spChg chg="mod">
          <ac:chgData name="SUMA K G" userId="c26ce1b90fa457b4" providerId="LiveId" clId="{3B533533-5614-4869-B234-223698070E15}" dt="2024-02-13T00:31:28.317" v="90"/>
          <ac:spMkLst>
            <pc:docMk/>
            <pc:sldMk cId="231275377" sldId="595"/>
            <ac:spMk id="2" creationId="{F19DDB4D-16B2-64C1-C364-7DB976306D20}"/>
          </ac:spMkLst>
        </pc:spChg>
        <pc:spChg chg="del">
          <ac:chgData name="SUMA K G" userId="c26ce1b90fa457b4" providerId="LiveId" clId="{3B533533-5614-4869-B234-223698070E15}" dt="2024-02-13T00:31:34.734" v="91"/>
          <ac:spMkLst>
            <pc:docMk/>
            <pc:sldMk cId="231275377" sldId="595"/>
            <ac:spMk id="3" creationId="{B7D6E7A7-1E72-363C-ECAA-1FBF973E02EB}"/>
          </ac:spMkLst>
        </pc:spChg>
        <pc:spChg chg="add mod">
          <ac:chgData name="SUMA K G" userId="c26ce1b90fa457b4" providerId="LiveId" clId="{3B533533-5614-4869-B234-223698070E15}" dt="2024-02-13T00:58:35.456" v="336" actId="5793"/>
          <ac:spMkLst>
            <pc:docMk/>
            <pc:sldMk cId="231275377" sldId="595"/>
            <ac:spMk id="4" creationId="{35BA439F-99B8-76E8-DA4B-0219D7A92FBC}"/>
          </ac:spMkLst>
        </pc:spChg>
      </pc:sldChg>
      <pc:sldChg chg="addSp delSp modSp new mod">
        <pc:chgData name="SUMA K G" userId="c26ce1b90fa457b4" providerId="LiveId" clId="{3B533533-5614-4869-B234-223698070E15}" dt="2024-02-13T00:59:54.344" v="349" actId="1076"/>
        <pc:sldMkLst>
          <pc:docMk/>
          <pc:sldMk cId="725756034" sldId="596"/>
        </pc:sldMkLst>
        <pc:spChg chg="mod">
          <ac:chgData name="SUMA K G" userId="c26ce1b90fa457b4" providerId="LiveId" clId="{3B533533-5614-4869-B234-223698070E15}" dt="2024-02-13T00:32:38.869" v="104"/>
          <ac:spMkLst>
            <pc:docMk/>
            <pc:sldMk cId="725756034" sldId="596"/>
            <ac:spMk id="2" creationId="{7DE0DA7C-2C15-C59E-CD9B-53ED93D199F1}"/>
          </ac:spMkLst>
        </pc:spChg>
        <pc:spChg chg="mod">
          <ac:chgData name="SUMA K G" userId="c26ce1b90fa457b4" providerId="LiveId" clId="{3B533533-5614-4869-B234-223698070E15}" dt="2024-02-13T00:59:43.464" v="348" actId="123"/>
          <ac:spMkLst>
            <pc:docMk/>
            <pc:sldMk cId="725756034" sldId="596"/>
            <ac:spMk id="3" creationId="{8D7F6797-E2ED-68B5-326F-D72940CE8CBC}"/>
          </ac:spMkLst>
        </pc:spChg>
        <pc:spChg chg="add">
          <ac:chgData name="SUMA K G" userId="c26ce1b90fa457b4" providerId="LiveId" clId="{3B533533-5614-4869-B234-223698070E15}" dt="2024-02-13T00:32:54.756" v="109"/>
          <ac:spMkLst>
            <pc:docMk/>
            <pc:sldMk cId="725756034" sldId="596"/>
            <ac:spMk id="4" creationId="{38F2CAA3-4871-CD69-D577-F9025625A30C}"/>
          </ac:spMkLst>
        </pc:spChg>
        <pc:spChg chg="add del">
          <ac:chgData name="SUMA K G" userId="c26ce1b90fa457b4" providerId="LiveId" clId="{3B533533-5614-4869-B234-223698070E15}" dt="2024-02-13T00:33:08.793" v="112" actId="478"/>
          <ac:spMkLst>
            <pc:docMk/>
            <pc:sldMk cId="725756034" sldId="596"/>
            <ac:spMk id="5" creationId="{00BC9C7B-B38E-E571-A71A-D70B037BD4FA}"/>
          </ac:spMkLst>
        </pc:spChg>
        <pc:spChg chg="add del">
          <ac:chgData name="SUMA K G" userId="c26ce1b90fa457b4" providerId="LiveId" clId="{3B533533-5614-4869-B234-223698070E15}" dt="2024-02-13T00:33:32.012" v="120" actId="478"/>
          <ac:spMkLst>
            <pc:docMk/>
            <pc:sldMk cId="725756034" sldId="596"/>
            <ac:spMk id="6" creationId="{8818B979-6EC6-735E-09CC-632E361189DF}"/>
          </ac:spMkLst>
        </pc:spChg>
        <pc:picChg chg="add mod">
          <ac:chgData name="SUMA K G" userId="c26ce1b90fa457b4" providerId="LiveId" clId="{3B533533-5614-4869-B234-223698070E15}" dt="2024-02-13T00:59:54.344" v="349" actId="1076"/>
          <ac:picMkLst>
            <pc:docMk/>
            <pc:sldMk cId="725756034" sldId="596"/>
            <ac:picMk id="6149" creationId="{742BA8DD-6B0D-08BE-D8EA-0B9DDBAC18E2}"/>
          </ac:picMkLst>
        </pc:picChg>
      </pc:sldChg>
      <pc:sldChg chg="modSp new mod">
        <pc:chgData name="SUMA K G" userId="c26ce1b90fa457b4" providerId="LiveId" clId="{3B533533-5614-4869-B234-223698070E15}" dt="2024-02-13T01:01:57.790" v="360" actId="14100"/>
        <pc:sldMkLst>
          <pc:docMk/>
          <pc:sldMk cId="3320839937" sldId="597"/>
        </pc:sldMkLst>
        <pc:spChg chg="mod">
          <ac:chgData name="SUMA K G" userId="c26ce1b90fa457b4" providerId="LiveId" clId="{3B533533-5614-4869-B234-223698070E15}" dt="2024-02-13T01:01:08.951" v="354"/>
          <ac:spMkLst>
            <pc:docMk/>
            <pc:sldMk cId="3320839937" sldId="597"/>
            <ac:spMk id="2" creationId="{12535F47-BE19-6A53-D6CF-E0182F6CFC6E}"/>
          </ac:spMkLst>
        </pc:spChg>
        <pc:spChg chg="mod">
          <ac:chgData name="SUMA K G" userId="c26ce1b90fa457b4" providerId="LiveId" clId="{3B533533-5614-4869-B234-223698070E15}" dt="2024-02-13T01:01:57.790" v="360" actId="14100"/>
          <ac:spMkLst>
            <pc:docMk/>
            <pc:sldMk cId="3320839937" sldId="597"/>
            <ac:spMk id="3" creationId="{1B5F24E0-F4EC-32D4-BBF4-1E4E1B9F6C17}"/>
          </ac:spMkLst>
        </pc:spChg>
      </pc:sldChg>
      <pc:sldChg chg="addSp delSp modSp new mod">
        <pc:chgData name="SUMA K G" userId="c26ce1b90fa457b4" providerId="LiveId" clId="{3B533533-5614-4869-B234-223698070E15}" dt="2024-02-15T04:47:19.099" v="448" actId="13926"/>
        <pc:sldMkLst>
          <pc:docMk/>
          <pc:sldMk cId="632400608" sldId="598"/>
        </pc:sldMkLst>
        <pc:spChg chg="mod">
          <ac:chgData name="SUMA K G" userId="c26ce1b90fa457b4" providerId="LiveId" clId="{3B533533-5614-4869-B234-223698070E15}" dt="2024-02-13T00:36:41.154" v="127"/>
          <ac:spMkLst>
            <pc:docMk/>
            <pc:sldMk cId="632400608" sldId="598"/>
            <ac:spMk id="2" creationId="{F9DD560D-66F7-08CF-769E-4A390973E042}"/>
          </ac:spMkLst>
        </pc:spChg>
        <pc:spChg chg="add del">
          <ac:chgData name="SUMA K G" userId="c26ce1b90fa457b4" providerId="LiveId" clId="{3B533533-5614-4869-B234-223698070E15}" dt="2024-02-13T00:37:03.609" v="132"/>
          <ac:spMkLst>
            <pc:docMk/>
            <pc:sldMk cId="632400608" sldId="598"/>
            <ac:spMk id="3" creationId="{833FF419-DD06-C116-D0E8-78DA88FE9EF4}"/>
          </ac:spMkLst>
        </pc:spChg>
        <pc:spChg chg="add mod">
          <ac:chgData name="SUMA K G" userId="c26ce1b90fa457b4" providerId="LiveId" clId="{3B533533-5614-4869-B234-223698070E15}" dt="2024-02-13T00:36:49.450" v="129"/>
          <ac:spMkLst>
            <pc:docMk/>
            <pc:sldMk cId="632400608" sldId="598"/>
            <ac:spMk id="4" creationId="{B43CA3B6-4701-C2A3-2408-B636C6AAFB64}"/>
          </ac:spMkLst>
        </pc:spChg>
        <pc:spChg chg="add mod">
          <ac:chgData name="SUMA K G" userId="c26ce1b90fa457b4" providerId="LiveId" clId="{3B533533-5614-4869-B234-223698070E15}" dt="2024-02-13T00:36:55.998" v="131"/>
          <ac:spMkLst>
            <pc:docMk/>
            <pc:sldMk cId="632400608" sldId="598"/>
            <ac:spMk id="5" creationId="{9D2AE8C5-1625-602D-FCBC-FE858D2E4885}"/>
          </ac:spMkLst>
        </pc:spChg>
        <pc:spChg chg="add del mod">
          <ac:chgData name="SUMA K G" userId="c26ce1b90fa457b4" providerId="LiveId" clId="{3B533533-5614-4869-B234-223698070E15}" dt="2024-02-13T00:37:57.321" v="148" actId="478"/>
          <ac:spMkLst>
            <pc:docMk/>
            <pc:sldMk cId="632400608" sldId="598"/>
            <ac:spMk id="6" creationId="{9574079A-D9D6-2CFF-8394-E9FA7BD0EADA}"/>
          </ac:spMkLst>
        </pc:spChg>
        <pc:spChg chg="add mod">
          <ac:chgData name="SUMA K G" userId="c26ce1b90fa457b4" providerId="LiveId" clId="{3B533533-5614-4869-B234-223698070E15}" dt="2024-02-15T04:47:19.099" v="448" actId="13926"/>
          <ac:spMkLst>
            <pc:docMk/>
            <pc:sldMk cId="632400608" sldId="598"/>
            <ac:spMk id="7" creationId="{E461144F-3DC8-BDE9-F7A3-1DE888F9E0BA}"/>
          </ac:spMkLst>
        </pc:spChg>
        <pc:spChg chg="add del mod">
          <ac:chgData name="SUMA K G" userId="c26ce1b90fa457b4" providerId="LiveId" clId="{3B533533-5614-4869-B234-223698070E15}" dt="2024-02-13T00:38:07.240" v="150" actId="478"/>
          <ac:spMkLst>
            <pc:docMk/>
            <pc:sldMk cId="632400608" sldId="598"/>
            <ac:spMk id="8" creationId="{277EE3C0-811D-B81D-98D2-18542E1E464E}"/>
          </ac:spMkLst>
        </pc:spChg>
        <pc:picChg chg="add mod">
          <ac:chgData name="SUMA K G" userId="c26ce1b90fa457b4" providerId="LiveId" clId="{3B533533-5614-4869-B234-223698070E15}" dt="2024-02-13T01:08:10.161" v="425" actId="1076"/>
          <ac:picMkLst>
            <pc:docMk/>
            <pc:sldMk cId="632400608" sldId="598"/>
            <ac:picMk id="7173" creationId="{9EC0FC20-7D68-EB21-1A5A-BF9FA137417E}"/>
          </ac:picMkLst>
        </pc:picChg>
      </pc:sldChg>
      <pc:sldChg chg="addSp delSp modSp new mod">
        <pc:chgData name="SUMA K G" userId="c26ce1b90fa457b4" providerId="LiveId" clId="{3B533533-5614-4869-B234-223698070E15}" dt="2024-02-15T04:46:59.244" v="447" actId="13926"/>
        <pc:sldMkLst>
          <pc:docMk/>
          <pc:sldMk cId="2356889741" sldId="599"/>
        </pc:sldMkLst>
        <pc:spChg chg="mod">
          <ac:chgData name="SUMA K G" userId="c26ce1b90fa457b4" providerId="LiveId" clId="{3B533533-5614-4869-B234-223698070E15}" dt="2024-02-13T00:39:38.981" v="163"/>
          <ac:spMkLst>
            <pc:docMk/>
            <pc:sldMk cId="2356889741" sldId="599"/>
            <ac:spMk id="2" creationId="{DAE2391E-1346-14C4-406F-9CFCFFC79BBD}"/>
          </ac:spMkLst>
        </pc:spChg>
        <pc:spChg chg="add del mod">
          <ac:chgData name="SUMA K G" userId="c26ce1b90fa457b4" providerId="LiveId" clId="{3B533533-5614-4869-B234-223698070E15}" dt="2024-02-15T04:46:59.244" v="447" actId="13926"/>
          <ac:spMkLst>
            <pc:docMk/>
            <pc:sldMk cId="2356889741" sldId="599"/>
            <ac:spMk id="3" creationId="{14A27C9C-F92C-AFD1-E6E2-B22BBB1C0321}"/>
          </ac:spMkLst>
        </pc:spChg>
        <pc:spChg chg="add mod">
          <ac:chgData name="SUMA K G" userId="c26ce1b90fa457b4" providerId="LiveId" clId="{3B533533-5614-4869-B234-223698070E15}" dt="2024-02-13T00:40:01.337" v="167"/>
          <ac:spMkLst>
            <pc:docMk/>
            <pc:sldMk cId="2356889741" sldId="599"/>
            <ac:spMk id="4" creationId="{32411E8A-6F0B-DCC1-7860-06E303EECAC9}"/>
          </ac:spMkLst>
        </pc:spChg>
      </pc:sldChg>
      <pc:sldChg chg="modSp new del mod">
        <pc:chgData name="SUMA K G" userId="c26ce1b90fa457b4" providerId="LiveId" clId="{3B533533-5614-4869-B234-223698070E15}" dt="2024-02-16T01:02:09.192" v="573" actId="47"/>
        <pc:sldMkLst>
          <pc:docMk/>
          <pc:sldMk cId="3782998508" sldId="600"/>
        </pc:sldMkLst>
        <pc:spChg chg="mod">
          <ac:chgData name="SUMA K G" userId="c26ce1b90fa457b4" providerId="LiveId" clId="{3B533533-5614-4869-B234-223698070E15}" dt="2024-02-13T00:45:02.847" v="207" actId="255"/>
          <ac:spMkLst>
            <pc:docMk/>
            <pc:sldMk cId="3782998508" sldId="600"/>
            <ac:spMk id="2" creationId="{EC347BBA-75AE-653A-2B39-AD888929484A}"/>
          </ac:spMkLst>
        </pc:spChg>
        <pc:spChg chg="mod">
          <ac:chgData name="SUMA K G" userId="c26ce1b90fa457b4" providerId="LiveId" clId="{3B533533-5614-4869-B234-223698070E15}" dt="2024-02-13T01:06:09.312" v="419" actId="27636"/>
          <ac:spMkLst>
            <pc:docMk/>
            <pc:sldMk cId="3782998508" sldId="600"/>
            <ac:spMk id="3" creationId="{7D532118-D35A-1E40-4C65-6C6E8E5D0C17}"/>
          </ac:spMkLst>
        </pc:spChg>
      </pc:sldChg>
      <pc:sldChg chg="addSp delSp modSp new mod">
        <pc:chgData name="SUMA K G" userId="c26ce1b90fa457b4" providerId="LiveId" clId="{3B533533-5614-4869-B234-223698070E15}" dt="2024-02-15T04:47:38.286" v="449" actId="20577"/>
        <pc:sldMkLst>
          <pc:docMk/>
          <pc:sldMk cId="3846129185" sldId="601"/>
        </pc:sldMkLst>
        <pc:spChg chg="mod">
          <ac:chgData name="SUMA K G" userId="c26ce1b90fa457b4" providerId="LiveId" clId="{3B533533-5614-4869-B234-223698070E15}" dt="2024-02-13T01:03:26.027" v="368"/>
          <ac:spMkLst>
            <pc:docMk/>
            <pc:sldMk cId="3846129185" sldId="601"/>
            <ac:spMk id="2" creationId="{FA0E2C29-6830-10A4-F576-E3946DD432F9}"/>
          </ac:spMkLst>
        </pc:spChg>
        <pc:spChg chg="add del mod">
          <ac:chgData name="SUMA K G" userId="c26ce1b90fa457b4" providerId="LiveId" clId="{3B533533-5614-4869-B234-223698070E15}" dt="2024-02-15T04:47:38.286" v="449" actId="20577"/>
          <ac:spMkLst>
            <pc:docMk/>
            <pc:sldMk cId="3846129185" sldId="601"/>
            <ac:spMk id="3" creationId="{FABF0774-FB82-3674-DC2C-B7FD411EC2E3}"/>
          </ac:spMkLst>
        </pc:spChg>
        <pc:spChg chg="add mod">
          <ac:chgData name="SUMA K G" userId="c26ce1b90fa457b4" providerId="LiveId" clId="{3B533533-5614-4869-B234-223698070E15}" dt="2024-02-13T01:03:37.533" v="372"/>
          <ac:spMkLst>
            <pc:docMk/>
            <pc:sldMk cId="3846129185" sldId="601"/>
            <ac:spMk id="4" creationId="{C3C1AA23-4705-4031-9BED-EDB9B96F156B}"/>
          </ac:spMkLst>
        </pc:spChg>
      </pc:sldChg>
      <pc:sldChg chg="addSp modSp new mod">
        <pc:chgData name="SUMA K G" userId="c26ce1b90fa457b4" providerId="LiveId" clId="{3B533533-5614-4869-B234-223698070E15}" dt="2024-02-15T04:56:59.620" v="462" actId="20577"/>
        <pc:sldMkLst>
          <pc:docMk/>
          <pc:sldMk cId="2465350823" sldId="602"/>
        </pc:sldMkLst>
        <pc:spChg chg="mod">
          <ac:chgData name="SUMA K G" userId="c26ce1b90fa457b4" providerId="LiveId" clId="{3B533533-5614-4869-B234-223698070E15}" dt="2024-02-15T04:56:38.977" v="454" actId="14100"/>
          <ac:spMkLst>
            <pc:docMk/>
            <pc:sldMk cId="2465350823" sldId="602"/>
            <ac:spMk id="2" creationId="{CFA99758-D957-DF73-6B93-294205B3BAFA}"/>
          </ac:spMkLst>
        </pc:spChg>
        <pc:spChg chg="mod">
          <ac:chgData name="SUMA K G" userId="c26ce1b90fa457b4" providerId="LiveId" clId="{3B533533-5614-4869-B234-223698070E15}" dt="2024-02-15T04:56:59.620" v="462" actId="20577"/>
          <ac:spMkLst>
            <pc:docMk/>
            <pc:sldMk cId="2465350823" sldId="602"/>
            <ac:spMk id="3" creationId="{41CF98ED-70BF-D915-7042-A2507EECC632}"/>
          </ac:spMkLst>
        </pc:spChg>
        <pc:picChg chg="add mod">
          <ac:chgData name="SUMA K G" userId="c26ce1b90fa457b4" providerId="LiveId" clId="{3B533533-5614-4869-B234-223698070E15}" dt="2024-02-15T04:56:48.404" v="458" actId="1076"/>
          <ac:picMkLst>
            <pc:docMk/>
            <pc:sldMk cId="2465350823" sldId="602"/>
            <ac:picMk id="10242" creationId="{1DBB61E6-3154-1CF8-40DC-85681C363057}"/>
          </ac:picMkLst>
        </pc:picChg>
      </pc:sldChg>
      <pc:sldChg chg="addSp delSp modSp new mod">
        <pc:chgData name="SUMA K G" userId="c26ce1b90fa457b4" providerId="LiveId" clId="{3B533533-5614-4869-B234-223698070E15}" dt="2024-02-15T05:09:45.140" v="531" actId="6549"/>
        <pc:sldMkLst>
          <pc:docMk/>
          <pc:sldMk cId="160196092" sldId="603"/>
        </pc:sldMkLst>
        <pc:spChg chg="mod">
          <ac:chgData name="SUMA K G" userId="c26ce1b90fa457b4" providerId="LiveId" clId="{3B533533-5614-4869-B234-223698070E15}" dt="2024-02-15T05:05:17.398" v="473"/>
          <ac:spMkLst>
            <pc:docMk/>
            <pc:sldMk cId="160196092" sldId="603"/>
            <ac:spMk id="2" creationId="{90F0DC6C-9E1B-6D9A-A89B-D250328703F1}"/>
          </ac:spMkLst>
        </pc:spChg>
        <pc:spChg chg="add del mod">
          <ac:chgData name="SUMA K G" userId="c26ce1b90fa457b4" providerId="LiveId" clId="{3B533533-5614-4869-B234-223698070E15}" dt="2024-02-15T05:09:45.140" v="531" actId="6549"/>
          <ac:spMkLst>
            <pc:docMk/>
            <pc:sldMk cId="160196092" sldId="603"/>
            <ac:spMk id="3" creationId="{51EB0757-C4AE-89C1-E7FC-3337F71B4BFD}"/>
          </ac:spMkLst>
        </pc:spChg>
        <pc:spChg chg="add mod">
          <ac:chgData name="SUMA K G" userId="c26ce1b90fa457b4" providerId="LiveId" clId="{3B533533-5614-4869-B234-223698070E15}" dt="2024-02-15T05:05:28.594" v="475"/>
          <ac:spMkLst>
            <pc:docMk/>
            <pc:sldMk cId="160196092" sldId="603"/>
            <ac:spMk id="4" creationId="{E6067C46-7EBD-AF07-344B-A9DEF3669D84}"/>
          </ac:spMkLst>
        </pc:spChg>
        <pc:spChg chg="add mod">
          <ac:chgData name="SUMA K G" userId="c26ce1b90fa457b4" providerId="LiveId" clId="{3B533533-5614-4869-B234-223698070E15}" dt="2024-02-15T05:05:41.713" v="477"/>
          <ac:spMkLst>
            <pc:docMk/>
            <pc:sldMk cId="160196092" sldId="603"/>
            <ac:spMk id="5" creationId="{A52C99DE-EB5E-87F4-E27A-C6EF9009610C}"/>
          </ac:spMkLst>
        </pc:spChg>
        <pc:spChg chg="add mod">
          <ac:chgData name="SUMA K G" userId="c26ce1b90fa457b4" providerId="LiveId" clId="{3B533533-5614-4869-B234-223698070E15}" dt="2024-02-15T05:05:54.318" v="479"/>
          <ac:spMkLst>
            <pc:docMk/>
            <pc:sldMk cId="160196092" sldId="603"/>
            <ac:spMk id="6" creationId="{EC5C1AB6-33A3-DF2A-271B-FC32A98F64C6}"/>
          </ac:spMkLst>
        </pc:spChg>
      </pc:sldChg>
      <pc:sldChg chg="addSp modSp new mod">
        <pc:chgData name="SUMA K G" userId="c26ce1b90fa457b4" providerId="LiveId" clId="{3B533533-5614-4869-B234-223698070E15}" dt="2024-02-15T05:10:22.915" v="540" actId="20577"/>
        <pc:sldMkLst>
          <pc:docMk/>
          <pc:sldMk cId="1308951125" sldId="604"/>
        </pc:sldMkLst>
        <pc:spChg chg="mod">
          <ac:chgData name="SUMA K G" userId="c26ce1b90fa457b4" providerId="LiveId" clId="{3B533533-5614-4869-B234-223698070E15}" dt="2024-02-15T05:08:03.584" v="509"/>
          <ac:spMkLst>
            <pc:docMk/>
            <pc:sldMk cId="1308951125" sldId="604"/>
            <ac:spMk id="2" creationId="{3805A284-9D77-53E2-3828-4547BFAAFE6C}"/>
          </ac:spMkLst>
        </pc:spChg>
        <pc:spChg chg="mod">
          <ac:chgData name="SUMA K G" userId="c26ce1b90fa457b4" providerId="LiveId" clId="{3B533533-5614-4869-B234-223698070E15}" dt="2024-02-15T05:10:22.915" v="540" actId="20577"/>
          <ac:spMkLst>
            <pc:docMk/>
            <pc:sldMk cId="1308951125" sldId="604"/>
            <ac:spMk id="3" creationId="{CB2BF858-DE1E-278A-1D4D-7463433259B3}"/>
          </ac:spMkLst>
        </pc:spChg>
        <pc:picChg chg="add mod">
          <ac:chgData name="SUMA K G" userId="c26ce1b90fa457b4" providerId="LiveId" clId="{3B533533-5614-4869-B234-223698070E15}" dt="2024-02-15T05:09:51.026" v="532" actId="1076"/>
          <ac:picMkLst>
            <pc:docMk/>
            <pc:sldMk cId="1308951125" sldId="604"/>
            <ac:picMk id="5" creationId="{A98D8586-A6C2-C239-D62E-D65FC7D4622E}"/>
          </ac:picMkLst>
        </pc:picChg>
      </pc:sldChg>
      <pc:sldChg chg="addSp modSp new mod">
        <pc:chgData name="SUMA K G" userId="c26ce1b90fa457b4" providerId="LiveId" clId="{3B533533-5614-4869-B234-223698070E15}" dt="2024-02-15T05:35:02.299" v="570"/>
        <pc:sldMkLst>
          <pc:docMk/>
          <pc:sldMk cId="2517161550" sldId="605"/>
        </pc:sldMkLst>
        <pc:spChg chg="mod">
          <ac:chgData name="SUMA K G" userId="c26ce1b90fa457b4" providerId="LiveId" clId="{3B533533-5614-4869-B234-223698070E15}" dt="2024-02-15T05:35:02.299" v="570"/>
          <ac:spMkLst>
            <pc:docMk/>
            <pc:sldMk cId="2517161550" sldId="605"/>
            <ac:spMk id="2" creationId="{DF4C5AD4-CC25-F276-8A65-1E1824C34B04}"/>
          </ac:spMkLst>
        </pc:spChg>
        <pc:spChg chg="mod">
          <ac:chgData name="SUMA K G" userId="c26ce1b90fa457b4" providerId="LiveId" clId="{3B533533-5614-4869-B234-223698070E15}" dt="2024-02-15T05:11:04.418" v="549" actId="123"/>
          <ac:spMkLst>
            <pc:docMk/>
            <pc:sldMk cId="2517161550" sldId="605"/>
            <ac:spMk id="3" creationId="{C7720220-FCD0-C618-DDF0-4D9D3001EC2D}"/>
          </ac:spMkLst>
        </pc:spChg>
        <pc:picChg chg="add mod">
          <ac:chgData name="SUMA K G" userId="c26ce1b90fa457b4" providerId="LiveId" clId="{3B533533-5614-4869-B234-223698070E15}" dt="2024-02-15T05:11:18.238" v="551" actId="1076"/>
          <ac:picMkLst>
            <pc:docMk/>
            <pc:sldMk cId="2517161550" sldId="605"/>
            <ac:picMk id="5" creationId="{592BB16A-BDBA-D2B5-32D9-79D30010A495}"/>
          </ac:picMkLst>
        </pc:picChg>
      </pc:sldChg>
      <pc:sldChg chg="modSp new mod">
        <pc:chgData name="SUMA K G" userId="c26ce1b90fa457b4" providerId="LiveId" clId="{3B533533-5614-4869-B234-223698070E15}" dt="2024-02-15T05:30:21.225" v="565" actId="13926"/>
        <pc:sldMkLst>
          <pc:docMk/>
          <pc:sldMk cId="3770136847" sldId="606"/>
        </pc:sldMkLst>
        <pc:spChg chg="mod">
          <ac:chgData name="SUMA K G" userId="c26ce1b90fa457b4" providerId="LiveId" clId="{3B533533-5614-4869-B234-223698070E15}" dt="2024-02-15T05:11:39.888" v="553"/>
          <ac:spMkLst>
            <pc:docMk/>
            <pc:sldMk cId="3770136847" sldId="606"/>
            <ac:spMk id="2" creationId="{D54163EB-5FB7-913D-6830-B8CFFC362B11}"/>
          </ac:spMkLst>
        </pc:spChg>
        <pc:spChg chg="mod">
          <ac:chgData name="SUMA K G" userId="c26ce1b90fa457b4" providerId="LiveId" clId="{3B533533-5614-4869-B234-223698070E15}" dt="2024-02-15T05:30:21.225" v="565" actId="13926"/>
          <ac:spMkLst>
            <pc:docMk/>
            <pc:sldMk cId="3770136847" sldId="606"/>
            <ac:spMk id="3" creationId="{94593BC9-242D-D228-2DD6-D77E0CEA633C}"/>
          </ac:spMkLst>
        </pc:spChg>
      </pc:sldChg>
      <pc:sldChg chg="addSp delSp modSp new mod">
        <pc:chgData name="SUMA K G" userId="c26ce1b90fa457b4" providerId="LiveId" clId="{3B533533-5614-4869-B234-223698070E15}" dt="2024-02-15T06:22:30.183" v="571" actId="13926"/>
        <pc:sldMkLst>
          <pc:docMk/>
          <pc:sldMk cId="3099718690" sldId="607"/>
        </pc:sldMkLst>
        <pc:spChg chg="mod">
          <ac:chgData name="SUMA K G" userId="c26ce1b90fa457b4" providerId="LiveId" clId="{3B533533-5614-4869-B234-223698070E15}" dt="2024-02-15T05:30:47.863" v="569"/>
          <ac:spMkLst>
            <pc:docMk/>
            <pc:sldMk cId="3099718690" sldId="607"/>
            <ac:spMk id="2" creationId="{E822E034-4E19-23F8-E396-A64D45565818}"/>
          </ac:spMkLst>
        </pc:spChg>
        <pc:spChg chg="mod">
          <ac:chgData name="SUMA K G" userId="c26ce1b90fa457b4" providerId="LiveId" clId="{3B533533-5614-4869-B234-223698070E15}" dt="2024-02-15T06:22:30.183" v="571" actId="13926"/>
          <ac:spMkLst>
            <pc:docMk/>
            <pc:sldMk cId="3099718690" sldId="607"/>
            <ac:spMk id="3" creationId="{A2CD7ECE-B31C-0B5C-E495-1D5FE1AB5455}"/>
          </ac:spMkLst>
        </pc:spChg>
        <pc:spChg chg="add del">
          <ac:chgData name="SUMA K G" userId="c26ce1b90fa457b4" providerId="LiveId" clId="{3B533533-5614-4869-B234-223698070E15}" dt="2024-02-15T05:12:18.122" v="561" actId="478"/>
          <ac:spMkLst>
            <pc:docMk/>
            <pc:sldMk cId="3099718690" sldId="607"/>
            <ac:spMk id="4" creationId="{04DB6427-C9E9-1E03-197E-84219A044A9F}"/>
          </ac:spMkLst>
        </pc:spChg>
      </pc:sldChg>
    </pc:docChg>
  </pc:docChgLst>
  <pc:docChgLst>
    <pc:chgData name="SUMA K G" userId="c26ce1b90fa457b4" providerId="LiveId" clId="{FDBE89A1-35F2-4E4B-A168-24D0CC79A0ED}"/>
    <pc:docChg chg="undo custSel addSld delSld modSld">
      <pc:chgData name="SUMA K G" userId="c26ce1b90fa457b4" providerId="LiveId" clId="{FDBE89A1-35F2-4E4B-A168-24D0CC79A0ED}" dt="2024-03-07T19:43:34.551" v="40" actId="20577"/>
      <pc:docMkLst>
        <pc:docMk/>
      </pc:docMkLst>
      <pc:sldChg chg="modSp mod">
        <pc:chgData name="SUMA K G" userId="c26ce1b90fa457b4" providerId="LiveId" clId="{FDBE89A1-35F2-4E4B-A168-24D0CC79A0ED}" dt="2024-03-07T19:43:01.509" v="0" actId="13926"/>
        <pc:sldMkLst>
          <pc:docMk/>
          <pc:sldMk cId="3675906361" sldId="259"/>
        </pc:sldMkLst>
        <pc:spChg chg="mod">
          <ac:chgData name="SUMA K G" userId="c26ce1b90fa457b4" providerId="LiveId" clId="{FDBE89A1-35F2-4E4B-A168-24D0CC79A0ED}" dt="2024-03-07T19:43:01.509" v="0" actId="13926"/>
          <ac:spMkLst>
            <pc:docMk/>
            <pc:sldMk cId="3675906361" sldId="259"/>
            <ac:spMk id="3" creationId="{632B5889-C715-DE89-F8F4-3E6322765093}"/>
          </ac:spMkLst>
        </pc:spChg>
      </pc:sldChg>
      <pc:sldChg chg="modSp mod">
        <pc:chgData name="SUMA K G" userId="c26ce1b90fa457b4" providerId="LiveId" clId="{FDBE89A1-35F2-4E4B-A168-24D0CC79A0ED}" dt="2024-03-07T19:43:34.551" v="40" actId="20577"/>
        <pc:sldMkLst>
          <pc:docMk/>
          <pc:sldMk cId="2773029733" sldId="585"/>
        </pc:sldMkLst>
        <pc:spChg chg="mod">
          <ac:chgData name="SUMA K G" userId="c26ce1b90fa457b4" providerId="LiveId" clId="{FDBE89A1-35F2-4E4B-A168-24D0CC79A0ED}" dt="2024-03-07T19:43:34.551" v="40" actId="20577"/>
          <ac:spMkLst>
            <pc:docMk/>
            <pc:sldMk cId="2773029733" sldId="585"/>
            <ac:spMk id="3" creationId="{FD6B1D31-C4E7-8A73-DE3F-694072EBD1FA}"/>
          </ac:spMkLst>
        </pc:spChg>
      </pc:sldChg>
      <pc:sldChg chg="del">
        <pc:chgData name="SUMA K G" userId="c26ce1b90fa457b4" providerId="LiveId" clId="{FDBE89A1-35F2-4E4B-A168-24D0CC79A0ED}" dt="2024-03-07T19:43:12.606" v="1" actId="47"/>
        <pc:sldMkLst>
          <pc:docMk/>
          <pc:sldMk cId="3159541835" sldId="586"/>
        </pc:sldMkLst>
      </pc:sldChg>
      <pc:sldChg chg="del">
        <pc:chgData name="SUMA K G" userId="c26ce1b90fa457b4" providerId="LiveId" clId="{FDBE89A1-35F2-4E4B-A168-24D0CC79A0ED}" dt="2024-03-07T19:43:12.759" v="2" actId="47"/>
        <pc:sldMkLst>
          <pc:docMk/>
          <pc:sldMk cId="2701893301" sldId="587"/>
        </pc:sldMkLst>
      </pc:sldChg>
      <pc:sldChg chg="add del">
        <pc:chgData name="SUMA K G" userId="c26ce1b90fa457b4" providerId="LiveId" clId="{FDBE89A1-35F2-4E4B-A168-24D0CC79A0ED}" dt="2024-03-07T19:43:21.545" v="36" actId="47"/>
        <pc:sldMkLst>
          <pc:docMk/>
          <pc:sldMk cId="2548196930" sldId="592"/>
        </pc:sldMkLst>
      </pc:sldChg>
      <pc:sldChg chg="add del">
        <pc:chgData name="SUMA K G" userId="c26ce1b90fa457b4" providerId="LiveId" clId="{FDBE89A1-35F2-4E4B-A168-24D0CC79A0ED}" dt="2024-03-07T19:43:24.461" v="37" actId="47"/>
        <pc:sldMkLst>
          <pc:docMk/>
          <pc:sldMk cId="1492335786" sldId="593"/>
        </pc:sldMkLst>
      </pc:sldChg>
      <pc:sldChg chg="del">
        <pc:chgData name="SUMA K G" userId="c26ce1b90fa457b4" providerId="LiveId" clId="{FDBE89A1-35F2-4E4B-A168-24D0CC79A0ED}" dt="2024-03-07T19:43:13.150" v="4" actId="47"/>
        <pc:sldMkLst>
          <pc:docMk/>
          <pc:sldMk cId="472549772" sldId="594"/>
        </pc:sldMkLst>
      </pc:sldChg>
      <pc:sldChg chg="del">
        <pc:chgData name="SUMA K G" userId="c26ce1b90fa457b4" providerId="LiveId" clId="{FDBE89A1-35F2-4E4B-A168-24D0CC79A0ED}" dt="2024-03-07T19:43:13.341" v="5" actId="47"/>
        <pc:sldMkLst>
          <pc:docMk/>
          <pc:sldMk cId="3404864442" sldId="595"/>
        </pc:sldMkLst>
      </pc:sldChg>
      <pc:sldChg chg="del">
        <pc:chgData name="SUMA K G" userId="c26ce1b90fa457b4" providerId="LiveId" clId="{FDBE89A1-35F2-4E4B-A168-24D0CC79A0ED}" dt="2024-03-07T19:43:13.855" v="8" actId="47"/>
        <pc:sldMkLst>
          <pc:docMk/>
          <pc:sldMk cId="4110850515" sldId="596"/>
        </pc:sldMkLst>
      </pc:sldChg>
      <pc:sldChg chg="del">
        <pc:chgData name="SUMA K G" userId="c26ce1b90fa457b4" providerId="LiveId" clId="{FDBE89A1-35F2-4E4B-A168-24D0CC79A0ED}" dt="2024-03-07T19:43:14.041" v="9" actId="47"/>
        <pc:sldMkLst>
          <pc:docMk/>
          <pc:sldMk cId="1191889892" sldId="597"/>
        </pc:sldMkLst>
      </pc:sldChg>
      <pc:sldChg chg="del">
        <pc:chgData name="SUMA K G" userId="c26ce1b90fa457b4" providerId="LiveId" clId="{FDBE89A1-35F2-4E4B-A168-24D0CC79A0ED}" dt="2024-03-07T19:43:15.390" v="15" actId="47"/>
        <pc:sldMkLst>
          <pc:docMk/>
          <pc:sldMk cId="3407410162" sldId="598"/>
        </pc:sldMkLst>
      </pc:sldChg>
      <pc:sldChg chg="del">
        <pc:chgData name="SUMA K G" userId="c26ce1b90fa457b4" providerId="LiveId" clId="{FDBE89A1-35F2-4E4B-A168-24D0CC79A0ED}" dt="2024-03-07T19:43:15.713" v="17" actId="47"/>
        <pc:sldMkLst>
          <pc:docMk/>
          <pc:sldMk cId="2917933193" sldId="599"/>
        </pc:sldMkLst>
      </pc:sldChg>
      <pc:sldChg chg="del">
        <pc:chgData name="SUMA K G" userId="c26ce1b90fa457b4" providerId="LiveId" clId="{FDBE89A1-35F2-4E4B-A168-24D0CC79A0ED}" dt="2024-03-07T19:43:16.490" v="23" actId="47"/>
        <pc:sldMkLst>
          <pc:docMk/>
          <pc:sldMk cId="3063078968" sldId="600"/>
        </pc:sldMkLst>
      </pc:sldChg>
      <pc:sldChg chg="del">
        <pc:chgData name="SUMA K G" userId="c26ce1b90fa457b4" providerId="LiveId" clId="{FDBE89A1-35F2-4E4B-A168-24D0CC79A0ED}" dt="2024-03-07T19:43:17.158" v="24" actId="47"/>
        <pc:sldMkLst>
          <pc:docMk/>
          <pc:sldMk cId="96654972" sldId="601"/>
        </pc:sldMkLst>
      </pc:sldChg>
      <pc:sldChg chg="del">
        <pc:chgData name="SUMA K G" userId="c26ce1b90fa457b4" providerId="LiveId" clId="{FDBE89A1-35F2-4E4B-A168-24D0CC79A0ED}" dt="2024-03-07T19:43:17.354" v="25" actId="47"/>
        <pc:sldMkLst>
          <pc:docMk/>
          <pc:sldMk cId="1275451643" sldId="602"/>
        </pc:sldMkLst>
      </pc:sldChg>
      <pc:sldChg chg="del">
        <pc:chgData name="SUMA K G" userId="c26ce1b90fa457b4" providerId="LiveId" clId="{FDBE89A1-35F2-4E4B-A168-24D0CC79A0ED}" dt="2024-03-07T19:43:17.544" v="26" actId="47"/>
        <pc:sldMkLst>
          <pc:docMk/>
          <pc:sldMk cId="592821000" sldId="603"/>
        </pc:sldMkLst>
      </pc:sldChg>
      <pc:sldChg chg="del">
        <pc:chgData name="SUMA K G" userId="c26ce1b90fa457b4" providerId="LiveId" clId="{FDBE89A1-35F2-4E4B-A168-24D0CC79A0ED}" dt="2024-03-07T19:43:17.913" v="28" actId="47"/>
        <pc:sldMkLst>
          <pc:docMk/>
          <pc:sldMk cId="736366857" sldId="604"/>
        </pc:sldMkLst>
      </pc:sldChg>
      <pc:sldChg chg="del">
        <pc:chgData name="SUMA K G" userId="c26ce1b90fa457b4" providerId="LiveId" clId="{FDBE89A1-35F2-4E4B-A168-24D0CC79A0ED}" dt="2024-03-07T19:43:18.226" v="30" actId="47"/>
        <pc:sldMkLst>
          <pc:docMk/>
          <pc:sldMk cId="3575402549" sldId="605"/>
        </pc:sldMkLst>
      </pc:sldChg>
      <pc:sldChg chg="del">
        <pc:chgData name="SUMA K G" userId="c26ce1b90fa457b4" providerId="LiveId" clId="{FDBE89A1-35F2-4E4B-A168-24D0CC79A0ED}" dt="2024-03-07T19:43:18.437" v="31" actId="47"/>
        <pc:sldMkLst>
          <pc:docMk/>
          <pc:sldMk cId="616376358" sldId="606"/>
        </pc:sldMkLst>
      </pc:sldChg>
      <pc:sldChg chg="del">
        <pc:chgData name="SUMA K G" userId="c26ce1b90fa457b4" providerId="LiveId" clId="{FDBE89A1-35F2-4E4B-A168-24D0CC79A0ED}" dt="2024-03-07T19:43:18.673" v="32" actId="47"/>
        <pc:sldMkLst>
          <pc:docMk/>
          <pc:sldMk cId="3471506262" sldId="607"/>
        </pc:sldMkLst>
      </pc:sldChg>
      <pc:sldChg chg="del">
        <pc:chgData name="SUMA K G" userId="c26ce1b90fa457b4" providerId="LiveId" clId="{FDBE89A1-35F2-4E4B-A168-24D0CC79A0ED}" dt="2024-03-07T19:43:13.536" v="6" actId="47"/>
        <pc:sldMkLst>
          <pc:docMk/>
          <pc:sldMk cId="1585790214" sldId="609"/>
        </pc:sldMkLst>
      </pc:sldChg>
      <pc:sldChg chg="del">
        <pc:chgData name="SUMA K G" userId="c26ce1b90fa457b4" providerId="LiveId" clId="{FDBE89A1-35F2-4E4B-A168-24D0CC79A0ED}" dt="2024-03-07T19:43:13.704" v="7" actId="47"/>
        <pc:sldMkLst>
          <pc:docMk/>
          <pc:sldMk cId="840909873" sldId="610"/>
        </pc:sldMkLst>
      </pc:sldChg>
      <pc:sldChg chg="del">
        <pc:chgData name="SUMA K G" userId="c26ce1b90fa457b4" providerId="LiveId" clId="{FDBE89A1-35F2-4E4B-A168-24D0CC79A0ED}" dt="2024-03-07T19:43:14.726" v="11" actId="47"/>
        <pc:sldMkLst>
          <pc:docMk/>
          <pc:sldMk cId="2940873149" sldId="613"/>
        </pc:sldMkLst>
      </pc:sldChg>
      <pc:sldChg chg="del">
        <pc:chgData name="SUMA K G" userId="c26ce1b90fa457b4" providerId="LiveId" clId="{FDBE89A1-35F2-4E4B-A168-24D0CC79A0ED}" dt="2024-03-07T19:43:14.224" v="10" actId="47"/>
        <pc:sldMkLst>
          <pc:docMk/>
          <pc:sldMk cId="2216769073" sldId="614"/>
        </pc:sldMkLst>
      </pc:sldChg>
      <pc:sldChg chg="del">
        <pc:chgData name="SUMA K G" userId="c26ce1b90fa457b4" providerId="LiveId" clId="{FDBE89A1-35F2-4E4B-A168-24D0CC79A0ED}" dt="2024-03-07T19:43:15.578" v="16" actId="47"/>
        <pc:sldMkLst>
          <pc:docMk/>
          <pc:sldMk cId="3861753384" sldId="615"/>
        </pc:sldMkLst>
      </pc:sldChg>
      <pc:sldChg chg="del">
        <pc:chgData name="SUMA K G" userId="c26ce1b90fa457b4" providerId="LiveId" clId="{FDBE89A1-35F2-4E4B-A168-24D0CC79A0ED}" dt="2024-03-07T19:43:15.249" v="14" actId="47"/>
        <pc:sldMkLst>
          <pc:docMk/>
          <pc:sldMk cId="1748423483" sldId="617"/>
        </pc:sldMkLst>
      </pc:sldChg>
      <pc:sldChg chg="del">
        <pc:chgData name="SUMA K G" userId="c26ce1b90fa457b4" providerId="LiveId" clId="{FDBE89A1-35F2-4E4B-A168-24D0CC79A0ED}" dt="2024-03-07T19:43:14.981" v="13" actId="47"/>
        <pc:sldMkLst>
          <pc:docMk/>
          <pc:sldMk cId="3465447660" sldId="618"/>
        </pc:sldMkLst>
      </pc:sldChg>
      <pc:sldChg chg="del">
        <pc:chgData name="SUMA K G" userId="c26ce1b90fa457b4" providerId="LiveId" clId="{FDBE89A1-35F2-4E4B-A168-24D0CC79A0ED}" dt="2024-03-07T19:43:12.986" v="3" actId="47"/>
        <pc:sldMkLst>
          <pc:docMk/>
          <pc:sldMk cId="3267327227" sldId="619"/>
        </pc:sldMkLst>
      </pc:sldChg>
      <pc:sldChg chg="del">
        <pc:chgData name="SUMA K G" userId="c26ce1b90fa457b4" providerId="LiveId" clId="{FDBE89A1-35F2-4E4B-A168-24D0CC79A0ED}" dt="2024-03-07T19:43:14.910" v="12" actId="47"/>
        <pc:sldMkLst>
          <pc:docMk/>
          <pc:sldMk cId="2308420183" sldId="620"/>
        </pc:sldMkLst>
      </pc:sldChg>
      <pc:sldChg chg="add del">
        <pc:chgData name="SUMA K G" userId="c26ce1b90fa457b4" providerId="LiveId" clId="{FDBE89A1-35F2-4E4B-A168-24D0CC79A0ED}" dt="2024-03-07T19:43:29.966" v="39" actId="47"/>
        <pc:sldMkLst>
          <pc:docMk/>
          <pc:sldMk cId="4184315940" sldId="621"/>
        </pc:sldMkLst>
      </pc:sldChg>
      <pc:sldChg chg="del">
        <pc:chgData name="SUMA K G" userId="c26ce1b90fa457b4" providerId="LiveId" clId="{FDBE89A1-35F2-4E4B-A168-24D0CC79A0ED}" dt="2024-03-07T19:43:16.250" v="18" actId="47"/>
        <pc:sldMkLst>
          <pc:docMk/>
          <pc:sldMk cId="1367892307" sldId="622"/>
        </pc:sldMkLst>
      </pc:sldChg>
      <pc:sldChg chg="del">
        <pc:chgData name="SUMA K G" userId="c26ce1b90fa457b4" providerId="LiveId" clId="{FDBE89A1-35F2-4E4B-A168-24D0CC79A0ED}" dt="2024-03-07T19:43:16.289" v="19" actId="47"/>
        <pc:sldMkLst>
          <pc:docMk/>
          <pc:sldMk cId="3944131712" sldId="623"/>
        </pc:sldMkLst>
      </pc:sldChg>
      <pc:sldChg chg="del">
        <pc:chgData name="SUMA K G" userId="c26ce1b90fa457b4" providerId="LiveId" clId="{FDBE89A1-35F2-4E4B-A168-24D0CC79A0ED}" dt="2024-03-07T19:43:16.323" v="20" actId="47"/>
        <pc:sldMkLst>
          <pc:docMk/>
          <pc:sldMk cId="360007140" sldId="624"/>
        </pc:sldMkLst>
      </pc:sldChg>
      <pc:sldChg chg="del">
        <pc:chgData name="SUMA K G" userId="c26ce1b90fa457b4" providerId="LiveId" clId="{FDBE89A1-35F2-4E4B-A168-24D0CC79A0ED}" dt="2024-03-07T19:43:16.369" v="21" actId="47"/>
        <pc:sldMkLst>
          <pc:docMk/>
          <pc:sldMk cId="1360200292" sldId="625"/>
        </pc:sldMkLst>
      </pc:sldChg>
      <pc:sldChg chg="del">
        <pc:chgData name="SUMA K G" userId="c26ce1b90fa457b4" providerId="LiveId" clId="{FDBE89A1-35F2-4E4B-A168-24D0CC79A0ED}" dt="2024-03-07T19:43:16.455" v="22" actId="47"/>
        <pc:sldMkLst>
          <pc:docMk/>
          <pc:sldMk cId="2828057975" sldId="626"/>
        </pc:sldMkLst>
      </pc:sldChg>
      <pc:sldChg chg="del">
        <pc:chgData name="SUMA K G" userId="c26ce1b90fa457b4" providerId="LiveId" clId="{FDBE89A1-35F2-4E4B-A168-24D0CC79A0ED}" dt="2024-03-07T19:43:17.709" v="27" actId="47"/>
        <pc:sldMkLst>
          <pc:docMk/>
          <pc:sldMk cId="1869870619" sldId="627"/>
        </pc:sldMkLst>
      </pc:sldChg>
      <pc:sldChg chg="del">
        <pc:chgData name="SUMA K G" userId="c26ce1b90fa457b4" providerId="LiveId" clId="{FDBE89A1-35F2-4E4B-A168-24D0CC79A0ED}" dt="2024-03-07T19:43:18.067" v="29" actId="47"/>
        <pc:sldMkLst>
          <pc:docMk/>
          <pc:sldMk cId="3158344619" sldId="628"/>
        </pc:sldMkLst>
      </pc:sldChg>
    </pc:docChg>
  </pc:docChgLst>
  <pc:docChgLst>
    <pc:chgData name="SUMA K G" userId="c26ce1b90fa457b4" providerId="LiveId" clId="{CA8F7656-5DB0-445D-AE24-78FC8ECCCAE9}"/>
    <pc:docChg chg="custSel addSld modSld sldOrd">
      <pc:chgData name="SUMA K G" userId="c26ce1b90fa457b4" providerId="LiveId" clId="{CA8F7656-5DB0-445D-AE24-78FC8ECCCAE9}" dt="2024-04-18T06:28:28.189" v="58"/>
      <pc:docMkLst>
        <pc:docMk/>
      </pc:docMkLst>
      <pc:sldChg chg="modSp mod">
        <pc:chgData name="SUMA K G" userId="c26ce1b90fa457b4" providerId="LiveId" clId="{CA8F7656-5DB0-445D-AE24-78FC8ECCCAE9}" dt="2024-04-18T05:18:39.087" v="6" actId="13926"/>
        <pc:sldMkLst>
          <pc:docMk/>
          <pc:sldMk cId="1681708856" sldId="261"/>
        </pc:sldMkLst>
        <pc:spChg chg="mod">
          <ac:chgData name="SUMA K G" userId="c26ce1b90fa457b4" providerId="LiveId" clId="{CA8F7656-5DB0-445D-AE24-78FC8ECCCAE9}" dt="2024-04-18T05:18:39.087" v="6" actId="13926"/>
          <ac:spMkLst>
            <pc:docMk/>
            <pc:sldMk cId="1681708856" sldId="261"/>
            <ac:spMk id="3" creationId="{5E6B5C7E-6EC4-577C-8C8F-0E6F897E4AD5}"/>
          </ac:spMkLst>
        </pc:spChg>
      </pc:sldChg>
      <pc:sldChg chg="modSp mod">
        <pc:chgData name="SUMA K G" userId="c26ce1b90fa457b4" providerId="LiveId" clId="{CA8F7656-5DB0-445D-AE24-78FC8ECCCAE9}" dt="2024-04-16T01:08:14.054" v="5" actId="20577"/>
        <pc:sldMkLst>
          <pc:docMk/>
          <pc:sldMk cId="2773029733" sldId="585"/>
        </pc:sldMkLst>
        <pc:spChg chg="mod">
          <ac:chgData name="SUMA K G" userId="c26ce1b90fa457b4" providerId="LiveId" clId="{CA8F7656-5DB0-445D-AE24-78FC8ECCCAE9}" dt="2024-04-16T01:08:14.054" v="5" actId="20577"/>
          <ac:spMkLst>
            <pc:docMk/>
            <pc:sldMk cId="2773029733" sldId="585"/>
            <ac:spMk id="3" creationId="{FD6B1D31-C4E7-8A73-DE3F-694072EBD1FA}"/>
          </ac:spMkLst>
        </pc:spChg>
      </pc:sldChg>
      <pc:sldChg chg="ord">
        <pc:chgData name="SUMA K G" userId="c26ce1b90fa457b4" providerId="LiveId" clId="{CA8F7656-5DB0-445D-AE24-78FC8ECCCAE9}" dt="2024-04-18T06:28:28.189" v="58"/>
        <pc:sldMkLst>
          <pc:docMk/>
          <pc:sldMk cId="3427076272" sldId="633"/>
        </pc:sldMkLst>
      </pc:sldChg>
      <pc:sldChg chg="ord">
        <pc:chgData name="SUMA K G" userId="c26ce1b90fa457b4" providerId="LiveId" clId="{CA8F7656-5DB0-445D-AE24-78FC8ECCCAE9}" dt="2024-04-18T06:28:05.830" v="56"/>
        <pc:sldMkLst>
          <pc:docMk/>
          <pc:sldMk cId="245699020" sldId="634"/>
        </pc:sldMkLst>
      </pc:sldChg>
      <pc:sldChg chg="new">
        <pc:chgData name="SUMA K G" userId="c26ce1b90fa457b4" providerId="LiveId" clId="{CA8F7656-5DB0-445D-AE24-78FC8ECCCAE9}" dt="2024-04-18T05:22:06.596" v="7" actId="680"/>
        <pc:sldMkLst>
          <pc:docMk/>
          <pc:sldMk cId="1987563163" sldId="635"/>
        </pc:sldMkLst>
      </pc:sldChg>
      <pc:sldChg chg="addSp modSp new mod">
        <pc:chgData name="SUMA K G" userId="c26ce1b90fa457b4" providerId="LiveId" clId="{CA8F7656-5DB0-445D-AE24-78FC8ECCCAE9}" dt="2024-04-18T05:25:23.209" v="35" actId="108"/>
        <pc:sldMkLst>
          <pc:docMk/>
          <pc:sldMk cId="1419288676" sldId="636"/>
        </pc:sldMkLst>
        <pc:spChg chg="mod">
          <ac:chgData name="SUMA K G" userId="c26ce1b90fa457b4" providerId="LiveId" clId="{CA8F7656-5DB0-445D-AE24-78FC8ECCCAE9}" dt="2024-04-18T05:25:23.209" v="35" actId="108"/>
          <ac:spMkLst>
            <pc:docMk/>
            <pc:sldMk cId="1419288676" sldId="636"/>
            <ac:spMk id="2" creationId="{693D0D86-99F8-9C59-3A93-FC1D87F559D1}"/>
          </ac:spMkLst>
        </pc:spChg>
        <pc:spChg chg="mod">
          <ac:chgData name="SUMA K G" userId="c26ce1b90fa457b4" providerId="LiveId" clId="{CA8F7656-5DB0-445D-AE24-78FC8ECCCAE9}" dt="2024-04-18T05:25:05.153" v="33" actId="14100"/>
          <ac:spMkLst>
            <pc:docMk/>
            <pc:sldMk cId="1419288676" sldId="636"/>
            <ac:spMk id="3" creationId="{4CB5564B-026D-2821-7984-842434FD9D20}"/>
          </ac:spMkLst>
        </pc:spChg>
        <pc:spChg chg="add">
          <ac:chgData name="SUMA K G" userId="c26ce1b90fa457b4" providerId="LiveId" clId="{CA8F7656-5DB0-445D-AE24-78FC8ECCCAE9}" dt="2024-04-18T05:22:52.997" v="12"/>
          <ac:spMkLst>
            <pc:docMk/>
            <pc:sldMk cId="1419288676" sldId="636"/>
            <ac:spMk id="4" creationId="{9FE786CE-90E5-A3F5-8E7E-9AB9CE5DE7E2}"/>
          </ac:spMkLst>
        </pc:spChg>
      </pc:sldChg>
      <pc:sldChg chg="modSp new mod">
        <pc:chgData name="SUMA K G" userId="c26ce1b90fa457b4" providerId="LiveId" clId="{CA8F7656-5DB0-445D-AE24-78FC8ECCCAE9}" dt="2024-04-18T05:27:17.831" v="37"/>
        <pc:sldMkLst>
          <pc:docMk/>
          <pc:sldMk cId="819810491" sldId="637"/>
        </pc:sldMkLst>
        <pc:spChg chg="mod">
          <ac:chgData name="SUMA K G" userId="c26ce1b90fa457b4" providerId="LiveId" clId="{CA8F7656-5DB0-445D-AE24-78FC8ECCCAE9}" dt="2024-04-18T05:27:17.831" v="37"/>
          <ac:spMkLst>
            <pc:docMk/>
            <pc:sldMk cId="819810491" sldId="637"/>
            <ac:spMk id="3" creationId="{62BB6D0A-9B9E-FC85-849D-4B9C45C10A71}"/>
          </ac:spMkLst>
        </pc:spChg>
      </pc:sldChg>
      <pc:sldChg chg="modSp new mod">
        <pc:chgData name="SUMA K G" userId="c26ce1b90fa457b4" providerId="LiveId" clId="{CA8F7656-5DB0-445D-AE24-78FC8ECCCAE9}" dt="2024-04-18T05:27:24.790" v="39"/>
        <pc:sldMkLst>
          <pc:docMk/>
          <pc:sldMk cId="507728473" sldId="638"/>
        </pc:sldMkLst>
        <pc:spChg chg="mod">
          <ac:chgData name="SUMA K G" userId="c26ce1b90fa457b4" providerId="LiveId" clId="{CA8F7656-5DB0-445D-AE24-78FC8ECCCAE9}" dt="2024-04-18T05:27:24.790" v="39"/>
          <ac:spMkLst>
            <pc:docMk/>
            <pc:sldMk cId="507728473" sldId="638"/>
            <ac:spMk id="3" creationId="{2B07E5C4-8C1F-E824-70BB-65CA5382EC4E}"/>
          </ac:spMkLst>
        </pc:spChg>
      </pc:sldChg>
      <pc:sldChg chg="modSp new mod">
        <pc:chgData name="SUMA K G" userId="c26ce1b90fa457b4" providerId="LiveId" clId="{CA8F7656-5DB0-445D-AE24-78FC8ECCCAE9}" dt="2024-04-18T05:27:31.790" v="41"/>
        <pc:sldMkLst>
          <pc:docMk/>
          <pc:sldMk cId="988576893" sldId="639"/>
        </pc:sldMkLst>
        <pc:spChg chg="mod">
          <ac:chgData name="SUMA K G" userId="c26ce1b90fa457b4" providerId="LiveId" clId="{CA8F7656-5DB0-445D-AE24-78FC8ECCCAE9}" dt="2024-04-18T05:27:31.790" v="41"/>
          <ac:spMkLst>
            <pc:docMk/>
            <pc:sldMk cId="988576893" sldId="639"/>
            <ac:spMk id="3" creationId="{63CB8FAA-346F-D1B1-EE6C-48AA90D56A34}"/>
          </ac:spMkLst>
        </pc:spChg>
      </pc:sldChg>
      <pc:sldChg chg="modSp new mod">
        <pc:chgData name="SUMA K G" userId="c26ce1b90fa457b4" providerId="LiveId" clId="{CA8F7656-5DB0-445D-AE24-78FC8ECCCAE9}" dt="2024-04-18T05:27:42.533" v="44" actId="27636"/>
        <pc:sldMkLst>
          <pc:docMk/>
          <pc:sldMk cId="3522732739" sldId="640"/>
        </pc:sldMkLst>
        <pc:spChg chg="mod">
          <ac:chgData name="SUMA K G" userId="c26ce1b90fa457b4" providerId="LiveId" clId="{CA8F7656-5DB0-445D-AE24-78FC8ECCCAE9}" dt="2024-04-18T05:27:42.533" v="44" actId="27636"/>
          <ac:spMkLst>
            <pc:docMk/>
            <pc:sldMk cId="3522732739" sldId="640"/>
            <ac:spMk id="3" creationId="{FBBB7EB8-7398-6DA5-EF77-50BC28BD4285}"/>
          </ac:spMkLst>
        </pc:spChg>
      </pc:sldChg>
      <pc:sldChg chg="modSp new mod">
        <pc:chgData name="SUMA K G" userId="c26ce1b90fa457b4" providerId="LiveId" clId="{CA8F7656-5DB0-445D-AE24-78FC8ECCCAE9}" dt="2024-04-18T05:27:48.972" v="46"/>
        <pc:sldMkLst>
          <pc:docMk/>
          <pc:sldMk cId="1079847262" sldId="641"/>
        </pc:sldMkLst>
        <pc:spChg chg="mod">
          <ac:chgData name="SUMA K G" userId="c26ce1b90fa457b4" providerId="LiveId" clId="{CA8F7656-5DB0-445D-AE24-78FC8ECCCAE9}" dt="2024-04-18T05:27:48.972" v="46"/>
          <ac:spMkLst>
            <pc:docMk/>
            <pc:sldMk cId="1079847262" sldId="641"/>
            <ac:spMk id="3" creationId="{28C6777B-6E37-00AE-045A-23255C5A477C}"/>
          </ac:spMkLst>
        </pc:spChg>
      </pc:sldChg>
      <pc:sldChg chg="addSp modSp new mod">
        <pc:chgData name="SUMA K G" userId="c26ce1b90fa457b4" providerId="LiveId" clId="{CA8F7656-5DB0-445D-AE24-78FC8ECCCAE9}" dt="2024-04-18T05:28:39.171" v="50" actId="1076"/>
        <pc:sldMkLst>
          <pc:docMk/>
          <pc:sldMk cId="4088100188" sldId="642"/>
        </pc:sldMkLst>
        <pc:spChg chg="mod">
          <ac:chgData name="SUMA K G" userId="c26ce1b90fa457b4" providerId="LiveId" clId="{CA8F7656-5DB0-445D-AE24-78FC8ECCCAE9}" dt="2024-04-18T05:28:20.457" v="48"/>
          <ac:spMkLst>
            <pc:docMk/>
            <pc:sldMk cId="4088100188" sldId="642"/>
            <ac:spMk id="2" creationId="{CFE770D0-7EBB-227A-FDAE-6552E83160D4}"/>
          </ac:spMkLst>
        </pc:spChg>
        <pc:picChg chg="add mod">
          <ac:chgData name="SUMA K G" userId="c26ce1b90fa457b4" providerId="LiveId" clId="{CA8F7656-5DB0-445D-AE24-78FC8ECCCAE9}" dt="2024-04-18T05:28:39.171" v="50" actId="1076"/>
          <ac:picMkLst>
            <pc:docMk/>
            <pc:sldMk cId="4088100188" sldId="642"/>
            <ac:picMk id="5" creationId="{2DE51D4F-77F6-0E57-93A3-E20D7EB13103}"/>
          </ac:picMkLst>
        </pc:picChg>
      </pc:sldChg>
      <pc:sldChg chg="addSp new mod">
        <pc:chgData name="SUMA K G" userId="c26ce1b90fa457b4" providerId="LiveId" clId="{CA8F7656-5DB0-445D-AE24-78FC8ECCCAE9}" dt="2024-04-18T05:30:03.857" v="52" actId="22"/>
        <pc:sldMkLst>
          <pc:docMk/>
          <pc:sldMk cId="2987693076" sldId="643"/>
        </pc:sldMkLst>
        <pc:picChg chg="add">
          <ac:chgData name="SUMA K G" userId="c26ce1b90fa457b4" providerId="LiveId" clId="{CA8F7656-5DB0-445D-AE24-78FC8ECCCAE9}" dt="2024-04-18T05:30:03.857" v="52" actId="22"/>
          <ac:picMkLst>
            <pc:docMk/>
            <pc:sldMk cId="2987693076" sldId="643"/>
            <ac:picMk id="5" creationId="{5513EF85-AD2E-F032-7AD9-3933DA1D6750}"/>
          </ac:picMkLst>
        </pc:picChg>
      </pc:sldChg>
      <pc:sldChg chg="addSp new mod">
        <pc:chgData name="SUMA K G" userId="c26ce1b90fa457b4" providerId="LiveId" clId="{CA8F7656-5DB0-445D-AE24-78FC8ECCCAE9}" dt="2024-04-18T05:30:26.553" v="54" actId="22"/>
        <pc:sldMkLst>
          <pc:docMk/>
          <pc:sldMk cId="391541390" sldId="644"/>
        </pc:sldMkLst>
        <pc:picChg chg="add">
          <ac:chgData name="SUMA K G" userId="c26ce1b90fa457b4" providerId="LiveId" clId="{CA8F7656-5DB0-445D-AE24-78FC8ECCCAE9}" dt="2024-04-18T05:30:26.553" v="54" actId="22"/>
          <ac:picMkLst>
            <pc:docMk/>
            <pc:sldMk cId="391541390" sldId="644"/>
            <ac:picMk id="5" creationId="{EAA84D87-E3AE-2158-CD82-AA69B1CED00C}"/>
          </ac:picMkLst>
        </pc:picChg>
      </pc:sldChg>
    </pc:docChg>
  </pc:docChgLst>
  <pc:docChgLst>
    <pc:chgData name="SUMA K G" userId="c26ce1b90fa457b4" providerId="LiveId" clId="{DC4C0661-57E9-4B11-9704-F1D72310967A}"/>
    <pc:docChg chg="undo custSel addSld delSld modSld sldOrd">
      <pc:chgData name="SUMA K G" userId="c26ce1b90fa457b4" providerId="LiveId" clId="{DC4C0661-57E9-4B11-9704-F1D72310967A}" dt="2024-03-05T00:05:09.291" v="677" actId="47"/>
      <pc:docMkLst>
        <pc:docMk/>
      </pc:docMkLst>
      <pc:sldChg chg="del">
        <pc:chgData name="SUMA K G" userId="c26ce1b90fa457b4" providerId="LiveId" clId="{DC4C0661-57E9-4B11-9704-F1D72310967A}" dt="2024-02-27T00:42:04.271" v="19" actId="47"/>
        <pc:sldMkLst>
          <pc:docMk/>
          <pc:sldMk cId="2490700207" sldId="258"/>
        </pc:sldMkLst>
      </pc:sldChg>
      <pc:sldChg chg="modSp add mod">
        <pc:chgData name="SUMA K G" userId="c26ce1b90fa457b4" providerId="LiveId" clId="{DC4C0661-57E9-4B11-9704-F1D72310967A}" dt="2024-02-27T01:08:48.091" v="314" actId="13926"/>
        <pc:sldMkLst>
          <pc:docMk/>
          <pc:sldMk cId="3675906361" sldId="259"/>
        </pc:sldMkLst>
        <pc:spChg chg="mod">
          <ac:chgData name="SUMA K G" userId="c26ce1b90fa457b4" providerId="LiveId" clId="{DC4C0661-57E9-4B11-9704-F1D72310967A}" dt="2024-02-27T01:08:48.091" v="314" actId="13926"/>
          <ac:spMkLst>
            <pc:docMk/>
            <pc:sldMk cId="3675906361" sldId="259"/>
            <ac:spMk id="3" creationId="{632B5889-C715-DE89-F8F4-3E6322765093}"/>
          </ac:spMkLst>
        </pc:spChg>
      </pc:sldChg>
      <pc:sldChg chg="modSp mod">
        <pc:chgData name="SUMA K G" userId="c26ce1b90fa457b4" providerId="LiveId" clId="{DC4C0661-57E9-4B11-9704-F1D72310967A}" dt="2024-02-27T01:08:42.557" v="313" actId="20577"/>
        <pc:sldMkLst>
          <pc:docMk/>
          <pc:sldMk cId="2773029733" sldId="585"/>
        </pc:sldMkLst>
        <pc:spChg chg="mod">
          <ac:chgData name="SUMA K G" userId="c26ce1b90fa457b4" providerId="LiveId" clId="{DC4C0661-57E9-4B11-9704-F1D72310967A}" dt="2024-02-27T01:08:42.557" v="313" actId="20577"/>
          <ac:spMkLst>
            <pc:docMk/>
            <pc:sldMk cId="2773029733" sldId="585"/>
            <ac:spMk id="3" creationId="{FD6B1D31-C4E7-8A73-DE3F-694072EBD1FA}"/>
          </ac:spMkLst>
        </pc:spChg>
      </pc:sldChg>
      <pc:sldChg chg="modSp mod">
        <pc:chgData name="SUMA K G" userId="c26ce1b90fa457b4" providerId="LiveId" clId="{DC4C0661-57E9-4B11-9704-F1D72310967A}" dt="2024-02-27T01:00:39.043" v="184" actId="108"/>
        <pc:sldMkLst>
          <pc:docMk/>
          <pc:sldMk cId="3159541835" sldId="586"/>
        </pc:sldMkLst>
        <pc:spChg chg="mod">
          <ac:chgData name="SUMA K G" userId="c26ce1b90fa457b4" providerId="LiveId" clId="{DC4C0661-57E9-4B11-9704-F1D72310967A}" dt="2024-02-27T01:00:39.043" v="184" actId="108"/>
          <ac:spMkLst>
            <pc:docMk/>
            <pc:sldMk cId="3159541835" sldId="586"/>
            <ac:spMk id="2" creationId="{3EADA319-6AE5-DA38-2A32-DD7ED363A492}"/>
          </ac:spMkLst>
        </pc:spChg>
        <pc:spChg chg="mod">
          <ac:chgData name="SUMA K G" userId="c26ce1b90fa457b4" providerId="LiveId" clId="{DC4C0661-57E9-4B11-9704-F1D72310967A}" dt="2024-02-27T00:43:54.163" v="32" actId="20577"/>
          <ac:spMkLst>
            <pc:docMk/>
            <pc:sldMk cId="3159541835" sldId="586"/>
            <ac:spMk id="3" creationId="{F98C3217-5BF2-26F0-863C-0E11CDA4FB98}"/>
          </ac:spMkLst>
        </pc:spChg>
      </pc:sldChg>
      <pc:sldChg chg="modSp new mod">
        <pc:chgData name="SUMA K G" userId="c26ce1b90fa457b4" providerId="LiveId" clId="{DC4C0661-57E9-4B11-9704-F1D72310967A}" dt="2024-02-29T04:40:54.734" v="319" actId="13926"/>
        <pc:sldMkLst>
          <pc:docMk/>
          <pc:sldMk cId="2701893301" sldId="587"/>
        </pc:sldMkLst>
        <pc:spChg chg="mod">
          <ac:chgData name="SUMA K G" userId="c26ce1b90fa457b4" providerId="LiveId" clId="{DC4C0661-57E9-4B11-9704-F1D72310967A}" dt="2024-02-27T01:00:42.738" v="185" actId="108"/>
          <ac:spMkLst>
            <pc:docMk/>
            <pc:sldMk cId="2701893301" sldId="587"/>
            <ac:spMk id="2" creationId="{98249640-6CDA-2A2C-2C7F-48B3B9A2C974}"/>
          </ac:spMkLst>
        </pc:spChg>
        <pc:spChg chg="mod">
          <ac:chgData name="SUMA K G" userId="c26ce1b90fa457b4" providerId="LiveId" clId="{DC4C0661-57E9-4B11-9704-F1D72310967A}" dt="2024-02-29T04:40:54.734" v="319" actId="13926"/>
          <ac:spMkLst>
            <pc:docMk/>
            <pc:sldMk cId="2701893301" sldId="587"/>
            <ac:spMk id="3" creationId="{B882342B-FE82-60D3-5BA0-49C499CCC597}"/>
          </ac:spMkLst>
        </pc:spChg>
      </pc:sldChg>
      <pc:sldChg chg="del">
        <pc:chgData name="SUMA K G" userId="c26ce1b90fa457b4" providerId="LiveId" clId="{DC4C0661-57E9-4B11-9704-F1D72310967A}" dt="2024-02-27T00:41:37.481" v="0" actId="47"/>
        <pc:sldMkLst>
          <pc:docMk/>
          <pc:sldMk cId="4248383774" sldId="587"/>
        </pc:sldMkLst>
      </pc:sldChg>
      <pc:sldChg chg="del">
        <pc:chgData name="SUMA K G" userId="c26ce1b90fa457b4" providerId="LiveId" clId="{DC4C0661-57E9-4B11-9704-F1D72310967A}" dt="2024-02-27T00:41:37.561" v="1" actId="47"/>
        <pc:sldMkLst>
          <pc:docMk/>
          <pc:sldMk cId="1385666533" sldId="588"/>
        </pc:sldMkLst>
      </pc:sldChg>
      <pc:sldChg chg="modSp new mod">
        <pc:chgData name="SUMA K G" userId="c26ce1b90fa457b4" providerId="LiveId" clId="{DC4C0661-57E9-4B11-9704-F1D72310967A}" dt="2024-02-27T00:50:49.095" v="60" actId="14100"/>
        <pc:sldMkLst>
          <pc:docMk/>
          <pc:sldMk cId="3800709820" sldId="588"/>
        </pc:sldMkLst>
        <pc:spChg chg="mod">
          <ac:chgData name="SUMA K G" userId="c26ce1b90fa457b4" providerId="LiveId" clId="{DC4C0661-57E9-4B11-9704-F1D72310967A}" dt="2024-02-27T00:45:34.120" v="36"/>
          <ac:spMkLst>
            <pc:docMk/>
            <pc:sldMk cId="3800709820" sldId="588"/>
            <ac:spMk id="2" creationId="{072D6822-A75A-2077-6A93-BF7523FB79C1}"/>
          </ac:spMkLst>
        </pc:spChg>
        <pc:spChg chg="mod">
          <ac:chgData name="SUMA K G" userId="c26ce1b90fa457b4" providerId="LiveId" clId="{DC4C0661-57E9-4B11-9704-F1D72310967A}" dt="2024-02-27T00:50:49.095" v="60" actId="14100"/>
          <ac:spMkLst>
            <pc:docMk/>
            <pc:sldMk cId="3800709820" sldId="588"/>
            <ac:spMk id="3" creationId="{EB94ADE2-D564-931C-145F-54D3590B9F07}"/>
          </ac:spMkLst>
        </pc:spChg>
      </pc:sldChg>
      <pc:sldChg chg="del">
        <pc:chgData name="SUMA K G" userId="c26ce1b90fa457b4" providerId="LiveId" clId="{DC4C0661-57E9-4B11-9704-F1D72310967A}" dt="2024-02-27T00:41:37.694" v="2" actId="47"/>
        <pc:sldMkLst>
          <pc:docMk/>
          <pc:sldMk cId="349020365" sldId="589"/>
        </pc:sldMkLst>
      </pc:sldChg>
      <pc:sldChg chg="modSp new mod">
        <pc:chgData name="SUMA K G" userId="c26ce1b90fa457b4" providerId="LiveId" clId="{DC4C0661-57E9-4B11-9704-F1D72310967A}" dt="2024-02-27T00:50:57.165" v="62"/>
        <pc:sldMkLst>
          <pc:docMk/>
          <pc:sldMk cId="3527457641" sldId="589"/>
        </pc:sldMkLst>
        <pc:spChg chg="mod">
          <ac:chgData name="SUMA K G" userId="c26ce1b90fa457b4" providerId="LiveId" clId="{DC4C0661-57E9-4B11-9704-F1D72310967A}" dt="2024-02-27T00:50:57.165" v="62"/>
          <ac:spMkLst>
            <pc:docMk/>
            <pc:sldMk cId="3527457641" sldId="589"/>
            <ac:spMk id="2" creationId="{903F7DA9-5C5B-9612-3644-098A57580EEF}"/>
          </ac:spMkLst>
        </pc:spChg>
        <pc:spChg chg="mod">
          <ac:chgData name="SUMA K G" userId="c26ce1b90fa457b4" providerId="LiveId" clId="{DC4C0661-57E9-4B11-9704-F1D72310967A}" dt="2024-02-27T00:50:52.916" v="61" actId="255"/>
          <ac:spMkLst>
            <pc:docMk/>
            <pc:sldMk cId="3527457641" sldId="589"/>
            <ac:spMk id="3" creationId="{204C9BB6-7328-6629-28C0-A7B498FC714B}"/>
          </ac:spMkLst>
        </pc:spChg>
      </pc:sldChg>
      <pc:sldChg chg="del">
        <pc:chgData name="SUMA K G" userId="c26ce1b90fa457b4" providerId="LiveId" clId="{DC4C0661-57E9-4B11-9704-F1D72310967A}" dt="2024-02-27T00:41:37.863" v="3" actId="47"/>
        <pc:sldMkLst>
          <pc:docMk/>
          <pc:sldMk cId="3695466333" sldId="590"/>
        </pc:sldMkLst>
      </pc:sldChg>
      <pc:sldChg chg="modSp new mod">
        <pc:chgData name="SUMA K G" userId="c26ce1b90fa457b4" providerId="LiveId" clId="{DC4C0661-57E9-4B11-9704-F1D72310967A}" dt="2024-02-27T00:51:07.434" v="67" actId="20577"/>
        <pc:sldMkLst>
          <pc:docMk/>
          <pc:sldMk cId="4077017567" sldId="590"/>
        </pc:sldMkLst>
        <pc:spChg chg="mod">
          <ac:chgData name="SUMA K G" userId="c26ce1b90fa457b4" providerId="LiveId" clId="{DC4C0661-57E9-4B11-9704-F1D72310967A}" dt="2024-02-27T00:51:00.423" v="63" actId="113"/>
          <ac:spMkLst>
            <pc:docMk/>
            <pc:sldMk cId="4077017567" sldId="590"/>
            <ac:spMk id="2" creationId="{3EF3494A-79F4-0652-BDE1-9E4A86B5111C}"/>
          </ac:spMkLst>
        </pc:spChg>
        <pc:spChg chg="mod">
          <ac:chgData name="SUMA K G" userId="c26ce1b90fa457b4" providerId="LiveId" clId="{DC4C0661-57E9-4B11-9704-F1D72310967A}" dt="2024-02-27T00:51:07.434" v="67" actId="20577"/>
          <ac:spMkLst>
            <pc:docMk/>
            <pc:sldMk cId="4077017567" sldId="590"/>
            <ac:spMk id="3" creationId="{1647939E-4D35-BF42-5E0E-F5438C2B0D34}"/>
          </ac:spMkLst>
        </pc:spChg>
      </pc:sldChg>
      <pc:sldChg chg="modSp new mod">
        <pc:chgData name="SUMA K G" userId="c26ce1b90fa457b4" providerId="LiveId" clId="{DC4C0661-57E9-4B11-9704-F1D72310967A}" dt="2024-02-27T01:02:45.399" v="229" actId="113"/>
        <pc:sldMkLst>
          <pc:docMk/>
          <pc:sldMk cId="3426694462" sldId="591"/>
        </pc:sldMkLst>
        <pc:spChg chg="mod">
          <ac:chgData name="SUMA K G" userId="c26ce1b90fa457b4" providerId="LiveId" clId="{DC4C0661-57E9-4B11-9704-F1D72310967A}" dt="2024-02-27T01:02:45.399" v="229" actId="113"/>
          <ac:spMkLst>
            <pc:docMk/>
            <pc:sldMk cId="3426694462" sldId="591"/>
            <ac:spMk id="2" creationId="{B2075BA3-AFF8-2CB4-8F1D-2A4AA72A2324}"/>
          </ac:spMkLst>
        </pc:spChg>
        <pc:spChg chg="mod">
          <ac:chgData name="SUMA K G" userId="c26ce1b90fa457b4" providerId="LiveId" clId="{DC4C0661-57E9-4B11-9704-F1D72310967A}" dt="2024-02-27T00:51:17.806" v="69" actId="123"/>
          <ac:spMkLst>
            <pc:docMk/>
            <pc:sldMk cId="3426694462" sldId="591"/>
            <ac:spMk id="3" creationId="{FA858516-8F0D-CECE-7390-888E272A3A09}"/>
          </ac:spMkLst>
        </pc:spChg>
      </pc:sldChg>
      <pc:sldChg chg="del">
        <pc:chgData name="SUMA K G" userId="c26ce1b90fa457b4" providerId="LiveId" clId="{DC4C0661-57E9-4B11-9704-F1D72310967A}" dt="2024-02-27T00:41:37.980" v="4" actId="47"/>
        <pc:sldMkLst>
          <pc:docMk/>
          <pc:sldMk cId="4151814252" sldId="591"/>
        </pc:sldMkLst>
      </pc:sldChg>
      <pc:sldChg chg="del">
        <pc:chgData name="SUMA K G" userId="c26ce1b90fa457b4" providerId="LiveId" clId="{DC4C0661-57E9-4B11-9704-F1D72310967A}" dt="2024-02-27T00:41:38.287" v="6" actId="47"/>
        <pc:sldMkLst>
          <pc:docMk/>
          <pc:sldMk cId="447756259" sldId="592"/>
        </pc:sldMkLst>
      </pc:sldChg>
      <pc:sldChg chg="modSp new mod">
        <pc:chgData name="SUMA K G" userId="c26ce1b90fa457b4" providerId="LiveId" clId="{DC4C0661-57E9-4B11-9704-F1D72310967A}" dt="2024-02-27T01:02:49.636" v="230" actId="113"/>
        <pc:sldMkLst>
          <pc:docMk/>
          <pc:sldMk cId="2548196930" sldId="592"/>
        </pc:sldMkLst>
        <pc:spChg chg="mod">
          <ac:chgData name="SUMA K G" userId="c26ce1b90fa457b4" providerId="LiveId" clId="{DC4C0661-57E9-4B11-9704-F1D72310967A}" dt="2024-02-27T01:02:49.636" v="230" actId="113"/>
          <ac:spMkLst>
            <pc:docMk/>
            <pc:sldMk cId="2548196930" sldId="592"/>
            <ac:spMk id="2" creationId="{421E6D7F-246F-FB8B-2481-66C28EA5F8BC}"/>
          </ac:spMkLst>
        </pc:spChg>
        <pc:spChg chg="mod">
          <ac:chgData name="SUMA K G" userId="c26ce1b90fa457b4" providerId="LiveId" clId="{DC4C0661-57E9-4B11-9704-F1D72310967A}" dt="2024-02-27T00:51:34.808" v="74" actId="14100"/>
          <ac:spMkLst>
            <pc:docMk/>
            <pc:sldMk cId="2548196930" sldId="592"/>
            <ac:spMk id="3" creationId="{CD99C70B-4194-B442-D0FF-27A808DEEA74}"/>
          </ac:spMkLst>
        </pc:spChg>
      </pc:sldChg>
      <pc:sldChg chg="modSp new mod">
        <pc:chgData name="SUMA K G" userId="c26ce1b90fa457b4" providerId="LiveId" clId="{DC4C0661-57E9-4B11-9704-F1D72310967A}" dt="2024-02-27T01:02:54.635" v="231" actId="113"/>
        <pc:sldMkLst>
          <pc:docMk/>
          <pc:sldMk cId="1492335786" sldId="593"/>
        </pc:sldMkLst>
        <pc:spChg chg="mod">
          <ac:chgData name="SUMA K G" userId="c26ce1b90fa457b4" providerId="LiveId" clId="{DC4C0661-57E9-4B11-9704-F1D72310967A}" dt="2024-02-27T01:02:54.635" v="231" actId="113"/>
          <ac:spMkLst>
            <pc:docMk/>
            <pc:sldMk cId="1492335786" sldId="593"/>
            <ac:spMk id="2" creationId="{98819586-5792-D415-7CBD-256EF52DBDE4}"/>
          </ac:spMkLst>
        </pc:spChg>
        <pc:spChg chg="mod">
          <ac:chgData name="SUMA K G" userId="c26ce1b90fa457b4" providerId="LiveId" clId="{DC4C0661-57E9-4B11-9704-F1D72310967A}" dt="2024-02-27T00:51:49.352" v="79" actId="14100"/>
          <ac:spMkLst>
            <pc:docMk/>
            <pc:sldMk cId="1492335786" sldId="593"/>
            <ac:spMk id="3" creationId="{B358D988-1C1B-413B-99C9-816CB8BAA687}"/>
          </ac:spMkLst>
        </pc:spChg>
      </pc:sldChg>
      <pc:sldChg chg="del">
        <pc:chgData name="SUMA K G" userId="c26ce1b90fa457b4" providerId="LiveId" clId="{DC4C0661-57E9-4B11-9704-F1D72310967A}" dt="2024-02-27T00:41:38.616" v="7" actId="47"/>
        <pc:sldMkLst>
          <pc:docMk/>
          <pc:sldMk cId="2663146142" sldId="593"/>
        </pc:sldMkLst>
      </pc:sldChg>
      <pc:sldChg chg="modSp new mod">
        <pc:chgData name="SUMA K G" userId="c26ce1b90fa457b4" providerId="LiveId" clId="{DC4C0661-57E9-4B11-9704-F1D72310967A}" dt="2024-02-29T04:42:58.718" v="381" actId="13926"/>
        <pc:sldMkLst>
          <pc:docMk/>
          <pc:sldMk cId="472549772" sldId="594"/>
        </pc:sldMkLst>
        <pc:spChg chg="mod">
          <ac:chgData name="SUMA K G" userId="c26ce1b90fa457b4" providerId="LiveId" clId="{DC4C0661-57E9-4B11-9704-F1D72310967A}" dt="2024-02-27T00:53:41.057" v="96"/>
          <ac:spMkLst>
            <pc:docMk/>
            <pc:sldMk cId="472549772" sldId="594"/>
            <ac:spMk id="2" creationId="{A5A55DFF-5E5E-043E-799C-DC2231841AF2}"/>
          </ac:spMkLst>
        </pc:spChg>
        <pc:spChg chg="mod">
          <ac:chgData name="SUMA K G" userId="c26ce1b90fa457b4" providerId="LiveId" clId="{DC4C0661-57E9-4B11-9704-F1D72310967A}" dt="2024-02-29T04:42:58.718" v="381" actId="13926"/>
          <ac:spMkLst>
            <pc:docMk/>
            <pc:sldMk cId="472549772" sldId="594"/>
            <ac:spMk id="3" creationId="{F53EDF17-5BCA-641B-3F76-02E2CB0A705D}"/>
          </ac:spMkLst>
        </pc:spChg>
      </pc:sldChg>
      <pc:sldChg chg="del">
        <pc:chgData name="SUMA K G" userId="c26ce1b90fa457b4" providerId="LiveId" clId="{DC4C0661-57E9-4B11-9704-F1D72310967A}" dt="2024-02-27T00:41:38.831" v="8" actId="47"/>
        <pc:sldMkLst>
          <pc:docMk/>
          <pc:sldMk cId="2420575970" sldId="594"/>
        </pc:sldMkLst>
      </pc:sldChg>
      <pc:sldChg chg="modSp new mod">
        <pc:chgData name="SUMA K G" userId="c26ce1b90fa457b4" providerId="LiveId" clId="{DC4C0661-57E9-4B11-9704-F1D72310967A}" dt="2024-02-29T04:43:15.159" v="383" actId="113"/>
        <pc:sldMkLst>
          <pc:docMk/>
          <pc:sldMk cId="3404864442" sldId="595"/>
        </pc:sldMkLst>
        <pc:spChg chg="mod">
          <ac:chgData name="SUMA K G" userId="c26ce1b90fa457b4" providerId="LiveId" clId="{DC4C0661-57E9-4B11-9704-F1D72310967A}" dt="2024-02-27T00:55:29.622" v="127"/>
          <ac:spMkLst>
            <pc:docMk/>
            <pc:sldMk cId="3404864442" sldId="595"/>
            <ac:spMk id="2" creationId="{F1323713-03F2-4011-2554-FDFEB0561F90}"/>
          </ac:spMkLst>
        </pc:spChg>
        <pc:spChg chg="mod">
          <ac:chgData name="SUMA K G" userId="c26ce1b90fa457b4" providerId="LiveId" clId="{DC4C0661-57E9-4B11-9704-F1D72310967A}" dt="2024-02-29T04:43:15.159" v="383" actId="113"/>
          <ac:spMkLst>
            <pc:docMk/>
            <pc:sldMk cId="3404864442" sldId="595"/>
            <ac:spMk id="3" creationId="{26A6000A-73DC-2AA4-F417-94879D0F2983}"/>
          </ac:spMkLst>
        </pc:spChg>
      </pc:sldChg>
      <pc:sldChg chg="del">
        <pc:chgData name="SUMA K G" userId="c26ce1b90fa457b4" providerId="LiveId" clId="{DC4C0661-57E9-4B11-9704-F1D72310967A}" dt="2024-02-27T00:41:38.977" v="9" actId="47"/>
        <pc:sldMkLst>
          <pc:docMk/>
          <pc:sldMk cId="3735084650" sldId="595"/>
        </pc:sldMkLst>
      </pc:sldChg>
      <pc:sldChg chg="del">
        <pc:chgData name="SUMA K G" userId="c26ce1b90fa457b4" providerId="LiveId" clId="{DC4C0661-57E9-4B11-9704-F1D72310967A}" dt="2024-02-27T00:41:39.173" v="10" actId="47"/>
        <pc:sldMkLst>
          <pc:docMk/>
          <pc:sldMk cId="3699798713" sldId="596"/>
        </pc:sldMkLst>
      </pc:sldChg>
      <pc:sldChg chg="modSp new mod">
        <pc:chgData name="SUMA K G" userId="c26ce1b90fa457b4" providerId="LiveId" clId="{DC4C0661-57E9-4B11-9704-F1D72310967A}" dt="2024-02-29T04:45:29.224" v="395" actId="255"/>
        <pc:sldMkLst>
          <pc:docMk/>
          <pc:sldMk cId="4110850515" sldId="596"/>
        </pc:sldMkLst>
        <pc:spChg chg="mod">
          <ac:chgData name="SUMA K G" userId="c26ce1b90fa457b4" providerId="LiveId" clId="{DC4C0661-57E9-4B11-9704-F1D72310967A}" dt="2024-02-27T01:07:49.987" v="303" actId="113"/>
          <ac:spMkLst>
            <pc:docMk/>
            <pc:sldMk cId="4110850515" sldId="596"/>
            <ac:spMk id="2" creationId="{67696F2D-BD35-F6E3-66BA-670EC4C97D5E}"/>
          </ac:spMkLst>
        </pc:spChg>
        <pc:spChg chg="mod">
          <ac:chgData name="SUMA K G" userId="c26ce1b90fa457b4" providerId="LiveId" clId="{DC4C0661-57E9-4B11-9704-F1D72310967A}" dt="2024-02-29T04:45:29.224" v="395" actId="255"/>
          <ac:spMkLst>
            <pc:docMk/>
            <pc:sldMk cId="4110850515" sldId="596"/>
            <ac:spMk id="3" creationId="{CA8A2BF6-473E-6CEE-8315-A489BE313BB5}"/>
          </ac:spMkLst>
        </pc:spChg>
      </pc:sldChg>
      <pc:sldChg chg="modSp new mod">
        <pc:chgData name="SUMA K G" userId="c26ce1b90fa457b4" providerId="LiveId" clId="{DC4C0661-57E9-4B11-9704-F1D72310967A}" dt="2024-02-29T04:45:37.322" v="398" actId="20577"/>
        <pc:sldMkLst>
          <pc:docMk/>
          <pc:sldMk cId="1191889892" sldId="597"/>
        </pc:sldMkLst>
        <pc:spChg chg="mod">
          <ac:chgData name="SUMA K G" userId="c26ce1b90fa457b4" providerId="LiveId" clId="{DC4C0661-57E9-4B11-9704-F1D72310967A}" dt="2024-02-27T01:07:46.550" v="302" actId="113"/>
          <ac:spMkLst>
            <pc:docMk/>
            <pc:sldMk cId="1191889892" sldId="597"/>
            <ac:spMk id="2" creationId="{FE8D296A-0772-3CE9-10B0-3567E8FC9070}"/>
          </ac:spMkLst>
        </pc:spChg>
        <pc:spChg chg="mod">
          <ac:chgData name="SUMA K G" userId="c26ce1b90fa457b4" providerId="LiveId" clId="{DC4C0661-57E9-4B11-9704-F1D72310967A}" dt="2024-02-29T04:45:37.322" v="398" actId="20577"/>
          <ac:spMkLst>
            <pc:docMk/>
            <pc:sldMk cId="1191889892" sldId="597"/>
            <ac:spMk id="3" creationId="{DA0B6D0A-99E7-B9D4-1328-95C90873CC2C}"/>
          </ac:spMkLst>
        </pc:spChg>
      </pc:sldChg>
      <pc:sldChg chg="del">
        <pc:chgData name="SUMA K G" userId="c26ce1b90fa457b4" providerId="LiveId" clId="{DC4C0661-57E9-4B11-9704-F1D72310967A}" dt="2024-02-27T00:41:39.285" v="11" actId="47"/>
        <pc:sldMkLst>
          <pc:docMk/>
          <pc:sldMk cId="2640137442" sldId="597"/>
        </pc:sldMkLst>
      </pc:sldChg>
      <pc:sldChg chg="modSp new mod">
        <pc:chgData name="SUMA K G" userId="c26ce1b90fa457b4" providerId="LiveId" clId="{DC4C0661-57E9-4B11-9704-F1D72310967A}" dt="2024-02-29T04:49:23.964" v="428" actId="14100"/>
        <pc:sldMkLst>
          <pc:docMk/>
          <pc:sldMk cId="3407410162" sldId="598"/>
        </pc:sldMkLst>
        <pc:spChg chg="mod">
          <ac:chgData name="SUMA K G" userId="c26ce1b90fa457b4" providerId="LiveId" clId="{DC4C0661-57E9-4B11-9704-F1D72310967A}" dt="2024-02-27T01:07:43.144" v="301" actId="113"/>
          <ac:spMkLst>
            <pc:docMk/>
            <pc:sldMk cId="3407410162" sldId="598"/>
            <ac:spMk id="2" creationId="{0CFE0B2F-E4A6-E68B-A367-AEA1EB258AA2}"/>
          </ac:spMkLst>
        </pc:spChg>
        <pc:spChg chg="mod">
          <ac:chgData name="SUMA K G" userId="c26ce1b90fa457b4" providerId="LiveId" clId="{DC4C0661-57E9-4B11-9704-F1D72310967A}" dt="2024-02-29T04:49:23.964" v="428" actId="14100"/>
          <ac:spMkLst>
            <pc:docMk/>
            <pc:sldMk cId="3407410162" sldId="598"/>
            <ac:spMk id="3" creationId="{8ACCC58C-57A6-6C8C-5C38-C15FB66AE00A}"/>
          </ac:spMkLst>
        </pc:spChg>
      </pc:sldChg>
      <pc:sldChg chg="del">
        <pc:chgData name="SUMA K G" userId="c26ce1b90fa457b4" providerId="LiveId" clId="{DC4C0661-57E9-4B11-9704-F1D72310967A}" dt="2024-02-27T00:41:39.698" v="12" actId="47"/>
        <pc:sldMkLst>
          <pc:docMk/>
          <pc:sldMk cId="3475443129" sldId="598"/>
        </pc:sldMkLst>
      </pc:sldChg>
      <pc:sldChg chg="del">
        <pc:chgData name="SUMA K G" userId="c26ce1b90fa457b4" providerId="LiveId" clId="{DC4C0661-57E9-4B11-9704-F1D72310967A}" dt="2024-02-27T00:41:39.884" v="13" actId="47"/>
        <pc:sldMkLst>
          <pc:docMk/>
          <pc:sldMk cId="1362834264" sldId="599"/>
        </pc:sldMkLst>
      </pc:sldChg>
      <pc:sldChg chg="modSp new mod">
        <pc:chgData name="SUMA K G" userId="c26ce1b90fa457b4" providerId="LiveId" clId="{DC4C0661-57E9-4B11-9704-F1D72310967A}" dt="2024-02-29T05:16:55.314" v="512" actId="255"/>
        <pc:sldMkLst>
          <pc:docMk/>
          <pc:sldMk cId="2917933193" sldId="599"/>
        </pc:sldMkLst>
        <pc:spChg chg="mod">
          <ac:chgData name="SUMA K G" userId="c26ce1b90fa457b4" providerId="LiveId" clId="{DC4C0661-57E9-4B11-9704-F1D72310967A}" dt="2024-02-27T00:56:00.108" v="135"/>
          <ac:spMkLst>
            <pc:docMk/>
            <pc:sldMk cId="2917933193" sldId="599"/>
            <ac:spMk id="2" creationId="{C093E51F-F4CD-7515-3DEA-2D6AF4F87EC4}"/>
          </ac:spMkLst>
        </pc:spChg>
        <pc:spChg chg="mod">
          <ac:chgData name="SUMA K G" userId="c26ce1b90fa457b4" providerId="LiveId" clId="{DC4C0661-57E9-4B11-9704-F1D72310967A}" dt="2024-02-29T05:16:55.314" v="512" actId="255"/>
          <ac:spMkLst>
            <pc:docMk/>
            <pc:sldMk cId="2917933193" sldId="599"/>
            <ac:spMk id="3" creationId="{CDD7C22A-F676-43A5-E6C1-19AB99FAE541}"/>
          </ac:spMkLst>
        </pc:spChg>
      </pc:sldChg>
      <pc:sldChg chg="del">
        <pc:chgData name="SUMA K G" userId="c26ce1b90fa457b4" providerId="LiveId" clId="{DC4C0661-57E9-4B11-9704-F1D72310967A}" dt="2024-02-27T00:41:40.085" v="14" actId="47"/>
        <pc:sldMkLst>
          <pc:docMk/>
          <pc:sldMk cId="2310833846" sldId="600"/>
        </pc:sldMkLst>
      </pc:sldChg>
      <pc:sldChg chg="modSp new mod">
        <pc:chgData name="SUMA K G" userId="c26ce1b90fa457b4" providerId="LiveId" clId="{DC4C0661-57E9-4B11-9704-F1D72310967A}" dt="2024-02-29T05:24:24.709" v="599"/>
        <pc:sldMkLst>
          <pc:docMk/>
          <pc:sldMk cId="3063078968" sldId="600"/>
        </pc:sldMkLst>
        <pc:spChg chg="mod">
          <ac:chgData name="SUMA K G" userId="c26ce1b90fa457b4" providerId="LiveId" clId="{DC4C0661-57E9-4B11-9704-F1D72310967A}" dt="2024-02-29T05:24:24.709" v="599"/>
          <ac:spMkLst>
            <pc:docMk/>
            <pc:sldMk cId="3063078968" sldId="600"/>
            <ac:spMk id="2" creationId="{3ECC8BB2-F4AC-F110-DA4F-93F20F491508}"/>
          </ac:spMkLst>
        </pc:spChg>
        <pc:spChg chg="mod">
          <ac:chgData name="SUMA K G" userId="c26ce1b90fa457b4" providerId="LiveId" clId="{DC4C0661-57E9-4B11-9704-F1D72310967A}" dt="2024-02-29T05:12:45.310" v="468" actId="20577"/>
          <ac:spMkLst>
            <pc:docMk/>
            <pc:sldMk cId="3063078968" sldId="600"/>
            <ac:spMk id="3" creationId="{594A0DB5-6426-2FC6-0AD6-7182631DEA10}"/>
          </ac:spMkLst>
        </pc:spChg>
      </pc:sldChg>
      <pc:sldChg chg="addSp modSp new mod">
        <pc:chgData name="SUMA K G" userId="c26ce1b90fa457b4" providerId="LiveId" clId="{DC4C0661-57E9-4B11-9704-F1D72310967A}" dt="2024-02-29T05:26:25.210" v="625" actId="13926"/>
        <pc:sldMkLst>
          <pc:docMk/>
          <pc:sldMk cId="96654972" sldId="601"/>
        </pc:sldMkLst>
        <pc:spChg chg="mod">
          <ac:chgData name="SUMA K G" userId="c26ce1b90fa457b4" providerId="LiveId" clId="{DC4C0661-57E9-4B11-9704-F1D72310967A}" dt="2024-02-29T05:24:26.927" v="600"/>
          <ac:spMkLst>
            <pc:docMk/>
            <pc:sldMk cId="96654972" sldId="601"/>
            <ac:spMk id="2" creationId="{6C6C9B28-BD26-CADB-A4D6-05040E93F5EE}"/>
          </ac:spMkLst>
        </pc:spChg>
        <pc:spChg chg="mod">
          <ac:chgData name="SUMA K G" userId="c26ce1b90fa457b4" providerId="LiveId" clId="{DC4C0661-57E9-4B11-9704-F1D72310967A}" dt="2024-02-29T05:26:25.210" v="625" actId="13926"/>
          <ac:spMkLst>
            <pc:docMk/>
            <pc:sldMk cId="96654972" sldId="601"/>
            <ac:spMk id="3" creationId="{80A4E6F3-E713-D5AD-9DB3-0D9DEB707E3E}"/>
          </ac:spMkLst>
        </pc:spChg>
        <pc:picChg chg="add mod">
          <ac:chgData name="SUMA K G" userId="c26ce1b90fa457b4" providerId="LiveId" clId="{DC4C0661-57E9-4B11-9704-F1D72310967A}" dt="2024-02-29T05:24:31.349" v="601" actId="1076"/>
          <ac:picMkLst>
            <pc:docMk/>
            <pc:sldMk cId="96654972" sldId="601"/>
            <ac:picMk id="1026" creationId="{B8F9F01F-8D1E-DA52-9455-7FE7ECA8B450}"/>
          </ac:picMkLst>
        </pc:picChg>
      </pc:sldChg>
      <pc:sldChg chg="del">
        <pc:chgData name="SUMA K G" userId="c26ce1b90fa457b4" providerId="LiveId" clId="{DC4C0661-57E9-4B11-9704-F1D72310967A}" dt="2024-02-27T00:41:40.390" v="15" actId="47"/>
        <pc:sldMkLst>
          <pc:docMk/>
          <pc:sldMk cId="3092059893" sldId="601"/>
        </pc:sldMkLst>
      </pc:sldChg>
      <pc:sldChg chg="modSp new mod">
        <pc:chgData name="SUMA K G" userId="c26ce1b90fa457b4" providerId="LiveId" clId="{DC4C0661-57E9-4B11-9704-F1D72310967A}" dt="2024-02-29T05:25:24.398" v="614" actId="13926"/>
        <pc:sldMkLst>
          <pc:docMk/>
          <pc:sldMk cId="1275451643" sldId="602"/>
        </pc:sldMkLst>
        <pc:spChg chg="mod">
          <ac:chgData name="SUMA K G" userId="c26ce1b90fa457b4" providerId="LiveId" clId="{DC4C0661-57E9-4B11-9704-F1D72310967A}" dt="2024-02-29T05:24:33.391" v="602"/>
          <ac:spMkLst>
            <pc:docMk/>
            <pc:sldMk cId="1275451643" sldId="602"/>
            <ac:spMk id="2" creationId="{32F9346F-E65C-51B0-CCF1-0C24E34DE2DC}"/>
          </ac:spMkLst>
        </pc:spChg>
        <pc:spChg chg="mod">
          <ac:chgData name="SUMA K G" userId="c26ce1b90fa457b4" providerId="LiveId" clId="{DC4C0661-57E9-4B11-9704-F1D72310967A}" dt="2024-02-29T05:25:24.398" v="614" actId="13926"/>
          <ac:spMkLst>
            <pc:docMk/>
            <pc:sldMk cId="1275451643" sldId="602"/>
            <ac:spMk id="3" creationId="{2E70FE11-8FD3-251C-3D2B-98BAC4E07178}"/>
          </ac:spMkLst>
        </pc:spChg>
      </pc:sldChg>
      <pc:sldChg chg="del">
        <pc:chgData name="SUMA K G" userId="c26ce1b90fa457b4" providerId="LiveId" clId="{DC4C0661-57E9-4B11-9704-F1D72310967A}" dt="2024-02-27T00:41:40.583" v="16" actId="47"/>
        <pc:sldMkLst>
          <pc:docMk/>
          <pc:sldMk cId="1864293295" sldId="602"/>
        </pc:sldMkLst>
      </pc:sldChg>
      <pc:sldChg chg="modSp new mod">
        <pc:chgData name="SUMA K G" userId="c26ce1b90fa457b4" providerId="LiveId" clId="{DC4C0661-57E9-4B11-9704-F1D72310967A}" dt="2024-02-29T05:28:41.604" v="673" actId="20577"/>
        <pc:sldMkLst>
          <pc:docMk/>
          <pc:sldMk cId="592821000" sldId="603"/>
        </pc:sldMkLst>
        <pc:spChg chg="mod">
          <ac:chgData name="SUMA K G" userId="c26ce1b90fa457b4" providerId="LiveId" clId="{DC4C0661-57E9-4B11-9704-F1D72310967A}" dt="2024-02-29T05:24:35.936" v="603"/>
          <ac:spMkLst>
            <pc:docMk/>
            <pc:sldMk cId="592821000" sldId="603"/>
            <ac:spMk id="2" creationId="{99069BE6-A112-8A6B-A713-B2E166B55615}"/>
          </ac:spMkLst>
        </pc:spChg>
        <pc:spChg chg="mod">
          <ac:chgData name="SUMA K G" userId="c26ce1b90fa457b4" providerId="LiveId" clId="{DC4C0661-57E9-4B11-9704-F1D72310967A}" dt="2024-02-29T05:28:41.604" v="673" actId="20577"/>
          <ac:spMkLst>
            <pc:docMk/>
            <pc:sldMk cId="592821000" sldId="603"/>
            <ac:spMk id="3" creationId="{8876106A-BD05-5E9F-23D5-7BCE11B35B96}"/>
          </ac:spMkLst>
        </pc:spChg>
      </pc:sldChg>
      <pc:sldChg chg="modSp new mod">
        <pc:chgData name="SUMA K G" userId="c26ce1b90fa457b4" providerId="LiveId" clId="{DC4C0661-57E9-4B11-9704-F1D72310967A}" dt="2024-02-29T05:26:54.630" v="637" actId="313"/>
        <pc:sldMkLst>
          <pc:docMk/>
          <pc:sldMk cId="736366857" sldId="604"/>
        </pc:sldMkLst>
        <pc:spChg chg="mod">
          <ac:chgData name="SUMA K G" userId="c26ce1b90fa457b4" providerId="LiveId" clId="{DC4C0661-57E9-4B11-9704-F1D72310967A}" dt="2024-02-29T05:24:37.958" v="604"/>
          <ac:spMkLst>
            <pc:docMk/>
            <pc:sldMk cId="736366857" sldId="604"/>
            <ac:spMk id="2" creationId="{3F15AB82-87BB-4543-816A-F3EFA0744DE6}"/>
          </ac:spMkLst>
        </pc:spChg>
        <pc:spChg chg="mod">
          <ac:chgData name="SUMA K G" userId="c26ce1b90fa457b4" providerId="LiveId" clId="{DC4C0661-57E9-4B11-9704-F1D72310967A}" dt="2024-02-29T05:26:54.630" v="637" actId="313"/>
          <ac:spMkLst>
            <pc:docMk/>
            <pc:sldMk cId="736366857" sldId="604"/>
            <ac:spMk id="3" creationId="{AD92D2A5-D451-6EE8-C76C-0716E2D2FED7}"/>
          </ac:spMkLst>
        </pc:spChg>
      </pc:sldChg>
      <pc:sldChg chg="del">
        <pc:chgData name="SUMA K G" userId="c26ce1b90fa457b4" providerId="LiveId" clId="{DC4C0661-57E9-4B11-9704-F1D72310967A}" dt="2024-02-27T00:41:40.920" v="17" actId="47"/>
        <pc:sldMkLst>
          <pc:docMk/>
          <pc:sldMk cId="1458193985" sldId="604"/>
        </pc:sldMkLst>
      </pc:sldChg>
      <pc:sldChg chg="modSp new mod">
        <pc:chgData name="SUMA K G" userId="c26ce1b90fa457b4" providerId="LiveId" clId="{DC4C0661-57E9-4B11-9704-F1D72310967A}" dt="2024-02-29T05:27:14.229" v="644" actId="20577"/>
        <pc:sldMkLst>
          <pc:docMk/>
          <pc:sldMk cId="3575402549" sldId="605"/>
        </pc:sldMkLst>
        <pc:spChg chg="mod">
          <ac:chgData name="SUMA K G" userId="c26ce1b90fa457b4" providerId="LiveId" clId="{DC4C0661-57E9-4B11-9704-F1D72310967A}" dt="2024-02-29T05:24:39.656" v="605"/>
          <ac:spMkLst>
            <pc:docMk/>
            <pc:sldMk cId="3575402549" sldId="605"/>
            <ac:spMk id="2" creationId="{A2694A96-EEE7-838F-B268-764CBC5EB4D2}"/>
          </ac:spMkLst>
        </pc:spChg>
        <pc:spChg chg="mod">
          <ac:chgData name="SUMA K G" userId="c26ce1b90fa457b4" providerId="LiveId" clId="{DC4C0661-57E9-4B11-9704-F1D72310967A}" dt="2024-02-29T05:27:14.229" v="644" actId="20577"/>
          <ac:spMkLst>
            <pc:docMk/>
            <pc:sldMk cId="3575402549" sldId="605"/>
            <ac:spMk id="3" creationId="{63CBAF59-5954-D171-8CFC-E8FAE3CE6F9C}"/>
          </ac:spMkLst>
        </pc:spChg>
      </pc:sldChg>
      <pc:sldChg chg="del">
        <pc:chgData name="SUMA K G" userId="c26ce1b90fa457b4" providerId="LiveId" clId="{DC4C0661-57E9-4B11-9704-F1D72310967A}" dt="2024-02-27T00:41:38.144" v="5" actId="47"/>
        <pc:sldMkLst>
          <pc:docMk/>
          <pc:sldMk cId="3804067814" sldId="605"/>
        </pc:sldMkLst>
      </pc:sldChg>
      <pc:sldChg chg="addSp modSp new mod">
        <pc:chgData name="SUMA K G" userId="c26ce1b90fa457b4" providerId="LiveId" clId="{DC4C0661-57E9-4B11-9704-F1D72310967A}" dt="2024-02-29T05:28:03.901" v="667" actId="5793"/>
        <pc:sldMkLst>
          <pc:docMk/>
          <pc:sldMk cId="616376358" sldId="606"/>
        </pc:sldMkLst>
        <pc:spChg chg="mod">
          <ac:chgData name="SUMA K G" userId="c26ce1b90fa457b4" providerId="LiveId" clId="{DC4C0661-57E9-4B11-9704-F1D72310967A}" dt="2024-02-29T05:24:41.991" v="606"/>
          <ac:spMkLst>
            <pc:docMk/>
            <pc:sldMk cId="616376358" sldId="606"/>
            <ac:spMk id="2" creationId="{3DD4D428-73AF-92E7-96B5-BF96FD3B69EF}"/>
          </ac:spMkLst>
        </pc:spChg>
        <pc:spChg chg="mod">
          <ac:chgData name="SUMA K G" userId="c26ce1b90fa457b4" providerId="LiveId" clId="{DC4C0661-57E9-4B11-9704-F1D72310967A}" dt="2024-02-29T05:28:03.901" v="667" actId="5793"/>
          <ac:spMkLst>
            <pc:docMk/>
            <pc:sldMk cId="616376358" sldId="606"/>
            <ac:spMk id="3" creationId="{DD04D98D-3780-0A25-FDE8-7DC0938DF185}"/>
          </ac:spMkLst>
        </pc:spChg>
        <pc:picChg chg="add mod">
          <ac:chgData name="SUMA K G" userId="c26ce1b90fa457b4" providerId="LiveId" clId="{DC4C0661-57E9-4B11-9704-F1D72310967A}" dt="2024-02-29T05:27:29.042" v="649" actId="1076"/>
          <ac:picMkLst>
            <pc:docMk/>
            <pc:sldMk cId="616376358" sldId="606"/>
            <ac:picMk id="2050" creationId="{F01FDCA6-E5B1-F46B-F5B1-C9D439BF4FD2}"/>
          </ac:picMkLst>
        </pc:picChg>
      </pc:sldChg>
      <pc:sldChg chg="addSp modSp new mod">
        <pc:chgData name="SUMA K G" userId="c26ce1b90fa457b4" providerId="LiveId" clId="{DC4C0661-57E9-4B11-9704-F1D72310967A}" dt="2024-02-29T05:28:16.986" v="671" actId="123"/>
        <pc:sldMkLst>
          <pc:docMk/>
          <pc:sldMk cId="3471506262" sldId="607"/>
        </pc:sldMkLst>
        <pc:spChg chg="mod">
          <ac:chgData name="SUMA K G" userId="c26ce1b90fa457b4" providerId="LiveId" clId="{DC4C0661-57E9-4B11-9704-F1D72310967A}" dt="2024-02-29T05:24:44.040" v="607"/>
          <ac:spMkLst>
            <pc:docMk/>
            <pc:sldMk cId="3471506262" sldId="607"/>
            <ac:spMk id="2" creationId="{C9E6D8A3-215F-742B-3C7C-D40A6644083F}"/>
          </ac:spMkLst>
        </pc:spChg>
        <pc:spChg chg="mod">
          <ac:chgData name="SUMA K G" userId="c26ce1b90fa457b4" providerId="LiveId" clId="{DC4C0661-57E9-4B11-9704-F1D72310967A}" dt="2024-02-29T05:28:16.986" v="671" actId="123"/>
          <ac:spMkLst>
            <pc:docMk/>
            <pc:sldMk cId="3471506262" sldId="607"/>
            <ac:spMk id="3" creationId="{1BEA5778-4198-07B9-290F-CDF437857C70}"/>
          </ac:spMkLst>
        </pc:spChg>
        <pc:picChg chg="add mod">
          <ac:chgData name="SUMA K G" userId="c26ce1b90fa457b4" providerId="LiveId" clId="{DC4C0661-57E9-4B11-9704-F1D72310967A}" dt="2024-02-29T05:27:38.954" v="652" actId="1076"/>
          <ac:picMkLst>
            <pc:docMk/>
            <pc:sldMk cId="3471506262" sldId="607"/>
            <ac:picMk id="3074" creationId="{F445A751-076E-EC86-B776-2CF63A8C6AC1}"/>
          </ac:picMkLst>
        </pc:picChg>
      </pc:sldChg>
      <pc:sldChg chg="modSp new del mod">
        <pc:chgData name="SUMA K G" userId="c26ce1b90fa457b4" providerId="LiveId" clId="{DC4C0661-57E9-4B11-9704-F1D72310967A}" dt="2024-02-29T05:27:58.785" v="666" actId="47"/>
        <pc:sldMkLst>
          <pc:docMk/>
          <pc:sldMk cId="3797605910" sldId="608"/>
        </pc:sldMkLst>
        <pc:spChg chg="mod">
          <ac:chgData name="SUMA K G" userId="c26ce1b90fa457b4" providerId="LiveId" clId="{DC4C0661-57E9-4B11-9704-F1D72310967A}" dt="2024-02-29T05:24:45.608" v="608"/>
          <ac:spMkLst>
            <pc:docMk/>
            <pc:sldMk cId="3797605910" sldId="608"/>
            <ac:spMk id="2" creationId="{FA6ED19B-A7DC-526F-90F9-F89203F05562}"/>
          </ac:spMkLst>
        </pc:spChg>
        <pc:spChg chg="mod">
          <ac:chgData name="SUMA K G" userId="c26ce1b90fa457b4" providerId="LiveId" clId="{DC4C0661-57E9-4B11-9704-F1D72310967A}" dt="2024-02-29T05:27:43.291" v="653" actId="21"/>
          <ac:spMkLst>
            <pc:docMk/>
            <pc:sldMk cId="3797605910" sldId="608"/>
            <ac:spMk id="3" creationId="{DEA772CB-AED7-317D-451C-776EBCE8E824}"/>
          </ac:spMkLst>
        </pc:spChg>
      </pc:sldChg>
      <pc:sldChg chg="addSp modSp new mod">
        <pc:chgData name="SUMA K G" userId="c26ce1b90fa457b4" providerId="LiveId" clId="{DC4C0661-57E9-4B11-9704-F1D72310967A}" dt="2024-02-29T04:43:41.709" v="385" actId="1076"/>
        <pc:sldMkLst>
          <pc:docMk/>
          <pc:sldMk cId="1585790214" sldId="609"/>
        </pc:sldMkLst>
        <pc:spChg chg="mod">
          <ac:chgData name="SUMA K G" userId="c26ce1b90fa457b4" providerId="LiveId" clId="{DC4C0661-57E9-4B11-9704-F1D72310967A}" dt="2024-02-27T01:03:38.355" v="238" actId="113"/>
          <ac:spMkLst>
            <pc:docMk/>
            <pc:sldMk cId="1585790214" sldId="609"/>
            <ac:spMk id="2" creationId="{6498DCF6-3E5C-8D83-827C-F11328C1597F}"/>
          </ac:spMkLst>
        </pc:spChg>
        <pc:spChg chg="mod">
          <ac:chgData name="SUMA K G" userId="c26ce1b90fa457b4" providerId="LiveId" clId="{DC4C0661-57E9-4B11-9704-F1D72310967A}" dt="2024-02-27T01:03:32.115" v="237" actId="14100"/>
          <ac:spMkLst>
            <pc:docMk/>
            <pc:sldMk cId="1585790214" sldId="609"/>
            <ac:spMk id="3" creationId="{15E670E3-EF54-E571-E36A-E78AD370DA3C}"/>
          </ac:spMkLst>
        </pc:spChg>
        <pc:spChg chg="add">
          <ac:chgData name="SUMA K G" userId="c26ce1b90fa457b4" providerId="LiveId" clId="{DC4C0661-57E9-4B11-9704-F1D72310967A}" dt="2024-02-27T00:59:03.854" v="166"/>
          <ac:spMkLst>
            <pc:docMk/>
            <pc:sldMk cId="1585790214" sldId="609"/>
            <ac:spMk id="4" creationId="{EA4FA1E9-FBE1-2FED-9B51-55643B943BC7}"/>
          </ac:spMkLst>
        </pc:spChg>
        <pc:picChg chg="add">
          <ac:chgData name="SUMA K G" userId="c26ce1b90fa457b4" providerId="LiveId" clId="{DC4C0661-57E9-4B11-9704-F1D72310967A}" dt="2024-02-27T00:59:03.854" v="166"/>
          <ac:picMkLst>
            <pc:docMk/>
            <pc:sldMk cId="1585790214" sldId="609"/>
            <ac:picMk id="4098" creationId="{CA813C92-B6E3-0436-B124-D8A6841508AE}"/>
          </ac:picMkLst>
        </pc:picChg>
        <pc:picChg chg="add mod">
          <ac:chgData name="SUMA K G" userId="c26ce1b90fa457b4" providerId="LiveId" clId="{DC4C0661-57E9-4B11-9704-F1D72310967A}" dt="2024-02-29T04:43:41.709" v="385" actId="1076"/>
          <ac:picMkLst>
            <pc:docMk/>
            <pc:sldMk cId="1585790214" sldId="609"/>
            <ac:picMk id="4100" creationId="{2EF5C730-143D-CF67-6551-A87932E76153}"/>
          </ac:picMkLst>
        </pc:picChg>
      </pc:sldChg>
      <pc:sldChg chg="addSp modSp new mod">
        <pc:chgData name="SUMA K G" userId="c26ce1b90fa457b4" providerId="LiveId" clId="{DC4C0661-57E9-4B11-9704-F1D72310967A}" dt="2024-02-29T04:44:47.952" v="391" actId="13926"/>
        <pc:sldMkLst>
          <pc:docMk/>
          <pc:sldMk cId="840909873" sldId="610"/>
        </pc:sldMkLst>
        <pc:spChg chg="mod">
          <ac:chgData name="SUMA K G" userId="c26ce1b90fa457b4" providerId="LiveId" clId="{DC4C0661-57E9-4B11-9704-F1D72310967A}" dt="2024-02-27T01:03:41.591" v="239"/>
          <ac:spMkLst>
            <pc:docMk/>
            <pc:sldMk cId="840909873" sldId="610"/>
            <ac:spMk id="2" creationId="{4C939C66-C5EA-BD08-5491-558C8C8E6793}"/>
          </ac:spMkLst>
        </pc:spChg>
        <pc:spChg chg="mod">
          <ac:chgData name="SUMA K G" userId="c26ce1b90fa457b4" providerId="LiveId" clId="{DC4C0661-57E9-4B11-9704-F1D72310967A}" dt="2024-02-29T04:44:47.952" v="391" actId="13926"/>
          <ac:spMkLst>
            <pc:docMk/>
            <pc:sldMk cId="840909873" sldId="610"/>
            <ac:spMk id="3" creationId="{F9CDACE3-518F-7642-35F0-842ABF5AE218}"/>
          </ac:spMkLst>
        </pc:spChg>
        <pc:picChg chg="add mod">
          <ac:chgData name="SUMA K G" userId="c26ce1b90fa457b4" providerId="LiveId" clId="{DC4C0661-57E9-4B11-9704-F1D72310967A}" dt="2024-02-29T04:44:02.382" v="388" actId="14100"/>
          <ac:picMkLst>
            <pc:docMk/>
            <pc:sldMk cId="840909873" sldId="610"/>
            <ac:picMk id="5122" creationId="{038B6EF7-2F3E-2FDC-5094-818E8049FEA9}"/>
          </ac:picMkLst>
        </pc:picChg>
      </pc:sldChg>
      <pc:sldChg chg="new del">
        <pc:chgData name="SUMA K G" userId="c26ce1b90fa457b4" providerId="LiveId" clId="{DC4C0661-57E9-4B11-9704-F1D72310967A}" dt="2024-02-29T05:16:49.412" v="510" actId="47"/>
        <pc:sldMkLst>
          <pc:docMk/>
          <pc:sldMk cId="2653261449" sldId="611"/>
        </pc:sldMkLst>
      </pc:sldChg>
      <pc:sldChg chg="modSp new del mod">
        <pc:chgData name="SUMA K G" userId="c26ce1b90fa457b4" providerId="LiveId" clId="{DC4C0661-57E9-4B11-9704-F1D72310967A}" dt="2024-02-27T01:02:01.228" v="215" actId="47"/>
        <pc:sldMkLst>
          <pc:docMk/>
          <pc:sldMk cId="3324901803" sldId="611"/>
        </pc:sldMkLst>
        <pc:spChg chg="mod">
          <ac:chgData name="SUMA K G" userId="c26ce1b90fa457b4" providerId="LiveId" clId="{DC4C0661-57E9-4B11-9704-F1D72310967A}" dt="2024-02-27T01:01:17.031" v="191" actId="21"/>
          <ac:spMkLst>
            <pc:docMk/>
            <pc:sldMk cId="3324901803" sldId="611"/>
            <ac:spMk id="3" creationId="{AFDDB9FC-5A60-C233-BBA4-2668F45C0C0C}"/>
          </ac:spMkLst>
        </pc:spChg>
      </pc:sldChg>
      <pc:sldChg chg="addSp modSp new mod ord">
        <pc:chgData name="SUMA K G" userId="c26ce1b90fa457b4" providerId="LiveId" clId="{DC4C0661-57E9-4B11-9704-F1D72310967A}" dt="2024-02-29T04:47:20.018" v="425" actId="1076"/>
        <pc:sldMkLst>
          <pc:docMk/>
          <pc:sldMk cId="1153587831" sldId="612"/>
        </pc:sldMkLst>
        <pc:spChg chg="mod">
          <ac:chgData name="SUMA K G" userId="c26ce1b90fa457b4" providerId="LiveId" clId="{DC4C0661-57E9-4B11-9704-F1D72310967A}" dt="2024-02-27T01:08:10.187" v="306"/>
          <ac:spMkLst>
            <pc:docMk/>
            <pc:sldMk cId="1153587831" sldId="612"/>
            <ac:spMk id="2" creationId="{D0FCED86-8BAD-D97C-1DAD-7DB7CCE88A8C}"/>
          </ac:spMkLst>
        </pc:spChg>
        <pc:spChg chg="mod">
          <ac:chgData name="SUMA K G" userId="c26ce1b90fa457b4" providerId="LiveId" clId="{DC4C0661-57E9-4B11-9704-F1D72310967A}" dt="2024-02-27T01:06:28.649" v="278" actId="255"/>
          <ac:spMkLst>
            <pc:docMk/>
            <pc:sldMk cId="1153587831" sldId="612"/>
            <ac:spMk id="3" creationId="{B0999555-FE60-215A-825B-239A1F9D59FC}"/>
          </ac:spMkLst>
        </pc:spChg>
        <pc:picChg chg="add mod">
          <ac:chgData name="SUMA K G" userId="c26ce1b90fa457b4" providerId="LiveId" clId="{DC4C0661-57E9-4B11-9704-F1D72310967A}" dt="2024-02-29T04:47:20.018" v="425" actId="1076"/>
          <ac:picMkLst>
            <pc:docMk/>
            <pc:sldMk cId="1153587831" sldId="612"/>
            <ac:picMk id="5" creationId="{D5E575BC-74BC-D702-A2F3-D65A6E0E1F8C}"/>
          </ac:picMkLst>
        </pc:picChg>
      </pc:sldChg>
      <pc:sldChg chg="new del">
        <pc:chgData name="SUMA K G" userId="c26ce1b90fa457b4" providerId="LiveId" clId="{DC4C0661-57E9-4B11-9704-F1D72310967A}" dt="2024-02-27T01:02:02.896" v="218" actId="47"/>
        <pc:sldMkLst>
          <pc:docMk/>
          <pc:sldMk cId="1351506762" sldId="612"/>
        </pc:sldMkLst>
      </pc:sldChg>
      <pc:sldChg chg="new del">
        <pc:chgData name="SUMA K G" userId="c26ce1b90fa457b4" providerId="LiveId" clId="{DC4C0661-57E9-4B11-9704-F1D72310967A}" dt="2024-02-27T01:02:02.306" v="217" actId="47"/>
        <pc:sldMkLst>
          <pc:docMk/>
          <pc:sldMk cId="866018392" sldId="613"/>
        </pc:sldMkLst>
      </pc:sldChg>
      <pc:sldChg chg="addSp delSp modSp new mod ord">
        <pc:chgData name="SUMA K G" userId="c26ce1b90fa457b4" providerId="LiveId" clId="{DC4C0661-57E9-4B11-9704-F1D72310967A}" dt="2024-02-29T04:46:24.232" v="406" actId="22"/>
        <pc:sldMkLst>
          <pc:docMk/>
          <pc:sldMk cId="2940873149" sldId="613"/>
        </pc:sldMkLst>
        <pc:spChg chg="mod">
          <ac:chgData name="SUMA K G" userId="c26ce1b90fa457b4" providerId="LiveId" clId="{DC4C0661-57E9-4B11-9704-F1D72310967A}" dt="2024-02-27T01:05:33.087" v="265"/>
          <ac:spMkLst>
            <pc:docMk/>
            <pc:sldMk cId="2940873149" sldId="613"/>
            <ac:spMk id="2" creationId="{7CDBA2F0-3D50-E810-8FDD-F7F3DAA39AAB}"/>
          </ac:spMkLst>
        </pc:spChg>
        <pc:spChg chg="mod">
          <ac:chgData name="SUMA K G" userId="c26ce1b90fa457b4" providerId="LiveId" clId="{DC4C0661-57E9-4B11-9704-F1D72310967A}" dt="2024-02-27T01:05:56.760" v="271" actId="123"/>
          <ac:spMkLst>
            <pc:docMk/>
            <pc:sldMk cId="2940873149" sldId="613"/>
            <ac:spMk id="3" creationId="{CF65C544-1196-8CD7-7150-76AFB079FB09}"/>
          </ac:spMkLst>
        </pc:spChg>
        <pc:spChg chg="add del">
          <ac:chgData name="SUMA K G" userId="c26ce1b90fa457b4" providerId="LiveId" clId="{DC4C0661-57E9-4B11-9704-F1D72310967A}" dt="2024-02-29T04:46:24.232" v="406" actId="22"/>
          <ac:spMkLst>
            <pc:docMk/>
            <pc:sldMk cId="2940873149" sldId="613"/>
            <ac:spMk id="5" creationId="{337C613A-47C7-C713-065A-3D2414DDAE15}"/>
          </ac:spMkLst>
        </pc:spChg>
        <pc:picChg chg="add mod">
          <ac:chgData name="SUMA K G" userId="c26ce1b90fa457b4" providerId="LiveId" clId="{DC4C0661-57E9-4B11-9704-F1D72310967A}" dt="2024-02-27T01:06:02.732" v="274" actId="1076"/>
          <ac:picMkLst>
            <pc:docMk/>
            <pc:sldMk cId="2940873149" sldId="613"/>
            <ac:picMk id="6146" creationId="{0027549C-FAC8-A939-8F59-CC7E3A94A4B2}"/>
          </ac:picMkLst>
        </pc:picChg>
      </pc:sldChg>
      <pc:sldChg chg="modSp new mod ord">
        <pc:chgData name="SUMA K G" userId="c26ce1b90fa457b4" providerId="LiveId" clId="{DC4C0661-57E9-4B11-9704-F1D72310967A}" dt="2024-02-29T04:45:46.544" v="400"/>
        <pc:sldMkLst>
          <pc:docMk/>
          <pc:sldMk cId="2216769073" sldId="614"/>
        </pc:sldMkLst>
        <pc:spChg chg="mod">
          <ac:chgData name="SUMA K G" userId="c26ce1b90fa457b4" providerId="LiveId" clId="{DC4C0661-57E9-4B11-9704-F1D72310967A}" dt="2024-02-27T01:05:12.875" v="259"/>
          <ac:spMkLst>
            <pc:docMk/>
            <pc:sldMk cId="2216769073" sldId="614"/>
            <ac:spMk id="2" creationId="{8586A443-D6BC-19F5-5BFC-0CAA731C9179}"/>
          </ac:spMkLst>
        </pc:spChg>
        <pc:spChg chg="mod">
          <ac:chgData name="SUMA K G" userId="c26ce1b90fa457b4" providerId="LiveId" clId="{DC4C0661-57E9-4B11-9704-F1D72310967A}" dt="2024-02-27T01:05:27.400" v="264" actId="123"/>
          <ac:spMkLst>
            <pc:docMk/>
            <pc:sldMk cId="2216769073" sldId="614"/>
            <ac:spMk id="3" creationId="{F973B05D-1ACA-00D5-0078-90B4BD9677AC}"/>
          </ac:spMkLst>
        </pc:spChg>
      </pc:sldChg>
      <pc:sldChg chg="new del">
        <pc:chgData name="SUMA K G" userId="c26ce1b90fa457b4" providerId="LiveId" clId="{DC4C0661-57E9-4B11-9704-F1D72310967A}" dt="2024-02-27T01:02:01.780" v="216" actId="47"/>
        <pc:sldMkLst>
          <pc:docMk/>
          <pc:sldMk cId="2536941345" sldId="614"/>
        </pc:sldMkLst>
      </pc:sldChg>
      <pc:sldChg chg="addSp modSp new mod ord">
        <pc:chgData name="SUMA K G" userId="c26ce1b90fa457b4" providerId="LiveId" clId="{DC4C0661-57E9-4B11-9704-F1D72310967A}" dt="2024-02-29T04:49:41.763" v="430" actId="1076"/>
        <pc:sldMkLst>
          <pc:docMk/>
          <pc:sldMk cId="3861753384" sldId="615"/>
        </pc:sldMkLst>
        <pc:spChg chg="mod">
          <ac:chgData name="SUMA K G" userId="c26ce1b90fa457b4" providerId="LiveId" clId="{DC4C0661-57E9-4B11-9704-F1D72310967A}" dt="2024-02-27T01:07:36.243" v="300" actId="113"/>
          <ac:spMkLst>
            <pc:docMk/>
            <pc:sldMk cId="3861753384" sldId="615"/>
            <ac:spMk id="2" creationId="{2D84CC09-0595-D531-D64B-741161A49940}"/>
          </ac:spMkLst>
        </pc:spChg>
        <pc:spChg chg="mod">
          <ac:chgData name="SUMA K G" userId="c26ce1b90fa457b4" providerId="LiveId" clId="{DC4C0661-57E9-4B11-9704-F1D72310967A}" dt="2024-02-29T04:49:38.951" v="429" actId="20577"/>
          <ac:spMkLst>
            <pc:docMk/>
            <pc:sldMk cId="3861753384" sldId="615"/>
            <ac:spMk id="3" creationId="{E875F77D-CAF8-3429-D6AE-ECC7A98CEC48}"/>
          </ac:spMkLst>
        </pc:spChg>
        <pc:picChg chg="add mod">
          <ac:chgData name="SUMA K G" userId="c26ce1b90fa457b4" providerId="LiveId" clId="{DC4C0661-57E9-4B11-9704-F1D72310967A}" dt="2024-02-29T04:49:41.763" v="430" actId="1076"/>
          <ac:picMkLst>
            <pc:docMk/>
            <pc:sldMk cId="3861753384" sldId="615"/>
            <ac:picMk id="7170" creationId="{018FD2DB-FE41-A693-3319-56292A39DC1E}"/>
          </ac:picMkLst>
        </pc:picChg>
      </pc:sldChg>
      <pc:sldChg chg="new del">
        <pc:chgData name="SUMA K G" userId="c26ce1b90fa457b4" providerId="LiveId" clId="{DC4C0661-57E9-4B11-9704-F1D72310967A}" dt="2024-02-29T05:16:48.692" v="509" actId="47"/>
        <pc:sldMkLst>
          <pc:docMk/>
          <pc:sldMk cId="2578535337" sldId="616"/>
        </pc:sldMkLst>
      </pc:sldChg>
      <pc:sldChg chg="ord">
        <pc:chgData name="SUMA K G" userId="c26ce1b90fa457b4" providerId="LiveId" clId="{DC4C0661-57E9-4B11-9704-F1D72310967A}" dt="2024-02-29T04:45:54.196" v="404"/>
        <pc:sldMkLst>
          <pc:docMk/>
          <pc:sldMk cId="1748423483" sldId="617"/>
        </pc:sldMkLst>
      </pc:sldChg>
      <pc:sldChg chg="modSp ord">
        <pc:chgData name="SUMA K G" userId="c26ce1b90fa457b4" providerId="LiveId" clId="{DC4C0661-57E9-4B11-9704-F1D72310967A}" dt="2024-02-29T04:47:01.307" v="424" actId="1366"/>
        <pc:sldMkLst>
          <pc:docMk/>
          <pc:sldMk cId="3465447660" sldId="618"/>
        </pc:sldMkLst>
        <pc:picChg chg="mod">
          <ac:chgData name="SUMA K G" userId="c26ce1b90fa457b4" providerId="LiveId" clId="{DC4C0661-57E9-4B11-9704-F1D72310967A}" dt="2024-02-29T04:47:01.307" v="424" actId="1366"/>
          <ac:picMkLst>
            <pc:docMk/>
            <pc:sldMk cId="3465447660" sldId="618"/>
            <ac:picMk id="5" creationId="{D6E64004-5E86-A4D0-D89C-DC95ECFCF347}"/>
          </ac:picMkLst>
        </pc:picChg>
      </pc:sldChg>
      <pc:sldChg chg="modSp new mod ord">
        <pc:chgData name="SUMA K G" userId="c26ce1b90fa457b4" providerId="LiveId" clId="{DC4C0661-57E9-4B11-9704-F1D72310967A}" dt="2024-02-29T04:42:33.938" v="379"/>
        <pc:sldMkLst>
          <pc:docMk/>
          <pc:sldMk cId="3267327227" sldId="619"/>
        </pc:sldMkLst>
        <pc:spChg chg="mod">
          <ac:chgData name="SUMA K G" userId="c26ce1b90fa457b4" providerId="LiveId" clId="{DC4C0661-57E9-4B11-9704-F1D72310967A}" dt="2024-02-29T04:42:33.938" v="379"/>
          <ac:spMkLst>
            <pc:docMk/>
            <pc:sldMk cId="3267327227" sldId="619"/>
            <ac:spMk id="2" creationId="{2E831EBB-3BAA-1896-986E-AEA0123F360E}"/>
          </ac:spMkLst>
        </pc:spChg>
        <pc:spChg chg="mod">
          <ac:chgData name="SUMA K G" userId="c26ce1b90fa457b4" providerId="LiveId" clId="{DC4C0661-57E9-4B11-9704-F1D72310967A}" dt="2024-02-29T04:42:28.519" v="378" actId="255"/>
          <ac:spMkLst>
            <pc:docMk/>
            <pc:sldMk cId="3267327227" sldId="619"/>
            <ac:spMk id="3" creationId="{6C13B4C0-1AE3-B743-CC95-31C23D058A28}"/>
          </ac:spMkLst>
        </pc:spChg>
      </pc:sldChg>
      <pc:sldChg chg="modSp add mod">
        <pc:chgData name="SUMA K G" userId="c26ce1b90fa457b4" providerId="LiveId" clId="{DC4C0661-57E9-4B11-9704-F1D72310967A}" dt="2024-02-29T04:46:46.915" v="422" actId="1076"/>
        <pc:sldMkLst>
          <pc:docMk/>
          <pc:sldMk cId="2308420183" sldId="620"/>
        </pc:sldMkLst>
        <pc:spChg chg="mod">
          <ac:chgData name="SUMA K G" userId="c26ce1b90fa457b4" providerId="LiveId" clId="{DC4C0661-57E9-4B11-9704-F1D72310967A}" dt="2024-02-29T04:46:38.539" v="419" actId="20577"/>
          <ac:spMkLst>
            <pc:docMk/>
            <pc:sldMk cId="2308420183" sldId="620"/>
            <ac:spMk id="2" creationId="{562DF366-0D4F-AAC2-4785-721479BE631E}"/>
          </ac:spMkLst>
        </pc:spChg>
        <pc:spChg chg="mod">
          <ac:chgData name="SUMA K G" userId="c26ce1b90fa457b4" providerId="LiveId" clId="{DC4C0661-57E9-4B11-9704-F1D72310967A}" dt="2024-02-29T04:46:44.264" v="421" actId="20577"/>
          <ac:spMkLst>
            <pc:docMk/>
            <pc:sldMk cId="2308420183" sldId="620"/>
            <ac:spMk id="3" creationId="{0D549E38-E669-A09A-B0A1-A446FB5EE925}"/>
          </ac:spMkLst>
        </pc:spChg>
        <pc:picChg chg="mod">
          <ac:chgData name="SUMA K G" userId="c26ce1b90fa457b4" providerId="LiveId" clId="{DC4C0661-57E9-4B11-9704-F1D72310967A}" dt="2024-02-29T04:46:46.915" v="422" actId="1076"/>
          <ac:picMkLst>
            <pc:docMk/>
            <pc:sldMk cId="2308420183" sldId="620"/>
            <ac:picMk id="6146" creationId="{5FEEE9D8-11EC-C70C-084C-F7EB1908F368}"/>
          </ac:picMkLst>
        </pc:picChg>
      </pc:sldChg>
      <pc:sldChg chg="modSp new mod">
        <pc:chgData name="SUMA K G" userId="c26ce1b90fa457b4" providerId="LiveId" clId="{DC4C0661-57E9-4B11-9704-F1D72310967A}" dt="2024-02-29T05:24:50.279" v="610" actId="20577"/>
        <pc:sldMkLst>
          <pc:docMk/>
          <pc:sldMk cId="4184315940" sldId="621"/>
        </pc:sldMkLst>
        <pc:spChg chg="mod">
          <ac:chgData name="SUMA K G" userId="c26ce1b90fa457b4" providerId="LiveId" clId="{DC4C0661-57E9-4B11-9704-F1D72310967A}" dt="2024-02-29T05:24:50.279" v="610" actId="20577"/>
          <ac:spMkLst>
            <pc:docMk/>
            <pc:sldMk cId="4184315940" sldId="621"/>
            <ac:spMk id="2" creationId="{115AC7AF-D9D4-E396-A4AD-D207BF148410}"/>
          </ac:spMkLst>
        </pc:spChg>
        <pc:spChg chg="mod">
          <ac:chgData name="SUMA K G" userId="c26ce1b90fa457b4" providerId="LiveId" clId="{DC4C0661-57E9-4B11-9704-F1D72310967A}" dt="2024-02-29T05:11:29.928" v="440" actId="14100"/>
          <ac:spMkLst>
            <pc:docMk/>
            <pc:sldMk cId="4184315940" sldId="621"/>
            <ac:spMk id="3" creationId="{00072CC6-9C45-DE7D-DB8F-4A70E5FB6AB8}"/>
          </ac:spMkLst>
        </pc:spChg>
      </pc:sldChg>
      <pc:sldChg chg="addSp modSp new mod">
        <pc:chgData name="SUMA K G" userId="c26ce1b90fa457b4" providerId="LiveId" clId="{DC4C0661-57E9-4B11-9704-F1D72310967A}" dt="2024-02-29T05:17:17.028" v="518" actId="123"/>
        <pc:sldMkLst>
          <pc:docMk/>
          <pc:sldMk cId="1367892307" sldId="622"/>
        </pc:sldMkLst>
        <pc:spChg chg="mod">
          <ac:chgData name="SUMA K G" userId="c26ce1b90fa457b4" providerId="LiveId" clId="{DC4C0661-57E9-4B11-9704-F1D72310967A}" dt="2024-02-29T05:17:01.537" v="513"/>
          <ac:spMkLst>
            <pc:docMk/>
            <pc:sldMk cId="1367892307" sldId="622"/>
            <ac:spMk id="2" creationId="{017DA2AC-8D1F-A9A2-168D-D7B393561611}"/>
          </ac:spMkLst>
        </pc:spChg>
        <pc:spChg chg="mod">
          <ac:chgData name="SUMA K G" userId="c26ce1b90fa457b4" providerId="LiveId" clId="{DC4C0661-57E9-4B11-9704-F1D72310967A}" dt="2024-02-29T05:17:17.028" v="518" actId="123"/>
          <ac:spMkLst>
            <pc:docMk/>
            <pc:sldMk cId="1367892307" sldId="622"/>
            <ac:spMk id="3" creationId="{4AB119B3-D036-9FAA-1473-1F738BF59C74}"/>
          </ac:spMkLst>
        </pc:spChg>
        <pc:picChg chg="add mod">
          <ac:chgData name="SUMA K G" userId="c26ce1b90fa457b4" providerId="LiveId" clId="{DC4C0661-57E9-4B11-9704-F1D72310967A}" dt="2024-02-29T05:17:14.609" v="517" actId="1076"/>
          <ac:picMkLst>
            <pc:docMk/>
            <pc:sldMk cId="1367892307" sldId="622"/>
            <ac:picMk id="1026" creationId="{D881117C-6024-9AD3-76A0-FA7A1B9FFD6B}"/>
          </ac:picMkLst>
        </pc:picChg>
      </pc:sldChg>
      <pc:sldChg chg="modSp new mod">
        <pc:chgData name="SUMA K G" userId="c26ce1b90fa457b4" providerId="LiveId" clId="{DC4C0661-57E9-4B11-9704-F1D72310967A}" dt="2024-02-29T05:17:40.224" v="521" actId="123"/>
        <pc:sldMkLst>
          <pc:docMk/>
          <pc:sldMk cId="3944131712" sldId="623"/>
        </pc:sldMkLst>
        <pc:spChg chg="mod">
          <ac:chgData name="SUMA K G" userId="c26ce1b90fa457b4" providerId="LiveId" clId="{DC4C0661-57E9-4B11-9704-F1D72310967A}" dt="2024-02-29T05:17:30.701" v="519"/>
          <ac:spMkLst>
            <pc:docMk/>
            <pc:sldMk cId="3944131712" sldId="623"/>
            <ac:spMk id="2" creationId="{EF0C7BF0-CF8C-DA77-85B7-6826415FE5D2}"/>
          </ac:spMkLst>
        </pc:spChg>
        <pc:spChg chg="mod">
          <ac:chgData name="SUMA K G" userId="c26ce1b90fa457b4" providerId="LiveId" clId="{DC4C0661-57E9-4B11-9704-F1D72310967A}" dt="2024-02-29T05:17:40.224" v="521" actId="123"/>
          <ac:spMkLst>
            <pc:docMk/>
            <pc:sldMk cId="3944131712" sldId="623"/>
            <ac:spMk id="3" creationId="{CBC77A99-081B-36E9-AF83-A6F19DCF17DA}"/>
          </ac:spMkLst>
        </pc:spChg>
      </pc:sldChg>
      <pc:sldChg chg="addSp modSp new mod">
        <pc:chgData name="SUMA K G" userId="c26ce1b90fa457b4" providerId="LiveId" clId="{DC4C0661-57E9-4B11-9704-F1D72310967A}" dt="2024-02-29T05:19:05.330" v="537" actId="13926"/>
        <pc:sldMkLst>
          <pc:docMk/>
          <pc:sldMk cId="360007140" sldId="624"/>
        </pc:sldMkLst>
        <pc:spChg chg="mod">
          <ac:chgData name="SUMA K G" userId="c26ce1b90fa457b4" providerId="LiveId" clId="{DC4C0661-57E9-4B11-9704-F1D72310967A}" dt="2024-02-29T05:18:13.570" v="522"/>
          <ac:spMkLst>
            <pc:docMk/>
            <pc:sldMk cId="360007140" sldId="624"/>
            <ac:spMk id="2" creationId="{CAFCA6B3-B947-63C1-3BEC-F58C0BA180BB}"/>
          </ac:spMkLst>
        </pc:spChg>
        <pc:spChg chg="mod">
          <ac:chgData name="SUMA K G" userId="c26ce1b90fa457b4" providerId="LiveId" clId="{DC4C0661-57E9-4B11-9704-F1D72310967A}" dt="2024-02-29T05:19:05.330" v="537" actId="13926"/>
          <ac:spMkLst>
            <pc:docMk/>
            <pc:sldMk cId="360007140" sldId="624"/>
            <ac:spMk id="3" creationId="{6BBADE8F-D0D2-1F11-CB4F-47AB6F287164}"/>
          </ac:spMkLst>
        </pc:spChg>
        <pc:picChg chg="add mod">
          <ac:chgData name="SUMA K G" userId="c26ce1b90fa457b4" providerId="LiveId" clId="{DC4C0661-57E9-4B11-9704-F1D72310967A}" dt="2024-02-29T05:18:22.885" v="526" actId="1076"/>
          <ac:picMkLst>
            <pc:docMk/>
            <pc:sldMk cId="360007140" sldId="624"/>
            <ac:picMk id="2050" creationId="{C89203A9-BED7-4F04-5286-1E470A7CBDEA}"/>
          </ac:picMkLst>
        </pc:picChg>
      </pc:sldChg>
      <pc:sldChg chg="addSp modSp new mod">
        <pc:chgData name="SUMA K G" userId="c26ce1b90fa457b4" providerId="LiveId" clId="{DC4C0661-57E9-4B11-9704-F1D72310967A}" dt="2024-02-29T05:23:11.268" v="591" actId="13926"/>
        <pc:sldMkLst>
          <pc:docMk/>
          <pc:sldMk cId="1360200292" sldId="625"/>
        </pc:sldMkLst>
        <pc:spChg chg="mod">
          <ac:chgData name="SUMA K G" userId="c26ce1b90fa457b4" providerId="LiveId" clId="{DC4C0661-57E9-4B11-9704-F1D72310967A}" dt="2024-02-29T05:21:36.570" v="583" actId="14100"/>
          <ac:spMkLst>
            <pc:docMk/>
            <pc:sldMk cId="1360200292" sldId="625"/>
            <ac:spMk id="2" creationId="{B33F6F2B-E3C5-B739-9571-7703F0ECC1F9}"/>
          </ac:spMkLst>
        </pc:spChg>
        <pc:spChg chg="mod">
          <ac:chgData name="SUMA K G" userId="c26ce1b90fa457b4" providerId="LiveId" clId="{DC4C0661-57E9-4B11-9704-F1D72310967A}" dt="2024-02-29T05:23:11.268" v="591" actId="13926"/>
          <ac:spMkLst>
            <pc:docMk/>
            <pc:sldMk cId="1360200292" sldId="625"/>
            <ac:spMk id="3" creationId="{51A902E3-2776-495F-E0D8-D07A4D947240}"/>
          </ac:spMkLst>
        </pc:spChg>
        <pc:picChg chg="add mod">
          <ac:chgData name="SUMA K G" userId="c26ce1b90fa457b4" providerId="LiveId" clId="{DC4C0661-57E9-4B11-9704-F1D72310967A}" dt="2024-02-29T05:21:33.865" v="582" actId="14100"/>
          <ac:picMkLst>
            <pc:docMk/>
            <pc:sldMk cId="1360200292" sldId="625"/>
            <ac:picMk id="5" creationId="{BBBDC8B3-7F4A-CE9D-9D57-13509616526E}"/>
          </ac:picMkLst>
        </pc:picChg>
      </pc:sldChg>
      <pc:sldChg chg="addSp modSp new mod">
        <pc:chgData name="SUMA K G" userId="c26ce1b90fa457b4" providerId="LiveId" clId="{DC4C0661-57E9-4B11-9704-F1D72310967A}" dt="2024-02-29T06:25:57.827" v="675" actId="13926"/>
        <pc:sldMkLst>
          <pc:docMk/>
          <pc:sldMk cId="2828057975" sldId="626"/>
        </pc:sldMkLst>
        <pc:spChg chg="mod">
          <ac:chgData name="SUMA K G" userId="c26ce1b90fa457b4" providerId="LiveId" clId="{DC4C0661-57E9-4B11-9704-F1D72310967A}" dt="2024-02-29T05:21:45.670" v="588" actId="14100"/>
          <ac:spMkLst>
            <pc:docMk/>
            <pc:sldMk cId="2828057975" sldId="626"/>
            <ac:spMk id="2" creationId="{BE316D2F-48B9-760F-6C38-B7556C4333BF}"/>
          </ac:spMkLst>
        </pc:spChg>
        <pc:spChg chg="mod">
          <ac:chgData name="SUMA K G" userId="c26ce1b90fa457b4" providerId="LiveId" clId="{DC4C0661-57E9-4B11-9704-F1D72310967A}" dt="2024-02-29T06:25:57.827" v="675" actId="13926"/>
          <ac:spMkLst>
            <pc:docMk/>
            <pc:sldMk cId="2828057975" sldId="626"/>
            <ac:spMk id="3" creationId="{2B7E96DB-62AA-29CC-45D9-D1E038FA7243}"/>
          </ac:spMkLst>
        </pc:spChg>
        <pc:picChg chg="add mod">
          <ac:chgData name="SUMA K G" userId="c26ce1b90fa457b4" providerId="LiveId" clId="{DC4C0661-57E9-4B11-9704-F1D72310967A}" dt="2024-02-29T05:21:13.025" v="575" actId="1076"/>
          <ac:picMkLst>
            <pc:docMk/>
            <pc:sldMk cId="2828057975" sldId="626"/>
            <ac:picMk id="5" creationId="{4266B03A-87C9-9719-213D-17440F576F48}"/>
          </ac:picMkLst>
        </pc:picChg>
      </pc:sldChg>
      <pc:sldChg chg="addSp delSp modSp new del mod">
        <pc:chgData name="SUMA K G" userId="c26ce1b90fa457b4" providerId="LiveId" clId="{DC4C0661-57E9-4B11-9704-F1D72310967A}" dt="2024-02-29T05:21:47.529" v="589" actId="47"/>
        <pc:sldMkLst>
          <pc:docMk/>
          <pc:sldMk cId="332570037" sldId="627"/>
        </pc:sldMkLst>
        <pc:picChg chg="add del mod">
          <ac:chgData name="SUMA K G" userId="c26ce1b90fa457b4" providerId="LiveId" clId="{DC4C0661-57E9-4B11-9704-F1D72310967A}" dt="2024-02-29T05:20:50.932" v="565" actId="21"/>
          <ac:picMkLst>
            <pc:docMk/>
            <pc:sldMk cId="332570037" sldId="627"/>
            <ac:picMk id="5" creationId="{4266B03A-87C9-9719-213D-17440F576F48}"/>
          </ac:picMkLst>
        </pc:picChg>
      </pc:sldChg>
      <pc:sldChg chg="modSp add mod">
        <pc:chgData name="SUMA K G" userId="c26ce1b90fa457b4" providerId="LiveId" clId="{DC4C0661-57E9-4B11-9704-F1D72310967A}" dt="2024-02-29T05:29:01.197" v="674" actId="13926"/>
        <pc:sldMkLst>
          <pc:docMk/>
          <pc:sldMk cId="1869870619" sldId="627"/>
        </pc:sldMkLst>
        <pc:spChg chg="mod">
          <ac:chgData name="SUMA K G" userId="c26ce1b90fa457b4" providerId="LiveId" clId="{DC4C0661-57E9-4B11-9704-F1D72310967A}" dt="2024-02-29T05:29:01.197" v="674" actId="13926"/>
          <ac:spMkLst>
            <pc:docMk/>
            <pc:sldMk cId="1869870619" sldId="627"/>
            <ac:spMk id="3" creationId="{81F9C651-F912-23DA-DE3F-6B9A8E2A2DC4}"/>
          </ac:spMkLst>
        </pc:spChg>
      </pc:sldChg>
      <pc:sldChg chg="new del">
        <pc:chgData name="SUMA K G" userId="c26ce1b90fa457b4" providerId="LiveId" clId="{DC4C0661-57E9-4B11-9704-F1D72310967A}" dt="2024-02-29T05:21:48.199" v="590" actId="47"/>
        <pc:sldMkLst>
          <pc:docMk/>
          <pc:sldMk cId="1114723937" sldId="628"/>
        </pc:sldMkLst>
      </pc:sldChg>
      <pc:sldChg chg="modSp add mod">
        <pc:chgData name="SUMA K G" userId="c26ce1b90fa457b4" providerId="LiveId" clId="{DC4C0661-57E9-4B11-9704-F1D72310967A}" dt="2024-02-29T05:27:04.440" v="640" actId="20577"/>
        <pc:sldMkLst>
          <pc:docMk/>
          <pc:sldMk cId="3158344619" sldId="628"/>
        </pc:sldMkLst>
        <pc:spChg chg="mod">
          <ac:chgData name="SUMA K G" userId="c26ce1b90fa457b4" providerId="LiveId" clId="{DC4C0661-57E9-4B11-9704-F1D72310967A}" dt="2024-02-29T05:27:04.440" v="640" actId="20577"/>
          <ac:spMkLst>
            <pc:docMk/>
            <pc:sldMk cId="3158344619" sldId="628"/>
            <ac:spMk id="3" creationId="{2658026D-A83F-A2B4-3A77-6CEB5F8DB38C}"/>
          </ac:spMkLst>
        </pc:spChg>
      </pc:sldChg>
      <pc:sldChg chg="del">
        <pc:chgData name="SUMA K G" userId="c26ce1b90fa457b4" providerId="LiveId" clId="{DC4C0661-57E9-4B11-9704-F1D72310967A}" dt="2024-03-05T00:04:58.371" v="676" actId="2696"/>
        <pc:sldMkLst>
          <pc:docMk/>
          <pc:sldMk cId="3256527240" sldId="629"/>
        </pc:sldMkLst>
      </pc:sldChg>
      <pc:sldChg chg="del">
        <pc:chgData name="SUMA K G" userId="c26ce1b90fa457b4" providerId="LiveId" clId="{DC4C0661-57E9-4B11-9704-F1D72310967A}" dt="2024-03-05T00:04:58.371" v="676" actId="2696"/>
        <pc:sldMkLst>
          <pc:docMk/>
          <pc:sldMk cId="4064046969" sldId="630"/>
        </pc:sldMkLst>
      </pc:sldChg>
      <pc:sldChg chg="del">
        <pc:chgData name="SUMA K G" userId="c26ce1b90fa457b4" providerId="LiveId" clId="{DC4C0661-57E9-4B11-9704-F1D72310967A}" dt="2024-03-05T00:04:58.371" v="676" actId="2696"/>
        <pc:sldMkLst>
          <pc:docMk/>
          <pc:sldMk cId="1977606456" sldId="631"/>
        </pc:sldMkLst>
      </pc:sldChg>
      <pc:sldChg chg="del">
        <pc:chgData name="SUMA K G" userId="c26ce1b90fa457b4" providerId="LiveId" clId="{DC4C0661-57E9-4B11-9704-F1D72310967A}" dt="2024-03-05T00:04:58.371" v="676" actId="2696"/>
        <pc:sldMkLst>
          <pc:docMk/>
          <pc:sldMk cId="1452337874" sldId="632"/>
        </pc:sldMkLst>
      </pc:sldChg>
      <pc:sldChg chg="del">
        <pc:chgData name="SUMA K G" userId="c26ce1b90fa457b4" providerId="LiveId" clId="{DC4C0661-57E9-4B11-9704-F1D72310967A}" dt="2024-03-05T00:05:09.291" v="677" actId="47"/>
        <pc:sldMkLst>
          <pc:docMk/>
          <pc:sldMk cId="1516780592" sldId="633"/>
        </pc:sldMkLst>
      </pc:sldChg>
    </pc:docChg>
  </pc:docChgLst>
  <pc:docChgLst>
    <pc:chgData name="SUMA K G" userId="c26ce1b90fa457b4" providerId="LiveId" clId="{F45D26DE-3639-43ED-95EF-97A01FFF84BC}"/>
    <pc:docChg chg="modSld">
      <pc:chgData name="SUMA K G" userId="c26ce1b90fa457b4" providerId="LiveId" clId="{F45D26DE-3639-43ED-95EF-97A01FFF84BC}" dt="2024-04-25T18:55:05.779" v="8" actId="13926"/>
      <pc:docMkLst>
        <pc:docMk/>
      </pc:docMkLst>
      <pc:sldChg chg="modSp mod">
        <pc:chgData name="SUMA K G" userId="c26ce1b90fa457b4" providerId="LiveId" clId="{F45D26DE-3639-43ED-95EF-97A01FFF84BC}" dt="2024-04-25T18:55:05.779" v="8" actId="13926"/>
        <pc:sldMkLst>
          <pc:docMk/>
          <pc:sldMk cId="2140396993" sldId="632"/>
        </pc:sldMkLst>
        <pc:spChg chg="mod">
          <ac:chgData name="SUMA K G" userId="c26ce1b90fa457b4" providerId="LiveId" clId="{F45D26DE-3639-43ED-95EF-97A01FFF84BC}" dt="2024-04-25T18:55:05.779" v="8" actId="13926"/>
          <ac:spMkLst>
            <pc:docMk/>
            <pc:sldMk cId="2140396993" sldId="632"/>
            <ac:spMk id="3" creationId="{7E3B465C-D001-FD38-A2B4-820946B1BCE2}"/>
          </ac:spMkLst>
        </pc:spChg>
      </pc:sldChg>
    </pc:docChg>
  </pc:docChgLst>
  <pc:docChgLst>
    <pc:chgData name="SUMA K G" userId="c26ce1b90fa457b4" providerId="LiveId" clId="{AEFB462C-EAB6-41E0-8A03-029EFB46DA37}"/>
    <pc:docChg chg="undo custSel addSld delSld modSld">
      <pc:chgData name="SUMA K G" userId="c26ce1b90fa457b4" providerId="LiveId" clId="{AEFB462C-EAB6-41E0-8A03-029EFB46DA37}" dt="2024-02-19T23:49:19.765" v="156"/>
      <pc:docMkLst>
        <pc:docMk/>
      </pc:docMkLst>
      <pc:sldChg chg="modSp add del mod">
        <pc:chgData name="SUMA K G" userId="c26ce1b90fa457b4" providerId="LiveId" clId="{AEFB462C-EAB6-41E0-8A03-029EFB46DA37}" dt="2024-02-19T21:54:30.064" v="17" actId="13926"/>
        <pc:sldMkLst>
          <pc:docMk/>
          <pc:sldMk cId="2490700207" sldId="258"/>
        </pc:sldMkLst>
        <pc:spChg chg="mod">
          <ac:chgData name="SUMA K G" userId="c26ce1b90fa457b4" providerId="LiveId" clId="{AEFB462C-EAB6-41E0-8A03-029EFB46DA37}" dt="2024-02-19T21:54:30.064" v="17" actId="13926"/>
          <ac:spMkLst>
            <pc:docMk/>
            <pc:sldMk cId="2490700207" sldId="258"/>
            <ac:spMk id="3" creationId="{ACEFEE70-766E-082E-93D6-2985CA4B76CE}"/>
          </ac:spMkLst>
        </pc:spChg>
      </pc:sldChg>
      <pc:sldChg chg="modSp mod">
        <pc:chgData name="SUMA K G" userId="c26ce1b90fa457b4" providerId="LiveId" clId="{AEFB462C-EAB6-41E0-8A03-029EFB46DA37}" dt="2024-02-19T21:54:42.960" v="81" actId="6549"/>
        <pc:sldMkLst>
          <pc:docMk/>
          <pc:sldMk cId="2773029733" sldId="585"/>
        </pc:sldMkLst>
        <pc:spChg chg="mod">
          <ac:chgData name="SUMA K G" userId="c26ce1b90fa457b4" providerId="LiveId" clId="{AEFB462C-EAB6-41E0-8A03-029EFB46DA37}" dt="2024-02-19T21:54:42.960" v="81" actId="6549"/>
          <ac:spMkLst>
            <pc:docMk/>
            <pc:sldMk cId="2773029733" sldId="585"/>
            <ac:spMk id="3" creationId="{FD6B1D31-C4E7-8A73-DE3F-694072EBD1FA}"/>
          </ac:spMkLst>
        </pc:spChg>
      </pc:sldChg>
      <pc:sldChg chg="modSp new mod">
        <pc:chgData name="SUMA K G" userId="c26ce1b90fa457b4" providerId="LiveId" clId="{AEFB462C-EAB6-41E0-8A03-029EFB46DA37}" dt="2024-02-19T22:28:15.831" v="83"/>
        <pc:sldMkLst>
          <pc:docMk/>
          <pc:sldMk cId="3159541835" sldId="586"/>
        </pc:sldMkLst>
        <pc:spChg chg="mod">
          <ac:chgData name="SUMA K G" userId="c26ce1b90fa457b4" providerId="LiveId" clId="{AEFB462C-EAB6-41E0-8A03-029EFB46DA37}" dt="2024-02-19T22:28:15.831" v="83"/>
          <ac:spMkLst>
            <pc:docMk/>
            <pc:sldMk cId="3159541835" sldId="586"/>
            <ac:spMk id="3" creationId="{F98C3217-5BF2-26F0-863C-0E11CDA4FB98}"/>
          </ac:spMkLst>
        </pc:spChg>
      </pc:sldChg>
      <pc:sldChg chg="modSp new mod">
        <pc:chgData name="SUMA K G" userId="c26ce1b90fa457b4" providerId="LiveId" clId="{AEFB462C-EAB6-41E0-8A03-029EFB46DA37}" dt="2024-02-19T23:39:34.150" v="86"/>
        <pc:sldMkLst>
          <pc:docMk/>
          <pc:sldMk cId="4248383774" sldId="587"/>
        </pc:sldMkLst>
        <pc:spChg chg="mod">
          <ac:chgData name="SUMA K G" userId="c26ce1b90fa457b4" providerId="LiveId" clId="{AEFB462C-EAB6-41E0-8A03-029EFB46DA37}" dt="2024-02-19T23:39:28.680" v="85"/>
          <ac:spMkLst>
            <pc:docMk/>
            <pc:sldMk cId="4248383774" sldId="587"/>
            <ac:spMk id="2" creationId="{592FD3D0-730B-0BB7-52CF-084E49D6BF88}"/>
          </ac:spMkLst>
        </pc:spChg>
        <pc:spChg chg="mod">
          <ac:chgData name="SUMA K G" userId="c26ce1b90fa457b4" providerId="LiveId" clId="{AEFB462C-EAB6-41E0-8A03-029EFB46DA37}" dt="2024-02-19T23:39:34.150" v="86"/>
          <ac:spMkLst>
            <pc:docMk/>
            <pc:sldMk cId="4248383774" sldId="587"/>
            <ac:spMk id="3" creationId="{FFA16F68-2E4A-28E9-83C4-69FC2108B755}"/>
          </ac:spMkLst>
        </pc:spChg>
      </pc:sldChg>
      <pc:sldChg chg="addSp modSp new mod">
        <pc:chgData name="SUMA K G" userId="c26ce1b90fa457b4" providerId="LiveId" clId="{AEFB462C-EAB6-41E0-8A03-029EFB46DA37}" dt="2024-02-19T23:40:18.280" v="90" actId="1076"/>
        <pc:sldMkLst>
          <pc:docMk/>
          <pc:sldMk cId="1385666533" sldId="588"/>
        </pc:sldMkLst>
        <pc:spChg chg="mod">
          <ac:chgData name="SUMA K G" userId="c26ce1b90fa457b4" providerId="LiveId" clId="{AEFB462C-EAB6-41E0-8A03-029EFB46DA37}" dt="2024-02-19T23:39:58.667" v="88"/>
          <ac:spMkLst>
            <pc:docMk/>
            <pc:sldMk cId="1385666533" sldId="588"/>
            <ac:spMk id="3" creationId="{68565180-B8C7-AE0F-55EC-D6640F3F8106}"/>
          </ac:spMkLst>
        </pc:spChg>
        <pc:picChg chg="add mod">
          <ac:chgData name="SUMA K G" userId="c26ce1b90fa457b4" providerId="LiveId" clId="{AEFB462C-EAB6-41E0-8A03-029EFB46DA37}" dt="2024-02-19T23:40:18.280" v="90" actId="1076"/>
          <ac:picMkLst>
            <pc:docMk/>
            <pc:sldMk cId="1385666533" sldId="588"/>
            <ac:picMk id="5" creationId="{3A54B05F-1368-21E2-0617-BC1ED8267135}"/>
          </ac:picMkLst>
        </pc:picChg>
      </pc:sldChg>
      <pc:sldChg chg="modSp new mod">
        <pc:chgData name="SUMA K G" userId="c26ce1b90fa457b4" providerId="LiveId" clId="{AEFB462C-EAB6-41E0-8A03-029EFB46DA37}" dt="2024-02-19T23:40:32.568" v="92"/>
        <pc:sldMkLst>
          <pc:docMk/>
          <pc:sldMk cId="349020365" sldId="589"/>
        </pc:sldMkLst>
        <pc:spChg chg="mod">
          <ac:chgData name="SUMA K G" userId="c26ce1b90fa457b4" providerId="LiveId" clId="{AEFB462C-EAB6-41E0-8A03-029EFB46DA37}" dt="2024-02-19T23:40:32.568" v="92"/>
          <ac:spMkLst>
            <pc:docMk/>
            <pc:sldMk cId="349020365" sldId="589"/>
            <ac:spMk id="3" creationId="{06225627-28C8-5CCA-35B2-BEA2DCF49889}"/>
          </ac:spMkLst>
        </pc:spChg>
      </pc:sldChg>
      <pc:sldChg chg="addSp modSp new mod">
        <pc:chgData name="SUMA K G" userId="c26ce1b90fa457b4" providerId="LiveId" clId="{AEFB462C-EAB6-41E0-8A03-029EFB46DA37}" dt="2024-02-19T23:41:36.612" v="102" actId="732"/>
        <pc:sldMkLst>
          <pc:docMk/>
          <pc:sldMk cId="3695466333" sldId="590"/>
        </pc:sldMkLst>
        <pc:spChg chg="mod">
          <ac:chgData name="SUMA K G" userId="c26ce1b90fa457b4" providerId="LiveId" clId="{AEFB462C-EAB6-41E0-8A03-029EFB46DA37}" dt="2024-02-19T23:40:43.811" v="94"/>
          <ac:spMkLst>
            <pc:docMk/>
            <pc:sldMk cId="3695466333" sldId="590"/>
            <ac:spMk id="2" creationId="{0F65D6EB-B0A6-1096-CF5F-74EF06461FFC}"/>
          </ac:spMkLst>
        </pc:spChg>
        <pc:spChg chg="mod">
          <ac:chgData name="SUMA K G" userId="c26ce1b90fa457b4" providerId="LiveId" clId="{AEFB462C-EAB6-41E0-8A03-029EFB46DA37}" dt="2024-02-19T23:41:06.303" v="98"/>
          <ac:spMkLst>
            <pc:docMk/>
            <pc:sldMk cId="3695466333" sldId="590"/>
            <ac:spMk id="3" creationId="{CE606DB4-9C93-4890-ADAF-4415F1272A31}"/>
          </ac:spMkLst>
        </pc:spChg>
        <pc:spChg chg="add">
          <ac:chgData name="SUMA K G" userId="c26ce1b90fa457b4" providerId="LiveId" clId="{AEFB462C-EAB6-41E0-8A03-029EFB46DA37}" dt="2024-02-19T23:41:14.634" v="99"/>
          <ac:spMkLst>
            <pc:docMk/>
            <pc:sldMk cId="3695466333" sldId="590"/>
            <ac:spMk id="4" creationId="{C1431827-9474-006F-3838-A83A11F3258D}"/>
          </ac:spMkLst>
        </pc:spChg>
        <pc:picChg chg="add mod modCrop">
          <ac:chgData name="SUMA K G" userId="c26ce1b90fa457b4" providerId="LiveId" clId="{AEFB462C-EAB6-41E0-8A03-029EFB46DA37}" dt="2024-02-19T23:41:36.612" v="102" actId="732"/>
          <ac:picMkLst>
            <pc:docMk/>
            <pc:sldMk cId="3695466333" sldId="590"/>
            <ac:picMk id="6" creationId="{2CF576CD-1A63-C6ED-825B-8FFAF973996C}"/>
          </ac:picMkLst>
        </pc:picChg>
      </pc:sldChg>
      <pc:sldChg chg="modSp new mod">
        <pc:chgData name="SUMA K G" userId="c26ce1b90fa457b4" providerId="LiveId" clId="{AEFB462C-EAB6-41E0-8A03-029EFB46DA37}" dt="2024-02-19T23:41:51.933" v="104"/>
        <pc:sldMkLst>
          <pc:docMk/>
          <pc:sldMk cId="4151814252" sldId="591"/>
        </pc:sldMkLst>
        <pc:spChg chg="mod">
          <ac:chgData name="SUMA K G" userId="c26ce1b90fa457b4" providerId="LiveId" clId="{AEFB462C-EAB6-41E0-8A03-029EFB46DA37}" dt="2024-02-19T23:41:51.933" v="104"/>
          <ac:spMkLst>
            <pc:docMk/>
            <pc:sldMk cId="4151814252" sldId="591"/>
            <ac:spMk id="3" creationId="{8868A012-43DA-9625-80B5-CE03453A17D0}"/>
          </ac:spMkLst>
        </pc:spChg>
      </pc:sldChg>
      <pc:sldChg chg="addSp modSp new mod">
        <pc:chgData name="SUMA K G" userId="c26ce1b90fa457b4" providerId="LiveId" clId="{AEFB462C-EAB6-41E0-8A03-029EFB46DA37}" dt="2024-02-19T23:43:52.863" v="109" actId="1076"/>
        <pc:sldMkLst>
          <pc:docMk/>
          <pc:sldMk cId="447756259" sldId="592"/>
        </pc:sldMkLst>
        <pc:spChg chg="mod">
          <ac:chgData name="SUMA K G" userId="c26ce1b90fa457b4" providerId="LiveId" clId="{AEFB462C-EAB6-41E0-8A03-029EFB46DA37}" dt="2024-02-19T23:43:20.547" v="106"/>
          <ac:spMkLst>
            <pc:docMk/>
            <pc:sldMk cId="447756259" sldId="592"/>
            <ac:spMk id="2" creationId="{787B0260-3909-4BE9-2438-863828967243}"/>
          </ac:spMkLst>
        </pc:spChg>
        <pc:spChg chg="mod">
          <ac:chgData name="SUMA K G" userId="c26ce1b90fa457b4" providerId="LiveId" clId="{AEFB462C-EAB6-41E0-8A03-029EFB46DA37}" dt="2024-02-19T23:43:38.882" v="107"/>
          <ac:spMkLst>
            <pc:docMk/>
            <pc:sldMk cId="447756259" sldId="592"/>
            <ac:spMk id="3" creationId="{AE4EF61D-D7F1-99FE-DFE2-2B8816618A9C}"/>
          </ac:spMkLst>
        </pc:spChg>
        <pc:picChg chg="add mod">
          <ac:chgData name="SUMA K G" userId="c26ce1b90fa457b4" providerId="LiveId" clId="{AEFB462C-EAB6-41E0-8A03-029EFB46DA37}" dt="2024-02-19T23:43:52.863" v="109" actId="1076"/>
          <ac:picMkLst>
            <pc:docMk/>
            <pc:sldMk cId="447756259" sldId="592"/>
            <ac:picMk id="5" creationId="{4525BB1C-5061-1AA6-69EB-48AFDB98657E}"/>
          </ac:picMkLst>
        </pc:picChg>
      </pc:sldChg>
      <pc:sldChg chg="del">
        <pc:chgData name="SUMA K G" userId="c26ce1b90fa457b4" providerId="LiveId" clId="{AEFB462C-EAB6-41E0-8A03-029EFB46DA37}" dt="2024-02-19T21:54:18.985" v="0" actId="47"/>
        <pc:sldMkLst>
          <pc:docMk/>
          <pc:sldMk cId="696438992" sldId="593"/>
        </pc:sldMkLst>
      </pc:sldChg>
      <pc:sldChg chg="addSp modSp new mod">
        <pc:chgData name="SUMA K G" userId="c26ce1b90fa457b4" providerId="LiveId" clId="{AEFB462C-EAB6-41E0-8A03-029EFB46DA37}" dt="2024-02-19T23:44:14.760" v="113" actId="1076"/>
        <pc:sldMkLst>
          <pc:docMk/>
          <pc:sldMk cId="2663146142" sldId="593"/>
        </pc:sldMkLst>
        <pc:spChg chg="mod">
          <ac:chgData name="SUMA K G" userId="c26ce1b90fa457b4" providerId="LiveId" clId="{AEFB462C-EAB6-41E0-8A03-029EFB46DA37}" dt="2024-02-19T23:44:01.994" v="111"/>
          <ac:spMkLst>
            <pc:docMk/>
            <pc:sldMk cId="2663146142" sldId="593"/>
            <ac:spMk id="3" creationId="{57C59A32-D30A-EB0C-0BC6-88057D7F683E}"/>
          </ac:spMkLst>
        </pc:spChg>
        <pc:picChg chg="add mod">
          <ac:chgData name="SUMA K G" userId="c26ce1b90fa457b4" providerId="LiveId" clId="{AEFB462C-EAB6-41E0-8A03-029EFB46DA37}" dt="2024-02-19T23:44:14.760" v="113" actId="1076"/>
          <ac:picMkLst>
            <pc:docMk/>
            <pc:sldMk cId="2663146142" sldId="593"/>
            <ac:picMk id="5" creationId="{F64CE89B-9867-A6A3-5E9F-E05848214CCF}"/>
          </ac:picMkLst>
        </pc:picChg>
      </pc:sldChg>
      <pc:sldChg chg="modSp new mod">
        <pc:chgData name="SUMA K G" userId="c26ce1b90fa457b4" providerId="LiveId" clId="{AEFB462C-EAB6-41E0-8A03-029EFB46DA37}" dt="2024-02-19T23:44:34.811" v="116" actId="20577"/>
        <pc:sldMkLst>
          <pc:docMk/>
          <pc:sldMk cId="2420575970" sldId="594"/>
        </pc:sldMkLst>
        <pc:spChg chg="mod">
          <ac:chgData name="SUMA K G" userId="c26ce1b90fa457b4" providerId="LiveId" clId="{AEFB462C-EAB6-41E0-8A03-029EFB46DA37}" dt="2024-02-19T23:44:34.811" v="116" actId="20577"/>
          <ac:spMkLst>
            <pc:docMk/>
            <pc:sldMk cId="2420575970" sldId="594"/>
            <ac:spMk id="3" creationId="{E1456276-CE34-BED1-5EC6-3684BC6C1CFE}"/>
          </ac:spMkLst>
        </pc:spChg>
      </pc:sldChg>
      <pc:sldChg chg="del">
        <pc:chgData name="SUMA K G" userId="c26ce1b90fa457b4" providerId="LiveId" clId="{AEFB462C-EAB6-41E0-8A03-029EFB46DA37}" dt="2024-02-19T21:54:19.155" v="1" actId="47"/>
        <pc:sldMkLst>
          <pc:docMk/>
          <pc:sldMk cId="2927117963" sldId="594"/>
        </pc:sldMkLst>
      </pc:sldChg>
      <pc:sldChg chg="del">
        <pc:chgData name="SUMA K G" userId="c26ce1b90fa457b4" providerId="LiveId" clId="{AEFB462C-EAB6-41E0-8A03-029EFB46DA37}" dt="2024-02-19T21:54:19.598" v="4" actId="47"/>
        <pc:sldMkLst>
          <pc:docMk/>
          <pc:sldMk cId="231275377" sldId="595"/>
        </pc:sldMkLst>
      </pc:sldChg>
      <pc:sldChg chg="addSp modSp new mod">
        <pc:chgData name="SUMA K G" userId="c26ce1b90fa457b4" providerId="LiveId" clId="{AEFB462C-EAB6-41E0-8A03-029EFB46DA37}" dt="2024-02-19T23:45:07.340" v="121" actId="1076"/>
        <pc:sldMkLst>
          <pc:docMk/>
          <pc:sldMk cId="3735084650" sldId="595"/>
        </pc:sldMkLst>
        <pc:spChg chg="mod">
          <ac:chgData name="SUMA K G" userId="c26ce1b90fa457b4" providerId="LiveId" clId="{AEFB462C-EAB6-41E0-8A03-029EFB46DA37}" dt="2024-02-19T23:44:42.684" v="118"/>
          <ac:spMkLst>
            <pc:docMk/>
            <pc:sldMk cId="3735084650" sldId="595"/>
            <ac:spMk id="2" creationId="{B4A82FDC-796B-6396-06E7-456828C1BE44}"/>
          </ac:spMkLst>
        </pc:spChg>
        <pc:spChg chg="mod">
          <ac:chgData name="SUMA K G" userId="c26ce1b90fa457b4" providerId="LiveId" clId="{AEFB462C-EAB6-41E0-8A03-029EFB46DA37}" dt="2024-02-19T23:44:52.822" v="119"/>
          <ac:spMkLst>
            <pc:docMk/>
            <pc:sldMk cId="3735084650" sldId="595"/>
            <ac:spMk id="3" creationId="{36B61566-26A7-A813-74B8-40A0B401D8F1}"/>
          </ac:spMkLst>
        </pc:spChg>
        <pc:picChg chg="add mod">
          <ac:chgData name="SUMA K G" userId="c26ce1b90fa457b4" providerId="LiveId" clId="{AEFB462C-EAB6-41E0-8A03-029EFB46DA37}" dt="2024-02-19T23:45:07.340" v="121" actId="1076"/>
          <ac:picMkLst>
            <pc:docMk/>
            <pc:sldMk cId="3735084650" sldId="595"/>
            <ac:picMk id="5" creationId="{7FA245E3-0F4C-068D-52D0-6938D06FFC62}"/>
          </ac:picMkLst>
        </pc:picChg>
      </pc:sldChg>
      <pc:sldChg chg="del">
        <pc:chgData name="SUMA K G" userId="c26ce1b90fa457b4" providerId="LiveId" clId="{AEFB462C-EAB6-41E0-8A03-029EFB46DA37}" dt="2024-02-19T21:54:19.340" v="2" actId="47"/>
        <pc:sldMkLst>
          <pc:docMk/>
          <pc:sldMk cId="725756034" sldId="596"/>
        </pc:sldMkLst>
      </pc:sldChg>
      <pc:sldChg chg="addSp modSp new mod">
        <pc:chgData name="SUMA K G" userId="c26ce1b90fa457b4" providerId="LiveId" clId="{AEFB462C-EAB6-41E0-8A03-029EFB46DA37}" dt="2024-02-19T23:45:43.352" v="126" actId="1076"/>
        <pc:sldMkLst>
          <pc:docMk/>
          <pc:sldMk cId="3699798713" sldId="596"/>
        </pc:sldMkLst>
        <pc:spChg chg="mod">
          <ac:chgData name="SUMA K G" userId="c26ce1b90fa457b4" providerId="LiveId" clId="{AEFB462C-EAB6-41E0-8A03-029EFB46DA37}" dt="2024-02-19T23:45:20.802" v="123"/>
          <ac:spMkLst>
            <pc:docMk/>
            <pc:sldMk cId="3699798713" sldId="596"/>
            <ac:spMk id="3" creationId="{464C42D6-CDA6-EC5A-69D4-07DF801A991F}"/>
          </ac:spMkLst>
        </pc:spChg>
        <pc:picChg chg="add mod">
          <ac:chgData name="SUMA K G" userId="c26ce1b90fa457b4" providerId="LiveId" clId="{AEFB462C-EAB6-41E0-8A03-029EFB46DA37}" dt="2024-02-19T23:45:43.352" v="126" actId="1076"/>
          <ac:picMkLst>
            <pc:docMk/>
            <pc:sldMk cId="3699798713" sldId="596"/>
            <ac:picMk id="5" creationId="{4DB22F36-E640-C00C-CC37-610CE22A70FF}"/>
          </ac:picMkLst>
        </pc:picChg>
      </pc:sldChg>
      <pc:sldChg chg="modSp new mod">
        <pc:chgData name="SUMA K G" userId="c26ce1b90fa457b4" providerId="LiveId" clId="{AEFB462C-EAB6-41E0-8A03-029EFB46DA37}" dt="2024-02-19T23:45:57.087" v="128"/>
        <pc:sldMkLst>
          <pc:docMk/>
          <pc:sldMk cId="2640137442" sldId="597"/>
        </pc:sldMkLst>
        <pc:spChg chg="mod">
          <ac:chgData name="SUMA K G" userId="c26ce1b90fa457b4" providerId="LiveId" clId="{AEFB462C-EAB6-41E0-8A03-029EFB46DA37}" dt="2024-02-19T23:45:57.087" v="128"/>
          <ac:spMkLst>
            <pc:docMk/>
            <pc:sldMk cId="2640137442" sldId="597"/>
            <ac:spMk id="3" creationId="{C4C04AC5-FC48-CFA2-6ED2-0BED7D02EF7E}"/>
          </ac:spMkLst>
        </pc:spChg>
      </pc:sldChg>
      <pc:sldChg chg="del">
        <pc:chgData name="SUMA K G" userId="c26ce1b90fa457b4" providerId="LiveId" clId="{AEFB462C-EAB6-41E0-8A03-029EFB46DA37}" dt="2024-02-19T21:54:19.516" v="3" actId="47"/>
        <pc:sldMkLst>
          <pc:docMk/>
          <pc:sldMk cId="3320839937" sldId="597"/>
        </pc:sldMkLst>
      </pc:sldChg>
      <pc:sldChg chg="del">
        <pc:chgData name="SUMA K G" userId="c26ce1b90fa457b4" providerId="LiveId" clId="{AEFB462C-EAB6-41E0-8A03-029EFB46DA37}" dt="2024-02-19T21:54:20.704" v="9" actId="47"/>
        <pc:sldMkLst>
          <pc:docMk/>
          <pc:sldMk cId="632400608" sldId="598"/>
        </pc:sldMkLst>
      </pc:sldChg>
      <pc:sldChg chg="addSp modSp new mod">
        <pc:chgData name="SUMA K G" userId="c26ce1b90fa457b4" providerId="LiveId" clId="{AEFB462C-EAB6-41E0-8A03-029EFB46DA37}" dt="2024-02-19T23:46:49.068" v="134" actId="14100"/>
        <pc:sldMkLst>
          <pc:docMk/>
          <pc:sldMk cId="3475443129" sldId="598"/>
        </pc:sldMkLst>
        <pc:spChg chg="mod">
          <ac:chgData name="SUMA K G" userId="c26ce1b90fa457b4" providerId="LiveId" clId="{AEFB462C-EAB6-41E0-8A03-029EFB46DA37}" dt="2024-02-19T23:46:49.068" v="134" actId="14100"/>
          <ac:spMkLst>
            <pc:docMk/>
            <pc:sldMk cId="3475443129" sldId="598"/>
            <ac:spMk id="3" creationId="{D6EFE06A-57D9-B03F-A393-15E6BD86B2B2}"/>
          </ac:spMkLst>
        </pc:spChg>
        <pc:picChg chg="add mod">
          <ac:chgData name="SUMA K G" userId="c26ce1b90fa457b4" providerId="LiveId" clId="{AEFB462C-EAB6-41E0-8A03-029EFB46DA37}" dt="2024-02-19T23:46:36.924" v="132" actId="1076"/>
          <ac:picMkLst>
            <pc:docMk/>
            <pc:sldMk cId="3475443129" sldId="598"/>
            <ac:picMk id="5" creationId="{43F57706-0882-6F81-F991-C5F29F6365F1}"/>
          </ac:picMkLst>
        </pc:picChg>
      </pc:sldChg>
      <pc:sldChg chg="addSp modSp new mod">
        <pc:chgData name="SUMA K G" userId="c26ce1b90fa457b4" providerId="LiveId" clId="{AEFB462C-EAB6-41E0-8A03-029EFB46DA37}" dt="2024-02-19T23:47:33.084" v="142" actId="1076"/>
        <pc:sldMkLst>
          <pc:docMk/>
          <pc:sldMk cId="1362834264" sldId="599"/>
        </pc:sldMkLst>
        <pc:spChg chg="mod">
          <ac:chgData name="SUMA K G" userId="c26ce1b90fa457b4" providerId="LiveId" clId="{AEFB462C-EAB6-41E0-8A03-029EFB46DA37}" dt="2024-02-19T23:47:04.184" v="137" actId="27636"/>
          <ac:spMkLst>
            <pc:docMk/>
            <pc:sldMk cId="1362834264" sldId="599"/>
            <ac:spMk id="2" creationId="{1F658406-E336-9885-114C-62DA4DEB8FE3}"/>
          </ac:spMkLst>
        </pc:spChg>
        <pc:spChg chg="mod">
          <ac:chgData name="SUMA K G" userId="c26ce1b90fa457b4" providerId="LiveId" clId="{AEFB462C-EAB6-41E0-8A03-029EFB46DA37}" dt="2024-02-19T23:47:10.586" v="138"/>
          <ac:spMkLst>
            <pc:docMk/>
            <pc:sldMk cId="1362834264" sldId="599"/>
            <ac:spMk id="3" creationId="{8D189763-4272-79C4-7FA6-ECA4E269818A}"/>
          </ac:spMkLst>
        </pc:spChg>
        <pc:picChg chg="add mod">
          <ac:chgData name="SUMA K G" userId="c26ce1b90fa457b4" providerId="LiveId" clId="{AEFB462C-EAB6-41E0-8A03-029EFB46DA37}" dt="2024-02-19T23:47:33.084" v="142" actId="1076"/>
          <ac:picMkLst>
            <pc:docMk/>
            <pc:sldMk cId="1362834264" sldId="599"/>
            <ac:picMk id="5" creationId="{26C6CA53-E8F9-7DDE-CED7-46966FB9FCF7}"/>
          </ac:picMkLst>
        </pc:picChg>
      </pc:sldChg>
      <pc:sldChg chg="del">
        <pc:chgData name="SUMA K G" userId="c26ce1b90fa457b4" providerId="LiveId" clId="{AEFB462C-EAB6-41E0-8A03-029EFB46DA37}" dt="2024-02-19T21:54:20.379" v="8" actId="47"/>
        <pc:sldMkLst>
          <pc:docMk/>
          <pc:sldMk cId="2356889741" sldId="599"/>
        </pc:sldMkLst>
      </pc:sldChg>
      <pc:sldChg chg="addSp modSp new mod">
        <pc:chgData name="SUMA K G" userId="c26ce1b90fa457b4" providerId="LiveId" clId="{AEFB462C-EAB6-41E0-8A03-029EFB46DA37}" dt="2024-02-19T23:47:58.358" v="146" actId="1076"/>
        <pc:sldMkLst>
          <pc:docMk/>
          <pc:sldMk cId="2310833846" sldId="600"/>
        </pc:sldMkLst>
        <pc:spChg chg="mod">
          <ac:chgData name="SUMA K G" userId="c26ce1b90fa457b4" providerId="LiveId" clId="{AEFB462C-EAB6-41E0-8A03-029EFB46DA37}" dt="2024-02-19T23:47:45.037" v="144"/>
          <ac:spMkLst>
            <pc:docMk/>
            <pc:sldMk cId="2310833846" sldId="600"/>
            <ac:spMk id="3" creationId="{1A010CC9-EBDB-E7FB-147D-BAB1AA1309D3}"/>
          </ac:spMkLst>
        </pc:spChg>
        <pc:picChg chg="add mod">
          <ac:chgData name="SUMA K G" userId="c26ce1b90fa457b4" providerId="LiveId" clId="{AEFB462C-EAB6-41E0-8A03-029EFB46DA37}" dt="2024-02-19T23:47:58.358" v="146" actId="1076"/>
          <ac:picMkLst>
            <pc:docMk/>
            <pc:sldMk cId="2310833846" sldId="600"/>
            <ac:picMk id="5" creationId="{E7823464-7936-8289-75BB-4E3A47530611}"/>
          </ac:picMkLst>
        </pc:picChg>
      </pc:sldChg>
      <pc:sldChg chg="modSp new mod">
        <pc:chgData name="SUMA K G" userId="c26ce1b90fa457b4" providerId="LiveId" clId="{AEFB462C-EAB6-41E0-8A03-029EFB46DA37}" dt="2024-02-19T23:48:10.932" v="148"/>
        <pc:sldMkLst>
          <pc:docMk/>
          <pc:sldMk cId="3092059893" sldId="601"/>
        </pc:sldMkLst>
        <pc:spChg chg="mod">
          <ac:chgData name="SUMA K G" userId="c26ce1b90fa457b4" providerId="LiveId" clId="{AEFB462C-EAB6-41E0-8A03-029EFB46DA37}" dt="2024-02-19T23:48:10.932" v="148"/>
          <ac:spMkLst>
            <pc:docMk/>
            <pc:sldMk cId="3092059893" sldId="601"/>
            <ac:spMk id="3" creationId="{AB37F237-A98F-36C7-E1A2-F3DBFD352F6B}"/>
          </ac:spMkLst>
        </pc:spChg>
      </pc:sldChg>
      <pc:sldChg chg="del">
        <pc:chgData name="SUMA K G" userId="c26ce1b90fa457b4" providerId="LiveId" clId="{AEFB462C-EAB6-41E0-8A03-029EFB46DA37}" dt="2024-02-19T21:54:20.943" v="10" actId="47"/>
        <pc:sldMkLst>
          <pc:docMk/>
          <pc:sldMk cId="3846129185" sldId="601"/>
        </pc:sldMkLst>
      </pc:sldChg>
      <pc:sldChg chg="addSp modSp new mod">
        <pc:chgData name="SUMA K G" userId="c26ce1b90fa457b4" providerId="LiveId" clId="{AEFB462C-EAB6-41E0-8A03-029EFB46DA37}" dt="2024-02-19T23:48:38.997" v="152" actId="732"/>
        <pc:sldMkLst>
          <pc:docMk/>
          <pc:sldMk cId="1864293295" sldId="602"/>
        </pc:sldMkLst>
        <pc:picChg chg="add mod modCrop">
          <ac:chgData name="SUMA K G" userId="c26ce1b90fa457b4" providerId="LiveId" clId="{AEFB462C-EAB6-41E0-8A03-029EFB46DA37}" dt="2024-02-19T23:48:38.997" v="152" actId="732"/>
          <ac:picMkLst>
            <pc:docMk/>
            <pc:sldMk cId="1864293295" sldId="602"/>
            <ac:picMk id="5" creationId="{C53D4861-0B25-3234-F08D-59D27E66ECEB}"/>
          </ac:picMkLst>
        </pc:picChg>
      </pc:sldChg>
      <pc:sldChg chg="del">
        <pc:chgData name="SUMA K G" userId="c26ce1b90fa457b4" providerId="LiveId" clId="{AEFB462C-EAB6-41E0-8A03-029EFB46DA37}" dt="2024-02-19T21:54:21.131" v="11" actId="47"/>
        <pc:sldMkLst>
          <pc:docMk/>
          <pc:sldMk cId="2465350823" sldId="602"/>
        </pc:sldMkLst>
      </pc:sldChg>
      <pc:sldChg chg="del">
        <pc:chgData name="SUMA K G" userId="c26ce1b90fa457b4" providerId="LiveId" clId="{AEFB462C-EAB6-41E0-8A03-029EFB46DA37}" dt="2024-02-19T21:54:19.795" v="5" actId="47"/>
        <pc:sldMkLst>
          <pc:docMk/>
          <pc:sldMk cId="160196092" sldId="603"/>
        </pc:sldMkLst>
      </pc:sldChg>
      <pc:sldChg chg="modSp new mod">
        <pc:chgData name="SUMA K G" userId="c26ce1b90fa457b4" providerId="LiveId" clId="{AEFB462C-EAB6-41E0-8A03-029EFB46DA37}" dt="2024-02-19T23:48:56.332" v="154"/>
        <pc:sldMkLst>
          <pc:docMk/>
          <pc:sldMk cId="2931233677" sldId="603"/>
        </pc:sldMkLst>
        <pc:spChg chg="mod">
          <ac:chgData name="SUMA K G" userId="c26ce1b90fa457b4" providerId="LiveId" clId="{AEFB462C-EAB6-41E0-8A03-029EFB46DA37}" dt="2024-02-19T23:48:56.332" v="154"/>
          <ac:spMkLst>
            <pc:docMk/>
            <pc:sldMk cId="2931233677" sldId="603"/>
            <ac:spMk id="3" creationId="{DFA9283D-98C7-1F55-A829-5671EBB9E3AB}"/>
          </ac:spMkLst>
        </pc:spChg>
      </pc:sldChg>
      <pc:sldChg chg="del">
        <pc:chgData name="SUMA K G" userId="c26ce1b90fa457b4" providerId="LiveId" clId="{AEFB462C-EAB6-41E0-8A03-029EFB46DA37}" dt="2024-02-19T21:54:19.973" v="6" actId="47"/>
        <pc:sldMkLst>
          <pc:docMk/>
          <pc:sldMk cId="1308951125" sldId="604"/>
        </pc:sldMkLst>
      </pc:sldChg>
      <pc:sldChg chg="modSp new mod">
        <pc:chgData name="SUMA K G" userId="c26ce1b90fa457b4" providerId="LiveId" clId="{AEFB462C-EAB6-41E0-8A03-029EFB46DA37}" dt="2024-02-19T23:49:19.765" v="156"/>
        <pc:sldMkLst>
          <pc:docMk/>
          <pc:sldMk cId="1458193985" sldId="604"/>
        </pc:sldMkLst>
        <pc:spChg chg="mod">
          <ac:chgData name="SUMA K G" userId="c26ce1b90fa457b4" providerId="LiveId" clId="{AEFB462C-EAB6-41E0-8A03-029EFB46DA37}" dt="2024-02-19T23:49:19.765" v="156"/>
          <ac:spMkLst>
            <pc:docMk/>
            <pc:sldMk cId="1458193985" sldId="604"/>
            <ac:spMk id="3" creationId="{13ADCB3F-CE53-00A3-D301-3A000A2389C7}"/>
          </ac:spMkLst>
        </pc:spChg>
      </pc:sldChg>
      <pc:sldChg chg="del">
        <pc:chgData name="SUMA K G" userId="c26ce1b90fa457b4" providerId="LiveId" clId="{AEFB462C-EAB6-41E0-8A03-029EFB46DA37}" dt="2024-02-19T21:54:20.187" v="7" actId="47"/>
        <pc:sldMkLst>
          <pc:docMk/>
          <pc:sldMk cId="2517161550" sldId="605"/>
        </pc:sldMkLst>
      </pc:sldChg>
      <pc:sldChg chg="del">
        <pc:chgData name="SUMA K G" userId="c26ce1b90fa457b4" providerId="LiveId" clId="{AEFB462C-EAB6-41E0-8A03-029EFB46DA37}" dt="2024-02-19T21:54:21.337" v="12" actId="47"/>
        <pc:sldMkLst>
          <pc:docMk/>
          <pc:sldMk cId="3770136847" sldId="606"/>
        </pc:sldMkLst>
      </pc:sldChg>
      <pc:sldChg chg="del">
        <pc:chgData name="SUMA K G" userId="c26ce1b90fa457b4" providerId="LiveId" clId="{AEFB462C-EAB6-41E0-8A03-029EFB46DA37}" dt="2024-02-19T21:54:21.496" v="13" actId="47"/>
        <pc:sldMkLst>
          <pc:docMk/>
          <pc:sldMk cId="3099718690" sldId="607"/>
        </pc:sldMkLst>
      </pc:sldChg>
    </pc:docChg>
  </pc:docChgLst>
  <pc:docChgLst>
    <pc:chgData name="SUMA K G" userId="c26ce1b90fa457b4" providerId="LiveId" clId="{439FBD2F-7D1D-4E1B-A0BE-1D42D0C898B7}"/>
    <pc:docChg chg="delSld modSld">
      <pc:chgData name="SUMA K G" userId="c26ce1b90fa457b4" providerId="LiveId" clId="{439FBD2F-7D1D-4E1B-A0BE-1D42D0C898B7}" dt="2024-04-25T18:57:19.920" v="28"/>
      <pc:docMkLst>
        <pc:docMk/>
      </pc:docMkLst>
      <pc:sldChg chg="modSp mod">
        <pc:chgData name="SUMA K G" userId="c26ce1b90fa457b4" providerId="LiveId" clId="{439FBD2F-7D1D-4E1B-A0BE-1D42D0C898B7}" dt="2024-04-25T18:56:56.987" v="0" actId="13926"/>
        <pc:sldMkLst>
          <pc:docMk/>
          <pc:sldMk cId="1376155376" sldId="262"/>
        </pc:sldMkLst>
        <pc:spChg chg="mod">
          <ac:chgData name="SUMA K G" userId="c26ce1b90fa457b4" providerId="LiveId" clId="{439FBD2F-7D1D-4E1B-A0BE-1D42D0C898B7}" dt="2024-04-25T18:56:56.987" v="0" actId="13926"/>
          <ac:spMkLst>
            <pc:docMk/>
            <pc:sldMk cId="1376155376" sldId="262"/>
            <ac:spMk id="3" creationId="{7D4E399C-0F79-D05C-02E6-4842741B3DD4}"/>
          </ac:spMkLst>
        </pc:spChg>
      </pc:sldChg>
      <pc:sldChg chg="modSp mod">
        <pc:chgData name="SUMA K G" userId="c26ce1b90fa457b4" providerId="LiveId" clId="{439FBD2F-7D1D-4E1B-A0BE-1D42D0C898B7}" dt="2024-04-25T18:57:19.920" v="28"/>
        <pc:sldMkLst>
          <pc:docMk/>
          <pc:sldMk cId="2773029733" sldId="585"/>
        </pc:sldMkLst>
        <pc:spChg chg="mod">
          <ac:chgData name="SUMA K G" userId="c26ce1b90fa457b4" providerId="LiveId" clId="{439FBD2F-7D1D-4E1B-A0BE-1D42D0C898B7}" dt="2024-04-25T18:57:19.920" v="28"/>
          <ac:spMkLst>
            <pc:docMk/>
            <pc:sldMk cId="2773029733" sldId="585"/>
            <ac:spMk id="3" creationId="{FD6B1D31-C4E7-8A73-DE3F-694072EBD1FA}"/>
          </ac:spMkLst>
        </pc:spChg>
      </pc:sldChg>
      <pc:sldChg chg="del">
        <pc:chgData name="SUMA K G" userId="c26ce1b90fa457b4" providerId="LiveId" clId="{439FBD2F-7D1D-4E1B-A0BE-1D42D0C898B7}" dt="2024-04-25T18:56:59.522" v="1" actId="47"/>
        <pc:sldMkLst>
          <pc:docMk/>
          <pc:sldMk cId="3510979788" sldId="630"/>
        </pc:sldMkLst>
      </pc:sldChg>
      <pc:sldChg chg="del">
        <pc:chgData name="SUMA K G" userId="c26ce1b90fa457b4" providerId="LiveId" clId="{439FBD2F-7D1D-4E1B-A0BE-1D42D0C898B7}" dt="2024-04-25T18:57:07.181" v="22" actId="47"/>
        <pc:sldMkLst>
          <pc:docMk/>
          <pc:sldMk cId="2115586567" sldId="631"/>
        </pc:sldMkLst>
      </pc:sldChg>
      <pc:sldChg chg="del">
        <pc:chgData name="SUMA K G" userId="c26ce1b90fa457b4" providerId="LiveId" clId="{439FBD2F-7D1D-4E1B-A0BE-1D42D0C898B7}" dt="2024-04-25T18:57:06.647" v="21" actId="47"/>
        <pc:sldMkLst>
          <pc:docMk/>
          <pc:sldMk cId="2140396993" sldId="632"/>
        </pc:sldMkLst>
      </pc:sldChg>
      <pc:sldChg chg="del">
        <pc:chgData name="SUMA K G" userId="c26ce1b90fa457b4" providerId="LiveId" clId="{439FBD2F-7D1D-4E1B-A0BE-1D42D0C898B7}" dt="2024-04-25T18:56:59.637" v="2" actId="47"/>
        <pc:sldMkLst>
          <pc:docMk/>
          <pc:sldMk cId="3062081970" sldId="633"/>
        </pc:sldMkLst>
      </pc:sldChg>
      <pc:sldChg chg="del">
        <pc:chgData name="SUMA K G" userId="c26ce1b90fa457b4" providerId="LiveId" clId="{439FBD2F-7D1D-4E1B-A0BE-1D42D0C898B7}" dt="2024-04-25T18:57:02.380" v="15" actId="47"/>
        <pc:sldMkLst>
          <pc:docMk/>
          <pc:sldMk cId="3295295101" sldId="634"/>
        </pc:sldMkLst>
      </pc:sldChg>
      <pc:sldChg chg="del">
        <pc:chgData name="SUMA K G" userId="c26ce1b90fa457b4" providerId="LiveId" clId="{439FBD2F-7D1D-4E1B-A0BE-1D42D0C898B7}" dt="2024-04-25T18:57:03.238" v="17" actId="47"/>
        <pc:sldMkLst>
          <pc:docMk/>
          <pc:sldMk cId="612893306" sldId="635"/>
        </pc:sldMkLst>
      </pc:sldChg>
      <pc:sldChg chg="del">
        <pc:chgData name="SUMA K G" userId="c26ce1b90fa457b4" providerId="LiveId" clId="{439FBD2F-7D1D-4E1B-A0BE-1D42D0C898B7}" dt="2024-04-25T18:57:03.620" v="18" actId="47"/>
        <pc:sldMkLst>
          <pc:docMk/>
          <pc:sldMk cId="2337312035" sldId="636"/>
        </pc:sldMkLst>
      </pc:sldChg>
      <pc:sldChg chg="del">
        <pc:chgData name="SUMA K G" userId="c26ce1b90fa457b4" providerId="LiveId" clId="{439FBD2F-7D1D-4E1B-A0BE-1D42D0C898B7}" dt="2024-04-25T18:57:03.840" v="19" actId="47"/>
        <pc:sldMkLst>
          <pc:docMk/>
          <pc:sldMk cId="749676599" sldId="637"/>
        </pc:sldMkLst>
      </pc:sldChg>
      <pc:sldChg chg="del">
        <pc:chgData name="SUMA K G" userId="c26ce1b90fa457b4" providerId="LiveId" clId="{439FBD2F-7D1D-4E1B-A0BE-1D42D0C898B7}" dt="2024-04-25T18:56:59.862" v="3" actId="47"/>
        <pc:sldMkLst>
          <pc:docMk/>
          <pc:sldMk cId="1244791872" sldId="638"/>
        </pc:sldMkLst>
      </pc:sldChg>
      <pc:sldChg chg="del">
        <pc:chgData name="SUMA K G" userId="c26ce1b90fa457b4" providerId="LiveId" clId="{439FBD2F-7D1D-4E1B-A0BE-1D42D0C898B7}" dt="2024-04-25T18:56:59.990" v="4" actId="47"/>
        <pc:sldMkLst>
          <pc:docMk/>
          <pc:sldMk cId="291496963" sldId="642"/>
        </pc:sldMkLst>
      </pc:sldChg>
      <pc:sldChg chg="del">
        <pc:chgData name="SUMA K G" userId="c26ce1b90fa457b4" providerId="LiveId" clId="{439FBD2F-7D1D-4E1B-A0BE-1D42D0C898B7}" dt="2024-04-25T18:57:00.133" v="5" actId="47"/>
        <pc:sldMkLst>
          <pc:docMk/>
          <pc:sldMk cId="1496755845" sldId="643"/>
        </pc:sldMkLst>
      </pc:sldChg>
      <pc:sldChg chg="del">
        <pc:chgData name="SUMA K G" userId="c26ce1b90fa457b4" providerId="LiveId" clId="{439FBD2F-7D1D-4E1B-A0BE-1D42D0C898B7}" dt="2024-04-25T18:57:00.236" v="6" actId="47"/>
        <pc:sldMkLst>
          <pc:docMk/>
          <pc:sldMk cId="2619659469" sldId="644"/>
        </pc:sldMkLst>
      </pc:sldChg>
      <pc:sldChg chg="del">
        <pc:chgData name="SUMA K G" userId="c26ce1b90fa457b4" providerId="LiveId" clId="{439FBD2F-7D1D-4E1B-A0BE-1D42D0C898B7}" dt="2024-04-25T18:57:00.419" v="7" actId="47"/>
        <pc:sldMkLst>
          <pc:docMk/>
          <pc:sldMk cId="1369358000" sldId="645"/>
        </pc:sldMkLst>
      </pc:sldChg>
      <pc:sldChg chg="del">
        <pc:chgData name="SUMA K G" userId="c26ce1b90fa457b4" providerId="LiveId" clId="{439FBD2F-7D1D-4E1B-A0BE-1D42D0C898B7}" dt="2024-04-25T18:57:00.780" v="9" actId="47"/>
        <pc:sldMkLst>
          <pc:docMk/>
          <pc:sldMk cId="1959660540" sldId="646"/>
        </pc:sldMkLst>
      </pc:sldChg>
      <pc:sldChg chg="del">
        <pc:chgData name="SUMA K G" userId="c26ce1b90fa457b4" providerId="LiveId" clId="{439FBD2F-7D1D-4E1B-A0BE-1D42D0C898B7}" dt="2024-04-25T18:57:01.300" v="10" actId="47"/>
        <pc:sldMkLst>
          <pc:docMk/>
          <pc:sldMk cId="2785153132" sldId="647"/>
        </pc:sldMkLst>
      </pc:sldChg>
      <pc:sldChg chg="del">
        <pc:chgData name="SUMA K G" userId="c26ce1b90fa457b4" providerId="LiveId" clId="{439FBD2F-7D1D-4E1B-A0BE-1D42D0C898B7}" dt="2024-04-25T18:57:00.541" v="8" actId="47"/>
        <pc:sldMkLst>
          <pc:docMk/>
          <pc:sldMk cId="4238709060" sldId="648"/>
        </pc:sldMkLst>
      </pc:sldChg>
      <pc:sldChg chg="del">
        <pc:chgData name="SUMA K G" userId="c26ce1b90fa457b4" providerId="LiveId" clId="{439FBD2F-7D1D-4E1B-A0BE-1D42D0C898B7}" dt="2024-04-25T18:57:01.484" v="11" actId="47"/>
        <pc:sldMkLst>
          <pc:docMk/>
          <pc:sldMk cId="491176430" sldId="649"/>
        </pc:sldMkLst>
      </pc:sldChg>
      <pc:sldChg chg="del">
        <pc:chgData name="SUMA K G" userId="c26ce1b90fa457b4" providerId="LiveId" clId="{439FBD2F-7D1D-4E1B-A0BE-1D42D0C898B7}" dt="2024-04-25T18:57:01.618" v="12" actId="47"/>
        <pc:sldMkLst>
          <pc:docMk/>
          <pc:sldMk cId="818399057" sldId="650"/>
        </pc:sldMkLst>
      </pc:sldChg>
      <pc:sldChg chg="del">
        <pc:chgData name="SUMA K G" userId="c26ce1b90fa457b4" providerId="LiveId" clId="{439FBD2F-7D1D-4E1B-A0BE-1D42D0C898B7}" dt="2024-04-25T18:57:01.939" v="13" actId="47"/>
        <pc:sldMkLst>
          <pc:docMk/>
          <pc:sldMk cId="800709261" sldId="651"/>
        </pc:sldMkLst>
      </pc:sldChg>
      <pc:sldChg chg="del">
        <pc:chgData name="SUMA K G" userId="c26ce1b90fa457b4" providerId="LiveId" clId="{439FBD2F-7D1D-4E1B-A0BE-1D42D0C898B7}" dt="2024-04-25T18:57:02.235" v="14" actId="47"/>
        <pc:sldMkLst>
          <pc:docMk/>
          <pc:sldMk cId="3632805150" sldId="652"/>
        </pc:sldMkLst>
      </pc:sldChg>
      <pc:sldChg chg="del">
        <pc:chgData name="SUMA K G" userId="c26ce1b90fa457b4" providerId="LiveId" clId="{439FBD2F-7D1D-4E1B-A0BE-1D42D0C898B7}" dt="2024-04-25T18:57:02.554" v="16" actId="47"/>
        <pc:sldMkLst>
          <pc:docMk/>
          <pc:sldMk cId="2327921478" sldId="653"/>
        </pc:sldMkLst>
      </pc:sldChg>
      <pc:sldChg chg="del">
        <pc:chgData name="SUMA K G" userId="c26ce1b90fa457b4" providerId="LiveId" clId="{439FBD2F-7D1D-4E1B-A0BE-1D42D0C898B7}" dt="2024-04-25T18:57:04.294" v="20" actId="47"/>
        <pc:sldMkLst>
          <pc:docMk/>
          <pc:sldMk cId="484685258" sldId="654"/>
        </pc:sldMkLst>
      </pc:sldChg>
      <pc:sldChg chg="del">
        <pc:chgData name="SUMA K G" userId="c26ce1b90fa457b4" providerId="LiveId" clId="{439FBD2F-7D1D-4E1B-A0BE-1D42D0C898B7}" dt="2024-04-25T18:57:07.271" v="23" actId="47"/>
        <pc:sldMkLst>
          <pc:docMk/>
          <pc:sldMk cId="2361540044" sldId="655"/>
        </pc:sldMkLst>
      </pc:sldChg>
      <pc:sldChg chg="del">
        <pc:chgData name="SUMA K G" userId="c26ce1b90fa457b4" providerId="LiveId" clId="{439FBD2F-7D1D-4E1B-A0BE-1D42D0C898B7}" dt="2024-04-25T18:57:07.360" v="24" actId="47"/>
        <pc:sldMkLst>
          <pc:docMk/>
          <pc:sldMk cId="4198953775" sldId="656"/>
        </pc:sldMkLst>
      </pc:sldChg>
      <pc:sldChg chg="del">
        <pc:chgData name="SUMA K G" userId="c26ce1b90fa457b4" providerId="LiveId" clId="{439FBD2F-7D1D-4E1B-A0BE-1D42D0C898B7}" dt="2024-04-25T18:57:08.345" v="25" actId="47"/>
        <pc:sldMkLst>
          <pc:docMk/>
          <pc:sldMk cId="187819370" sldId="6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just"/>
            <a:endParaRPr lang="en-US" sz="3200" b="1" dirty="0">
              <a:solidFill>
                <a:srgbClr val="FF0000"/>
              </a:solidFill>
              <a:highlight>
                <a:srgbClr val="C0C0C0"/>
              </a:highlight>
              <a:latin typeface="Cambria" panose="02040503050406030204" pitchFamily="18" charset="0"/>
              <a:ea typeface="Cambria" panose="02040503050406030204" pitchFamily="18" charset="0"/>
            </a:endParaRPr>
          </a:p>
          <a:p>
            <a:pPr algn="just"/>
            <a:r>
              <a:rPr lang="en-US" sz="3200" b="1" dirty="0">
                <a:solidFill>
                  <a:srgbClr val="FF0000"/>
                </a:solidFill>
                <a:highlight>
                  <a:srgbClr val="C0C0C0"/>
                </a:highlight>
                <a:latin typeface="Cambria" panose="02040503050406030204" pitchFamily="18" charset="0"/>
                <a:ea typeface="Cambria" panose="02040503050406030204" pitchFamily="18" charset="0"/>
              </a:rPr>
              <a:t>SEMI MDP MODEL</a:t>
            </a:r>
            <a:endParaRPr lang="en-IN" sz="3200" b="1" dirty="0">
              <a:solidFill>
                <a:srgbClr val="FF0000"/>
              </a:solidFill>
              <a:highlight>
                <a:srgbClr val="C0C0C0"/>
              </a:highlight>
              <a:latin typeface="Cambria" panose="02040503050406030204" pitchFamily="18" charset="0"/>
              <a:ea typeface="Cambria" panose="02040503050406030204" pitchFamily="18" charset="0"/>
            </a:endParaRP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r>
              <a:rPr lang="en-US" dirty="0"/>
              <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highlight>
                  <a:srgbClr val="FFFF00"/>
                </a:highlight>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1120-9848-1790-AF9F-4DEA24F58C18}"/>
              </a:ext>
            </a:extLst>
          </p:cNvPr>
          <p:cNvSpPr>
            <a:spLocks noGrp="1"/>
          </p:cNvSpPr>
          <p:nvPr>
            <p:ph type="title"/>
          </p:nvPr>
        </p:nvSpPr>
        <p:spPr/>
        <p:txBody>
          <a:bodyPr/>
          <a:lstStyle/>
          <a:p>
            <a:r>
              <a:rPr lang="en-US" sz="4400" dirty="0"/>
              <a:t>Markov Decision Process</a:t>
            </a:r>
            <a:endParaRPr lang="en-IN" dirty="0"/>
          </a:p>
        </p:txBody>
      </p:sp>
      <p:sp>
        <p:nvSpPr>
          <p:cNvPr id="3" name="Content Placeholder 2">
            <a:extLst>
              <a:ext uri="{FF2B5EF4-FFF2-40B4-BE49-F238E27FC236}">
                <a16:creationId xmlns:a16="http://schemas.microsoft.com/office/drawing/2014/main" id="{7FAAC025-9F46-4A01-A7FC-8365DDEE590E}"/>
              </a:ext>
            </a:extLst>
          </p:cNvPr>
          <p:cNvSpPr>
            <a:spLocks noGrp="1"/>
          </p:cNvSpPr>
          <p:nvPr>
            <p:ph idx="1"/>
          </p:nvPr>
        </p:nvSpPr>
        <p:spPr>
          <a:xfrm>
            <a:off x="1371600" y="1534160"/>
            <a:ext cx="10241280" cy="4333240"/>
          </a:xfrm>
        </p:spPr>
        <p:txBody>
          <a:bodyPr>
            <a:noAutofit/>
          </a:bodyPr>
          <a:lstStyle/>
          <a:p>
            <a:pPr algn="just"/>
            <a:r>
              <a:rPr lang="en-US" sz="2500" dirty="0"/>
              <a:t>Markov Decision Process (MDP) is a mathematical formulation of decision making. An agent is the decision maker. In the reinforcement learning framework, he is the learner or the decision maker. </a:t>
            </a:r>
          </a:p>
          <a:p>
            <a:pPr algn="just"/>
            <a:endParaRPr lang="en-US" sz="2500" dirty="0"/>
          </a:p>
          <a:p>
            <a:pPr algn="just"/>
            <a:r>
              <a:rPr lang="en-US" sz="2500" dirty="0"/>
              <a:t>We need to give this agent information so that it is able to learn to decide. As such, an MDP is a tuple: ⟨𝑆,𝐴,𝑃,𝛾,𝑅⟩ that is (State, Action, Probability Transitions, discount factor, Reward).</a:t>
            </a:r>
          </a:p>
          <a:p>
            <a:pPr algn="just"/>
            <a:endParaRPr lang="en-US" sz="2500" dirty="0"/>
          </a:p>
          <a:p>
            <a:pPr algn="just"/>
            <a:r>
              <a:rPr lang="en-US" sz="2500" dirty="0"/>
              <a:t>It is basically all you need to know about the problem to be able to make a good decision to optimally perform a task.</a:t>
            </a:r>
            <a:endParaRPr lang="en-IN" sz="2500" dirty="0"/>
          </a:p>
        </p:txBody>
      </p:sp>
    </p:spTree>
    <p:extLst>
      <p:ext uri="{BB962C8B-B14F-4D97-AF65-F5344CB8AC3E}">
        <p14:creationId xmlns:p14="http://schemas.microsoft.com/office/powerpoint/2010/main" val="988098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B7F5-5FA3-97EE-F0FF-A13E92DADD48}"/>
              </a:ext>
            </a:extLst>
          </p:cNvPr>
          <p:cNvSpPr>
            <a:spLocks noGrp="1"/>
          </p:cNvSpPr>
          <p:nvPr>
            <p:ph type="title"/>
          </p:nvPr>
        </p:nvSpPr>
        <p:spPr/>
        <p:txBody>
          <a:bodyPr/>
          <a:lstStyle/>
          <a:p>
            <a:r>
              <a:rPr lang="en-US" sz="4400" dirty="0"/>
              <a:t>Markov Decision Process</a:t>
            </a:r>
            <a:endParaRPr lang="en-IN" dirty="0"/>
          </a:p>
        </p:txBody>
      </p:sp>
      <p:sp>
        <p:nvSpPr>
          <p:cNvPr id="3" name="Content Placeholder 2">
            <a:extLst>
              <a:ext uri="{FF2B5EF4-FFF2-40B4-BE49-F238E27FC236}">
                <a16:creationId xmlns:a16="http://schemas.microsoft.com/office/drawing/2014/main" id="{A7E9CB8F-A132-365D-A3F0-8C2DB720022D}"/>
              </a:ext>
            </a:extLst>
          </p:cNvPr>
          <p:cNvSpPr>
            <a:spLocks noGrp="1"/>
          </p:cNvSpPr>
          <p:nvPr>
            <p:ph idx="1"/>
          </p:nvPr>
        </p:nvSpPr>
        <p:spPr/>
        <p:txBody>
          <a:bodyPr>
            <a:normAutofit/>
          </a:bodyPr>
          <a:lstStyle/>
          <a:p>
            <a:pPr algn="just"/>
            <a:r>
              <a:rPr lang="en-US" sz="2400" b="0" i="0" dirty="0">
                <a:solidFill>
                  <a:srgbClr val="222222"/>
                </a:solidFill>
                <a:effectLst/>
                <a:latin typeface="Arial" panose="020B0604020202020204" pitchFamily="34" charset="0"/>
              </a:rPr>
              <a:t>A Markov Decision Process (MDP) is a formal model, used to describe discrete-time stochastic control processes. The MDP model is useful for representing decision-making problems in which an agent can influence the process by executing actions.</a:t>
            </a:r>
            <a:endParaRPr lang="en-IN" sz="2400" dirty="0"/>
          </a:p>
        </p:txBody>
      </p:sp>
      <p:pic>
        <p:nvPicPr>
          <p:cNvPr id="6" name="Picture 5">
            <a:extLst>
              <a:ext uri="{FF2B5EF4-FFF2-40B4-BE49-F238E27FC236}">
                <a16:creationId xmlns:a16="http://schemas.microsoft.com/office/drawing/2014/main" id="{B76F40C2-EAE2-5859-8FCC-99819DF4D2E3}"/>
              </a:ext>
            </a:extLst>
          </p:cNvPr>
          <p:cNvPicPr>
            <a:picLocks noChangeAspect="1"/>
          </p:cNvPicPr>
          <p:nvPr/>
        </p:nvPicPr>
        <p:blipFill>
          <a:blip r:embed="rId2"/>
          <a:stretch>
            <a:fillRect/>
          </a:stretch>
        </p:blipFill>
        <p:spPr>
          <a:xfrm>
            <a:off x="919616" y="4029075"/>
            <a:ext cx="11029802" cy="2056765"/>
          </a:xfrm>
          <a:prstGeom prst="rect">
            <a:avLst/>
          </a:prstGeom>
        </p:spPr>
      </p:pic>
    </p:spTree>
    <p:extLst>
      <p:ext uri="{BB962C8B-B14F-4D97-AF65-F5344CB8AC3E}">
        <p14:creationId xmlns:p14="http://schemas.microsoft.com/office/powerpoint/2010/main" val="2736868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EDBB-F0E1-B9DE-F754-701C927C05B0}"/>
              </a:ext>
            </a:extLst>
          </p:cNvPr>
          <p:cNvSpPr>
            <a:spLocks noGrp="1"/>
          </p:cNvSpPr>
          <p:nvPr>
            <p:ph type="title"/>
          </p:nvPr>
        </p:nvSpPr>
        <p:spPr/>
        <p:txBody>
          <a:bodyPr/>
          <a:lstStyle/>
          <a:p>
            <a:r>
              <a:rPr lang="en-US" sz="4400" dirty="0"/>
              <a:t>Markov Decision Process</a:t>
            </a:r>
            <a:endParaRPr lang="en-IN" dirty="0"/>
          </a:p>
        </p:txBody>
      </p:sp>
      <p:sp>
        <p:nvSpPr>
          <p:cNvPr id="3" name="Content Placeholder 2">
            <a:extLst>
              <a:ext uri="{FF2B5EF4-FFF2-40B4-BE49-F238E27FC236}">
                <a16:creationId xmlns:a16="http://schemas.microsoft.com/office/drawing/2014/main" id="{4896C238-D502-110C-398A-0546C0F6C26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78C69FF4-ECA6-EF5D-4663-C28A5810EACF}"/>
              </a:ext>
            </a:extLst>
          </p:cNvPr>
          <p:cNvPicPr>
            <a:picLocks noChangeAspect="1"/>
          </p:cNvPicPr>
          <p:nvPr/>
        </p:nvPicPr>
        <p:blipFill>
          <a:blip r:embed="rId2"/>
          <a:stretch>
            <a:fillRect/>
          </a:stretch>
        </p:blipFill>
        <p:spPr>
          <a:xfrm>
            <a:off x="1162050" y="2319337"/>
            <a:ext cx="10964806" cy="2466023"/>
          </a:xfrm>
          <a:prstGeom prst="rect">
            <a:avLst/>
          </a:prstGeom>
        </p:spPr>
      </p:pic>
    </p:spTree>
    <p:extLst>
      <p:ext uri="{BB962C8B-B14F-4D97-AF65-F5344CB8AC3E}">
        <p14:creationId xmlns:p14="http://schemas.microsoft.com/office/powerpoint/2010/main" val="635169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418B-D082-E3B8-5D1D-EC8ED1BBB412}"/>
              </a:ext>
            </a:extLst>
          </p:cNvPr>
          <p:cNvSpPr>
            <a:spLocks noGrp="1"/>
          </p:cNvSpPr>
          <p:nvPr>
            <p:ph type="title"/>
          </p:nvPr>
        </p:nvSpPr>
        <p:spPr/>
        <p:txBody>
          <a:bodyPr/>
          <a:lstStyle/>
          <a:p>
            <a:r>
              <a:rPr lang="en-US" sz="4400" dirty="0"/>
              <a:t>Markov Decision Process</a:t>
            </a:r>
            <a:endParaRPr lang="en-IN" dirty="0"/>
          </a:p>
        </p:txBody>
      </p:sp>
      <p:sp>
        <p:nvSpPr>
          <p:cNvPr id="3" name="Content Placeholder 2">
            <a:extLst>
              <a:ext uri="{FF2B5EF4-FFF2-40B4-BE49-F238E27FC236}">
                <a16:creationId xmlns:a16="http://schemas.microsoft.com/office/drawing/2014/main" id="{CBD3DA4F-9DB9-2C97-D3BB-799A3EF716E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839B4F0-8F17-3744-F5E2-978C4D4948CE}"/>
              </a:ext>
            </a:extLst>
          </p:cNvPr>
          <p:cNvPicPr>
            <a:picLocks noChangeAspect="1"/>
          </p:cNvPicPr>
          <p:nvPr/>
        </p:nvPicPr>
        <p:blipFill>
          <a:blip r:embed="rId2"/>
          <a:stretch>
            <a:fillRect/>
          </a:stretch>
        </p:blipFill>
        <p:spPr>
          <a:xfrm>
            <a:off x="711200" y="1676400"/>
            <a:ext cx="11317490" cy="4774396"/>
          </a:xfrm>
          <a:prstGeom prst="rect">
            <a:avLst/>
          </a:prstGeom>
        </p:spPr>
      </p:pic>
    </p:spTree>
    <p:extLst>
      <p:ext uri="{BB962C8B-B14F-4D97-AF65-F5344CB8AC3E}">
        <p14:creationId xmlns:p14="http://schemas.microsoft.com/office/powerpoint/2010/main" val="4256041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C24C-596F-3C5F-7EBC-9CA1840FBF9B}"/>
              </a:ext>
            </a:extLst>
          </p:cNvPr>
          <p:cNvSpPr>
            <a:spLocks noGrp="1"/>
          </p:cNvSpPr>
          <p:nvPr>
            <p:ph type="title"/>
          </p:nvPr>
        </p:nvSpPr>
        <p:spPr/>
        <p:txBody>
          <a:bodyPr/>
          <a:lstStyle/>
          <a:p>
            <a:r>
              <a:rPr lang="en-US" dirty="0"/>
              <a:t>MDP Vs SMDP</a:t>
            </a:r>
            <a:endParaRPr lang="en-IN" dirty="0"/>
          </a:p>
        </p:txBody>
      </p:sp>
      <p:sp>
        <p:nvSpPr>
          <p:cNvPr id="3" name="Content Placeholder 2">
            <a:extLst>
              <a:ext uri="{FF2B5EF4-FFF2-40B4-BE49-F238E27FC236}">
                <a16:creationId xmlns:a16="http://schemas.microsoft.com/office/drawing/2014/main" id="{E20C3606-8FBD-D3DB-9FDD-B6179EFE71D0}"/>
              </a:ext>
            </a:extLst>
          </p:cNvPr>
          <p:cNvSpPr>
            <a:spLocks noGrp="1"/>
          </p:cNvSpPr>
          <p:nvPr>
            <p:ph idx="1"/>
          </p:nvPr>
        </p:nvSpPr>
        <p:spPr>
          <a:xfrm>
            <a:off x="1371600" y="2286000"/>
            <a:ext cx="4572000" cy="3581400"/>
          </a:xfrm>
        </p:spPr>
        <p:txBody>
          <a:bodyPr>
            <a:normAutofit/>
          </a:bodyPr>
          <a:lstStyle/>
          <a:p>
            <a:pPr algn="just"/>
            <a:r>
              <a:rPr lang="en-US" sz="2300" b="0" i="0" dirty="0">
                <a:solidFill>
                  <a:srgbClr val="222222"/>
                </a:solidFill>
                <a:effectLst/>
                <a:latin typeface="Arial" panose="020B0604020202020204" pitchFamily="34" charset="0"/>
              </a:rPr>
              <a:t>The MDP framework differs from an SMDP, in that an SMDP allows the length between timesteps to be variable. This is an essential property to support temporally extended actions.</a:t>
            </a:r>
            <a:endParaRPr lang="en-IN" sz="2300" dirty="0"/>
          </a:p>
        </p:txBody>
      </p:sp>
      <p:pic>
        <p:nvPicPr>
          <p:cNvPr id="4098" name="Picture 2" descr="Make 04 00009 g001 550">
            <a:extLst>
              <a:ext uri="{FF2B5EF4-FFF2-40B4-BE49-F238E27FC236}">
                <a16:creationId xmlns:a16="http://schemas.microsoft.com/office/drawing/2014/main" id="{22D86A70-0622-A6FE-7DEF-E89192FBAB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2286000"/>
            <a:ext cx="523875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82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27BDE-08CD-7E36-6700-708E0D8B594E}"/>
              </a:ext>
            </a:extLst>
          </p:cNvPr>
          <p:cNvSpPr>
            <a:spLocks noGrp="1"/>
          </p:cNvSpPr>
          <p:nvPr>
            <p:ph type="title"/>
          </p:nvPr>
        </p:nvSpPr>
        <p:spPr/>
        <p:txBody>
          <a:bodyPr/>
          <a:lstStyle/>
          <a:p>
            <a:r>
              <a:rPr lang="en-US" dirty="0"/>
              <a:t>Semi-Markov Decision Process</a:t>
            </a:r>
            <a:endParaRPr lang="en-IN" dirty="0"/>
          </a:p>
        </p:txBody>
      </p:sp>
      <p:sp>
        <p:nvSpPr>
          <p:cNvPr id="3" name="Content Placeholder 2">
            <a:extLst>
              <a:ext uri="{FF2B5EF4-FFF2-40B4-BE49-F238E27FC236}">
                <a16:creationId xmlns:a16="http://schemas.microsoft.com/office/drawing/2014/main" id="{0C8DB0B4-6E89-7079-7E54-551EE3B3F7FF}"/>
              </a:ext>
            </a:extLst>
          </p:cNvPr>
          <p:cNvSpPr>
            <a:spLocks noGrp="1"/>
          </p:cNvSpPr>
          <p:nvPr>
            <p:ph idx="1"/>
          </p:nvPr>
        </p:nvSpPr>
        <p:spPr/>
        <p:txBody>
          <a:bodyPr>
            <a:normAutofit/>
          </a:bodyPr>
          <a:lstStyle/>
          <a:p>
            <a:pPr algn="just"/>
            <a:r>
              <a:rPr lang="en-US" sz="2400" b="0" i="0" dirty="0">
                <a:solidFill>
                  <a:srgbClr val="222222"/>
                </a:solidFill>
                <a:effectLst/>
                <a:latin typeface="Arial" panose="020B0604020202020204" pitchFamily="34" charset="0"/>
              </a:rPr>
              <a:t>In order to support variable duration of a single action, the MDP framework has been extended to the Semi-Markov Decision Process (SMDP) framework</a:t>
            </a:r>
            <a:endParaRPr lang="en-IN" sz="2400" dirty="0"/>
          </a:p>
        </p:txBody>
      </p:sp>
      <p:pic>
        <p:nvPicPr>
          <p:cNvPr id="5" name="Picture 4">
            <a:extLst>
              <a:ext uri="{FF2B5EF4-FFF2-40B4-BE49-F238E27FC236}">
                <a16:creationId xmlns:a16="http://schemas.microsoft.com/office/drawing/2014/main" id="{F92BDFFF-661C-92E8-8A28-427432734D4F}"/>
              </a:ext>
            </a:extLst>
          </p:cNvPr>
          <p:cNvPicPr>
            <a:picLocks noChangeAspect="1"/>
          </p:cNvPicPr>
          <p:nvPr/>
        </p:nvPicPr>
        <p:blipFill>
          <a:blip r:embed="rId2"/>
          <a:stretch>
            <a:fillRect/>
          </a:stretch>
        </p:blipFill>
        <p:spPr>
          <a:xfrm>
            <a:off x="786260" y="3648074"/>
            <a:ext cx="11113943" cy="964566"/>
          </a:xfrm>
          <a:prstGeom prst="rect">
            <a:avLst/>
          </a:prstGeom>
        </p:spPr>
      </p:pic>
    </p:spTree>
    <p:extLst>
      <p:ext uri="{BB962C8B-B14F-4D97-AF65-F5344CB8AC3E}">
        <p14:creationId xmlns:p14="http://schemas.microsoft.com/office/powerpoint/2010/main" val="3220842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C6C7A-5E8A-B17C-914A-E447A41891F3}"/>
              </a:ext>
            </a:extLst>
          </p:cNvPr>
          <p:cNvSpPr>
            <a:spLocks noGrp="1"/>
          </p:cNvSpPr>
          <p:nvPr>
            <p:ph type="title"/>
          </p:nvPr>
        </p:nvSpPr>
        <p:spPr/>
        <p:txBody>
          <a:bodyPr/>
          <a:lstStyle/>
          <a:p>
            <a:r>
              <a:rPr lang="en-IN" dirty="0"/>
              <a:t>Semi-Markov Decision Processes</a:t>
            </a:r>
            <a:r>
              <a:rPr lang="en-IN" b="0" i="0" dirty="0">
                <a:solidFill>
                  <a:srgbClr val="000000"/>
                </a:solidFill>
                <a:effectLst/>
                <a:latin typeface="Arial" panose="020B0604020202020204" pitchFamily="34" charset="0"/>
              </a:rPr>
              <a:t/>
            </a:r>
            <a:br>
              <a:rPr lang="en-IN" b="0"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735F1590-8C00-41CD-8C49-60AC75D36471}"/>
              </a:ext>
            </a:extLst>
          </p:cNvPr>
          <p:cNvSpPr>
            <a:spLocks noGrp="1"/>
          </p:cNvSpPr>
          <p:nvPr>
            <p:ph idx="1"/>
          </p:nvPr>
        </p:nvSpPr>
        <p:spPr>
          <a:xfrm>
            <a:off x="1371600" y="1940560"/>
            <a:ext cx="9601200" cy="4409440"/>
          </a:xfrm>
        </p:spPr>
        <p:txBody>
          <a:bodyPr>
            <a:normAutofit/>
          </a:bodyPr>
          <a:lstStyle/>
          <a:p>
            <a:pPr algn="just"/>
            <a:r>
              <a:rPr lang="en-US" sz="2500" dirty="0">
                <a:solidFill>
                  <a:srgbClr val="222222"/>
                </a:solidFill>
                <a:latin typeface="Arial" panose="020B0604020202020204" pitchFamily="34" charset="0"/>
              </a:rPr>
              <a:t>It is a semi-MDP because the process is Markovian at the level of decision points/epochs (at the level of the decisions over options) but not at the "flat" level. That is, if you don't observe the current choice of options along the trajectories and only see state-action pairs, that process won't be Markovian.</a:t>
            </a:r>
          </a:p>
          <a:p>
            <a:pPr marL="0" indent="0" algn="just">
              <a:buNone/>
            </a:pPr>
            <a:endParaRPr lang="en-US" sz="2500" dirty="0">
              <a:solidFill>
                <a:srgbClr val="222222"/>
              </a:solidFill>
              <a:latin typeface="Arial" panose="020B0604020202020204" pitchFamily="34" charset="0"/>
            </a:endParaRPr>
          </a:p>
          <a:p>
            <a:pPr algn="just"/>
            <a:r>
              <a:rPr lang="en-US" sz="2500" dirty="0">
                <a:solidFill>
                  <a:srgbClr val="222222"/>
                </a:solidFill>
                <a:latin typeface="Arial" panose="020B0604020202020204" pitchFamily="34" charset="0"/>
              </a:rPr>
              <a:t>Semi-MDPs are thus used to </a:t>
            </a:r>
            <a:r>
              <a:rPr lang="en-US" sz="2500" dirty="0">
                <a:solidFill>
                  <a:srgbClr val="222222"/>
                </a:solidFill>
                <a:highlight>
                  <a:srgbClr val="FFFF00"/>
                </a:highlight>
                <a:latin typeface="Arial" panose="020B0604020202020204" pitchFamily="34" charset="0"/>
              </a:rPr>
              <a:t>deal with such problems that involve actions of different levels of abstraction</a:t>
            </a:r>
            <a:r>
              <a:rPr lang="en-US" sz="2500" dirty="0">
                <a:solidFill>
                  <a:srgbClr val="222222"/>
                </a:solidFill>
                <a:latin typeface="Arial" panose="020B0604020202020204" pitchFamily="34" charset="0"/>
              </a:rPr>
              <a:t>. Hierarchical reinforcement learning (HRL) is a generalization (or extension) of reinforcement learning where the environment is modeled as a semi-MDP.</a:t>
            </a:r>
          </a:p>
          <a:p>
            <a:endParaRPr lang="en-IN" dirty="0"/>
          </a:p>
        </p:txBody>
      </p:sp>
    </p:spTree>
    <p:extLst>
      <p:ext uri="{BB962C8B-B14F-4D97-AF65-F5344CB8AC3E}">
        <p14:creationId xmlns:p14="http://schemas.microsoft.com/office/powerpoint/2010/main" val="426992604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782AB8-1A93-4008-9E71-C4C5C04E1041}"/>
</file>

<file path=customXml/itemProps2.xml><?xml version="1.0" encoding="utf-8"?>
<ds:datastoreItem xmlns:ds="http://schemas.openxmlformats.org/officeDocument/2006/customXml" ds:itemID="{E2BBAFAB-AA50-4686-9BC2-98CCD6765B58}"/>
</file>

<file path=customXml/itemProps3.xml><?xml version="1.0" encoding="utf-8"?>
<ds:datastoreItem xmlns:ds="http://schemas.openxmlformats.org/officeDocument/2006/customXml" ds:itemID="{AF85D700-0A23-4C8F-96BF-08FF8C713C1A}"/>
</file>

<file path=docProps/app.xml><?xml version="1.0" encoding="utf-8"?>
<Properties xmlns="http://schemas.openxmlformats.org/officeDocument/2006/extended-properties" xmlns:vt="http://schemas.openxmlformats.org/officeDocument/2006/docPropsVTypes">
  <Template>Crop</Template>
  <TotalTime>3776</TotalTime>
  <Words>380</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vt:lpstr>
      <vt:lpstr>Franklin Gothic Book</vt:lpstr>
      <vt:lpstr>Times New Roman</vt:lpstr>
      <vt:lpstr>Crop</vt:lpstr>
      <vt:lpstr>PowerPoint Presentation</vt:lpstr>
      <vt:lpstr>Module No. 6 Hierarchical Reinforcement Learning 8 Hours</vt:lpstr>
      <vt:lpstr>Markov Decision Process</vt:lpstr>
      <vt:lpstr>Markov Decision Process</vt:lpstr>
      <vt:lpstr>Markov Decision Process</vt:lpstr>
      <vt:lpstr>Markov Decision Process</vt:lpstr>
      <vt:lpstr>MDP Vs SMDP</vt:lpstr>
      <vt:lpstr>Semi-Markov Decision Process</vt:lpstr>
      <vt:lpstr>Semi-Markov Decision Processes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35</cp:revision>
  <dcterms:created xsi:type="dcterms:W3CDTF">2023-01-04T16:33:49Z</dcterms:created>
  <dcterms:modified xsi:type="dcterms:W3CDTF">2026-04-17T00:19:27Z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