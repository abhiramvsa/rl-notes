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0.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12"/>
  </p:notesMasterIdLst>
  <p:sldIdLst>
    <p:sldId id="585" r:id="rId2"/>
    <p:sldId id="262" r:id="rId3"/>
    <p:sldId id="632" r:id="rId4"/>
    <p:sldId id="635" r:id="rId5"/>
    <p:sldId id="634" r:id="rId6"/>
    <p:sldId id="636" r:id="rId7"/>
    <p:sldId id="639" r:id="rId8"/>
    <p:sldId id="637" r:id="rId9"/>
    <p:sldId id="640" r:id="rId10"/>
    <p:sldId id="64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5C2802-1860-46D9-8A45-4FDCAFF9F187}">
          <p14:sldIdLst>
            <p14:sldId id="585"/>
            <p14:sldId id="262"/>
            <p14:sldId id="632"/>
            <p14:sldId id="635"/>
            <p14:sldId id="634"/>
            <p14:sldId id="636"/>
            <p14:sldId id="639"/>
            <p14:sldId id="637"/>
            <p14:sldId id="640"/>
            <p14:sldId id="64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 K G" userId="c26ce1b90fa457b4" providerId="LiveId" clId="{AEFB462C-EAB6-41E0-8A03-029EFB46DA37}"/>
    <pc:docChg chg="undo custSel addSld delSld modSld">
      <pc:chgData name="SUMA K G" userId="c26ce1b90fa457b4" providerId="LiveId" clId="{AEFB462C-EAB6-41E0-8A03-029EFB46DA37}" dt="2024-02-19T23:49:19.765" v="156"/>
      <pc:docMkLst>
        <pc:docMk/>
      </pc:docMkLst>
      <pc:sldChg chg="modSp add del mod">
        <pc:chgData name="SUMA K G" userId="c26ce1b90fa457b4" providerId="LiveId" clId="{AEFB462C-EAB6-41E0-8A03-029EFB46DA37}" dt="2024-02-19T21:54:30.064" v="17" actId="13926"/>
        <pc:sldMkLst>
          <pc:docMk/>
          <pc:sldMk cId="2490700207" sldId="258"/>
        </pc:sldMkLst>
        <pc:spChg chg="mod">
          <ac:chgData name="SUMA K G" userId="c26ce1b90fa457b4" providerId="LiveId" clId="{AEFB462C-EAB6-41E0-8A03-029EFB46DA37}" dt="2024-02-19T21:54:30.064" v="17" actId="13926"/>
          <ac:spMkLst>
            <pc:docMk/>
            <pc:sldMk cId="2490700207" sldId="258"/>
            <ac:spMk id="3" creationId="{ACEFEE70-766E-082E-93D6-2985CA4B76CE}"/>
          </ac:spMkLst>
        </pc:spChg>
      </pc:sldChg>
      <pc:sldChg chg="modSp mod">
        <pc:chgData name="SUMA K G" userId="c26ce1b90fa457b4" providerId="LiveId" clId="{AEFB462C-EAB6-41E0-8A03-029EFB46DA37}" dt="2024-02-19T21:54:42.960" v="81" actId="6549"/>
        <pc:sldMkLst>
          <pc:docMk/>
          <pc:sldMk cId="2773029733" sldId="585"/>
        </pc:sldMkLst>
        <pc:spChg chg="mod">
          <ac:chgData name="SUMA K G" userId="c26ce1b90fa457b4" providerId="LiveId" clId="{AEFB462C-EAB6-41E0-8A03-029EFB46DA37}" dt="2024-02-19T21:54:42.960" v="81" actId="6549"/>
          <ac:spMkLst>
            <pc:docMk/>
            <pc:sldMk cId="2773029733" sldId="585"/>
            <ac:spMk id="3" creationId="{FD6B1D31-C4E7-8A73-DE3F-694072EBD1FA}"/>
          </ac:spMkLst>
        </pc:spChg>
      </pc:sldChg>
      <pc:sldChg chg="modSp new mod">
        <pc:chgData name="SUMA K G" userId="c26ce1b90fa457b4" providerId="LiveId" clId="{AEFB462C-EAB6-41E0-8A03-029EFB46DA37}" dt="2024-02-19T22:28:15.831" v="83"/>
        <pc:sldMkLst>
          <pc:docMk/>
          <pc:sldMk cId="3159541835" sldId="586"/>
        </pc:sldMkLst>
        <pc:spChg chg="mod">
          <ac:chgData name="SUMA K G" userId="c26ce1b90fa457b4" providerId="LiveId" clId="{AEFB462C-EAB6-41E0-8A03-029EFB46DA37}" dt="2024-02-19T22:28:15.831" v="83"/>
          <ac:spMkLst>
            <pc:docMk/>
            <pc:sldMk cId="3159541835" sldId="586"/>
            <ac:spMk id="3" creationId="{F98C3217-5BF2-26F0-863C-0E11CDA4FB98}"/>
          </ac:spMkLst>
        </pc:spChg>
      </pc:sldChg>
      <pc:sldChg chg="modSp new mod">
        <pc:chgData name="SUMA K G" userId="c26ce1b90fa457b4" providerId="LiveId" clId="{AEFB462C-EAB6-41E0-8A03-029EFB46DA37}" dt="2024-02-19T23:39:34.150" v="86"/>
        <pc:sldMkLst>
          <pc:docMk/>
          <pc:sldMk cId="4248383774" sldId="587"/>
        </pc:sldMkLst>
        <pc:spChg chg="mod">
          <ac:chgData name="SUMA K G" userId="c26ce1b90fa457b4" providerId="LiveId" clId="{AEFB462C-EAB6-41E0-8A03-029EFB46DA37}" dt="2024-02-19T23:39:28.680" v="85"/>
          <ac:spMkLst>
            <pc:docMk/>
            <pc:sldMk cId="4248383774" sldId="587"/>
            <ac:spMk id="2" creationId="{592FD3D0-730B-0BB7-52CF-084E49D6BF88}"/>
          </ac:spMkLst>
        </pc:spChg>
        <pc:spChg chg="mod">
          <ac:chgData name="SUMA K G" userId="c26ce1b90fa457b4" providerId="LiveId" clId="{AEFB462C-EAB6-41E0-8A03-029EFB46DA37}" dt="2024-02-19T23:39:34.150" v="86"/>
          <ac:spMkLst>
            <pc:docMk/>
            <pc:sldMk cId="4248383774" sldId="587"/>
            <ac:spMk id="3" creationId="{FFA16F68-2E4A-28E9-83C4-69FC2108B755}"/>
          </ac:spMkLst>
        </pc:spChg>
      </pc:sldChg>
      <pc:sldChg chg="addSp modSp new mod">
        <pc:chgData name="SUMA K G" userId="c26ce1b90fa457b4" providerId="LiveId" clId="{AEFB462C-EAB6-41E0-8A03-029EFB46DA37}" dt="2024-02-19T23:40:18.280" v="90" actId="1076"/>
        <pc:sldMkLst>
          <pc:docMk/>
          <pc:sldMk cId="1385666533" sldId="588"/>
        </pc:sldMkLst>
        <pc:spChg chg="mod">
          <ac:chgData name="SUMA K G" userId="c26ce1b90fa457b4" providerId="LiveId" clId="{AEFB462C-EAB6-41E0-8A03-029EFB46DA37}" dt="2024-02-19T23:39:58.667" v="88"/>
          <ac:spMkLst>
            <pc:docMk/>
            <pc:sldMk cId="1385666533" sldId="588"/>
            <ac:spMk id="3" creationId="{68565180-B8C7-AE0F-55EC-D6640F3F8106}"/>
          </ac:spMkLst>
        </pc:spChg>
        <pc:picChg chg="add mod">
          <ac:chgData name="SUMA K G" userId="c26ce1b90fa457b4" providerId="LiveId" clId="{AEFB462C-EAB6-41E0-8A03-029EFB46DA37}" dt="2024-02-19T23:40:18.280" v="90" actId="1076"/>
          <ac:picMkLst>
            <pc:docMk/>
            <pc:sldMk cId="1385666533" sldId="588"/>
            <ac:picMk id="5" creationId="{3A54B05F-1368-21E2-0617-BC1ED8267135}"/>
          </ac:picMkLst>
        </pc:picChg>
      </pc:sldChg>
      <pc:sldChg chg="modSp new mod">
        <pc:chgData name="SUMA K G" userId="c26ce1b90fa457b4" providerId="LiveId" clId="{AEFB462C-EAB6-41E0-8A03-029EFB46DA37}" dt="2024-02-19T23:40:32.568" v="92"/>
        <pc:sldMkLst>
          <pc:docMk/>
          <pc:sldMk cId="349020365" sldId="589"/>
        </pc:sldMkLst>
        <pc:spChg chg="mod">
          <ac:chgData name="SUMA K G" userId="c26ce1b90fa457b4" providerId="LiveId" clId="{AEFB462C-EAB6-41E0-8A03-029EFB46DA37}" dt="2024-02-19T23:40:32.568" v="92"/>
          <ac:spMkLst>
            <pc:docMk/>
            <pc:sldMk cId="349020365" sldId="589"/>
            <ac:spMk id="3" creationId="{06225627-28C8-5CCA-35B2-BEA2DCF49889}"/>
          </ac:spMkLst>
        </pc:spChg>
      </pc:sldChg>
      <pc:sldChg chg="addSp modSp new mod">
        <pc:chgData name="SUMA K G" userId="c26ce1b90fa457b4" providerId="LiveId" clId="{AEFB462C-EAB6-41E0-8A03-029EFB46DA37}" dt="2024-02-19T23:41:36.612" v="102" actId="732"/>
        <pc:sldMkLst>
          <pc:docMk/>
          <pc:sldMk cId="3695466333" sldId="590"/>
        </pc:sldMkLst>
        <pc:spChg chg="mod">
          <ac:chgData name="SUMA K G" userId="c26ce1b90fa457b4" providerId="LiveId" clId="{AEFB462C-EAB6-41E0-8A03-029EFB46DA37}" dt="2024-02-19T23:40:43.811" v="94"/>
          <ac:spMkLst>
            <pc:docMk/>
            <pc:sldMk cId="3695466333" sldId="590"/>
            <ac:spMk id="2" creationId="{0F65D6EB-B0A6-1096-CF5F-74EF06461FFC}"/>
          </ac:spMkLst>
        </pc:spChg>
        <pc:spChg chg="mod">
          <ac:chgData name="SUMA K G" userId="c26ce1b90fa457b4" providerId="LiveId" clId="{AEFB462C-EAB6-41E0-8A03-029EFB46DA37}" dt="2024-02-19T23:41:06.303" v="98"/>
          <ac:spMkLst>
            <pc:docMk/>
            <pc:sldMk cId="3695466333" sldId="590"/>
            <ac:spMk id="3" creationId="{CE606DB4-9C93-4890-ADAF-4415F1272A31}"/>
          </ac:spMkLst>
        </pc:spChg>
        <pc:spChg chg="add">
          <ac:chgData name="SUMA K G" userId="c26ce1b90fa457b4" providerId="LiveId" clId="{AEFB462C-EAB6-41E0-8A03-029EFB46DA37}" dt="2024-02-19T23:41:14.634" v="99"/>
          <ac:spMkLst>
            <pc:docMk/>
            <pc:sldMk cId="3695466333" sldId="590"/>
            <ac:spMk id="4" creationId="{C1431827-9474-006F-3838-A83A11F3258D}"/>
          </ac:spMkLst>
        </pc:spChg>
        <pc:picChg chg="add mod modCrop">
          <ac:chgData name="SUMA K G" userId="c26ce1b90fa457b4" providerId="LiveId" clId="{AEFB462C-EAB6-41E0-8A03-029EFB46DA37}" dt="2024-02-19T23:41:36.612" v="102" actId="732"/>
          <ac:picMkLst>
            <pc:docMk/>
            <pc:sldMk cId="3695466333" sldId="590"/>
            <ac:picMk id="6" creationId="{2CF576CD-1A63-C6ED-825B-8FFAF973996C}"/>
          </ac:picMkLst>
        </pc:picChg>
      </pc:sldChg>
      <pc:sldChg chg="modSp new mod">
        <pc:chgData name="SUMA K G" userId="c26ce1b90fa457b4" providerId="LiveId" clId="{AEFB462C-EAB6-41E0-8A03-029EFB46DA37}" dt="2024-02-19T23:41:51.933" v="104"/>
        <pc:sldMkLst>
          <pc:docMk/>
          <pc:sldMk cId="4151814252" sldId="591"/>
        </pc:sldMkLst>
        <pc:spChg chg="mod">
          <ac:chgData name="SUMA K G" userId="c26ce1b90fa457b4" providerId="LiveId" clId="{AEFB462C-EAB6-41E0-8A03-029EFB46DA37}" dt="2024-02-19T23:41:51.933" v="104"/>
          <ac:spMkLst>
            <pc:docMk/>
            <pc:sldMk cId="4151814252" sldId="591"/>
            <ac:spMk id="3" creationId="{8868A012-43DA-9625-80B5-CE03453A17D0}"/>
          </ac:spMkLst>
        </pc:spChg>
      </pc:sldChg>
      <pc:sldChg chg="addSp modSp new mod">
        <pc:chgData name="SUMA K G" userId="c26ce1b90fa457b4" providerId="LiveId" clId="{AEFB462C-EAB6-41E0-8A03-029EFB46DA37}" dt="2024-02-19T23:43:52.863" v="109" actId="1076"/>
        <pc:sldMkLst>
          <pc:docMk/>
          <pc:sldMk cId="447756259" sldId="592"/>
        </pc:sldMkLst>
        <pc:spChg chg="mod">
          <ac:chgData name="SUMA K G" userId="c26ce1b90fa457b4" providerId="LiveId" clId="{AEFB462C-EAB6-41E0-8A03-029EFB46DA37}" dt="2024-02-19T23:43:20.547" v="106"/>
          <ac:spMkLst>
            <pc:docMk/>
            <pc:sldMk cId="447756259" sldId="592"/>
            <ac:spMk id="2" creationId="{787B0260-3909-4BE9-2438-863828967243}"/>
          </ac:spMkLst>
        </pc:spChg>
        <pc:spChg chg="mod">
          <ac:chgData name="SUMA K G" userId="c26ce1b90fa457b4" providerId="LiveId" clId="{AEFB462C-EAB6-41E0-8A03-029EFB46DA37}" dt="2024-02-19T23:43:38.882" v="107"/>
          <ac:spMkLst>
            <pc:docMk/>
            <pc:sldMk cId="447756259" sldId="592"/>
            <ac:spMk id="3" creationId="{AE4EF61D-D7F1-99FE-DFE2-2B8816618A9C}"/>
          </ac:spMkLst>
        </pc:spChg>
        <pc:picChg chg="add mod">
          <ac:chgData name="SUMA K G" userId="c26ce1b90fa457b4" providerId="LiveId" clId="{AEFB462C-EAB6-41E0-8A03-029EFB46DA37}" dt="2024-02-19T23:43:52.863" v="109" actId="1076"/>
          <ac:picMkLst>
            <pc:docMk/>
            <pc:sldMk cId="447756259" sldId="592"/>
            <ac:picMk id="5" creationId="{4525BB1C-5061-1AA6-69EB-48AFDB98657E}"/>
          </ac:picMkLst>
        </pc:picChg>
      </pc:sldChg>
      <pc:sldChg chg="del">
        <pc:chgData name="SUMA K G" userId="c26ce1b90fa457b4" providerId="LiveId" clId="{AEFB462C-EAB6-41E0-8A03-029EFB46DA37}" dt="2024-02-19T21:54:18.985" v="0" actId="47"/>
        <pc:sldMkLst>
          <pc:docMk/>
          <pc:sldMk cId="696438992" sldId="593"/>
        </pc:sldMkLst>
      </pc:sldChg>
      <pc:sldChg chg="addSp modSp new mod">
        <pc:chgData name="SUMA K G" userId="c26ce1b90fa457b4" providerId="LiveId" clId="{AEFB462C-EAB6-41E0-8A03-029EFB46DA37}" dt="2024-02-19T23:44:14.760" v="113" actId="1076"/>
        <pc:sldMkLst>
          <pc:docMk/>
          <pc:sldMk cId="2663146142" sldId="593"/>
        </pc:sldMkLst>
        <pc:spChg chg="mod">
          <ac:chgData name="SUMA K G" userId="c26ce1b90fa457b4" providerId="LiveId" clId="{AEFB462C-EAB6-41E0-8A03-029EFB46DA37}" dt="2024-02-19T23:44:01.994" v="111"/>
          <ac:spMkLst>
            <pc:docMk/>
            <pc:sldMk cId="2663146142" sldId="593"/>
            <ac:spMk id="3" creationId="{57C59A32-D30A-EB0C-0BC6-88057D7F683E}"/>
          </ac:spMkLst>
        </pc:spChg>
        <pc:picChg chg="add mod">
          <ac:chgData name="SUMA K G" userId="c26ce1b90fa457b4" providerId="LiveId" clId="{AEFB462C-EAB6-41E0-8A03-029EFB46DA37}" dt="2024-02-19T23:44:14.760" v="113" actId="1076"/>
          <ac:picMkLst>
            <pc:docMk/>
            <pc:sldMk cId="2663146142" sldId="593"/>
            <ac:picMk id="5" creationId="{F64CE89B-9867-A6A3-5E9F-E05848214CCF}"/>
          </ac:picMkLst>
        </pc:picChg>
      </pc:sldChg>
      <pc:sldChg chg="modSp new mod">
        <pc:chgData name="SUMA K G" userId="c26ce1b90fa457b4" providerId="LiveId" clId="{AEFB462C-EAB6-41E0-8A03-029EFB46DA37}" dt="2024-02-19T23:44:34.811" v="116" actId="20577"/>
        <pc:sldMkLst>
          <pc:docMk/>
          <pc:sldMk cId="2420575970" sldId="594"/>
        </pc:sldMkLst>
        <pc:spChg chg="mod">
          <ac:chgData name="SUMA K G" userId="c26ce1b90fa457b4" providerId="LiveId" clId="{AEFB462C-EAB6-41E0-8A03-029EFB46DA37}" dt="2024-02-19T23:44:34.811" v="116" actId="20577"/>
          <ac:spMkLst>
            <pc:docMk/>
            <pc:sldMk cId="2420575970" sldId="594"/>
            <ac:spMk id="3" creationId="{E1456276-CE34-BED1-5EC6-3684BC6C1CFE}"/>
          </ac:spMkLst>
        </pc:spChg>
      </pc:sldChg>
      <pc:sldChg chg="del">
        <pc:chgData name="SUMA K G" userId="c26ce1b90fa457b4" providerId="LiveId" clId="{AEFB462C-EAB6-41E0-8A03-029EFB46DA37}" dt="2024-02-19T21:54:19.155" v="1" actId="47"/>
        <pc:sldMkLst>
          <pc:docMk/>
          <pc:sldMk cId="2927117963" sldId="594"/>
        </pc:sldMkLst>
      </pc:sldChg>
      <pc:sldChg chg="del">
        <pc:chgData name="SUMA K G" userId="c26ce1b90fa457b4" providerId="LiveId" clId="{AEFB462C-EAB6-41E0-8A03-029EFB46DA37}" dt="2024-02-19T21:54:19.598" v="4" actId="47"/>
        <pc:sldMkLst>
          <pc:docMk/>
          <pc:sldMk cId="231275377" sldId="595"/>
        </pc:sldMkLst>
      </pc:sldChg>
      <pc:sldChg chg="addSp modSp new mod">
        <pc:chgData name="SUMA K G" userId="c26ce1b90fa457b4" providerId="LiveId" clId="{AEFB462C-EAB6-41E0-8A03-029EFB46DA37}" dt="2024-02-19T23:45:07.340" v="121" actId="1076"/>
        <pc:sldMkLst>
          <pc:docMk/>
          <pc:sldMk cId="3735084650" sldId="595"/>
        </pc:sldMkLst>
        <pc:spChg chg="mod">
          <ac:chgData name="SUMA K G" userId="c26ce1b90fa457b4" providerId="LiveId" clId="{AEFB462C-EAB6-41E0-8A03-029EFB46DA37}" dt="2024-02-19T23:44:42.684" v="118"/>
          <ac:spMkLst>
            <pc:docMk/>
            <pc:sldMk cId="3735084650" sldId="595"/>
            <ac:spMk id="2" creationId="{B4A82FDC-796B-6396-06E7-456828C1BE44}"/>
          </ac:spMkLst>
        </pc:spChg>
        <pc:spChg chg="mod">
          <ac:chgData name="SUMA K G" userId="c26ce1b90fa457b4" providerId="LiveId" clId="{AEFB462C-EAB6-41E0-8A03-029EFB46DA37}" dt="2024-02-19T23:44:52.822" v="119"/>
          <ac:spMkLst>
            <pc:docMk/>
            <pc:sldMk cId="3735084650" sldId="595"/>
            <ac:spMk id="3" creationId="{36B61566-26A7-A813-74B8-40A0B401D8F1}"/>
          </ac:spMkLst>
        </pc:spChg>
        <pc:picChg chg="add mod">
          <ac:chgData name="SUMA K G" userId="c26ce1b90fa457b4" providerId="LiveId" clId="{AEFB462C-EAB6-41E0-8A03-029EFB46DA37}" dt="2024-02-19T23:45:07.340" v="121" actId="1076"/>
          <ac:picMkLst>
            <pc:docMk/>
            <pc:sldMk cId="3735084650" sldId="595"/>
            <ac:picMk id="5" creationId="{7FA245E3-0F4C-068D-52D0-6938D06FFC62}"/>
          </ac:picMkLst>
        </pc:picChg>
      </pc:sldChg>
      <pc:sldChg chg="del">
        <pc:chgData name="SUMA K G" userId="c26ce1b90fa457b4" providerId="LiveId" clId="{AEFB462C-EAB6-41E0-8A03-029EFB46DA37}" dt="2024-02-19T21:54:19.340" v="2" actId="47"/>
        <pc:sldMkLst>
          <pc:docMk/>
          <pc:sldMk cId="725756034" sldId="596"/>
        </pc:sldMkLst>
      </pc:sldChg>
      <pc:sldChg chg="addSp modSp new mod">
        <pc:chgData name="SUMA K G" userId="c26ce1b90fa457b4" providerId="LiveId" clId="{AEFB462C-EAB6-41E0-8A03-029EFB46DA37}" dt="2024-02-19T23:45:43.352" v="126" actId="1076"/>
        <pc:sldMkLst>
          <pc:docMk/>
          <pc:sldMk cId="3699798713" sldId="596"/>
        </pc:sldMkLst>
        <pc:spChg chg="mod">
          <ac:chgData name="SUMA K G" userId="c26ce1b90fa457b4" providerId="LiveId" clId="{AEFB462C-EAB6-41E0-8A03-029EFB46DA37}" dt="2024-02-19T23:45:20.802" v="123"/>
          <ac:spMkLst>
            <pc:docMk/>
            <pc:sldMk cId="3699798713" sldId="596"/>
            <ac:spMk id="3" creationId="{464C42D6-CDA6-EC5A-69D4-07DF801A991F}"/>
          </ac:spMkLst>
        </pc:spChg>
        <pc:picChg chg="add mod">
          <ac:chgData name="SUMA K G" userId="c26ce1b90fa457b4" providerId="LiveId" clId="{AEFB462C-EAB6-41E0-8A03-029EFB46DA37}" dt="2024-02-19T23:45:43.352" v="126" actId="1076"/>
          <ac:picMkLst>
            <pc:docMk/>
            <pc:sldMk cId="3699798713" sldId="596"/>
            <ac:picMk id="5" creationId="{4DB22F36-E640-C00C-CC37-610CE22A70FF}"/>
          </ac:picMkLst>
        </pc:picChg>
      </pc:sldChg>
      <pc:sldChg chg="modSp new mod">
        <pc:chgData name="SUMA K G" userId="c26ce1b90fa457b4" providerId="LiveId" clId="{AEFB462C-EAB6-41E0-8A03-029EFB46DA37}" dt="2024-02-19T23:45:57.087" v="128"/>
        <pc:sldMkLst>
          <pc:docMk/>
          <pc:sldMk cId="2640137442" sldId="597"/>
        </pc:sldMkLst>
        <pc:spChg chg="mod">
          <ac:chgData name="SUMA K G" userId="c26ce1b90fa457b4" providerId="LiveId" clId="{AEFB462C-EAB6-41E0-8A03-029EFB46DA37}" dt="2024-02-19T23:45:57.087" v="128"/>
          <ac:spMkLst>
            <pc:docMk/>
            <pc:sldMk cId="2640137442" sldId="597"/>
            <ac:spMk id="3" creationId="{C4C04AC5-FC48-CFA2-6ED2-0BED7D02EF7E}"/>
          </ac:spMkLst>
        </pc:spChg>
      </pc:sldChg>
      <pc:sldChg chg="del">
        <pc:chgData name="SUMA K G" userId="c26ce1b90fa457b4" providerId="LiveId" clId="{AEFB462C-EAB6-41E0-8A03-029EFB46DA37}" dt="2024-02-19T21:54:19.516" v="3" actId="47"/>
        <pc:sldMkLst>
          <pc:docMk/>
          <pc:sldMk cId="3320839937" sldId="597"/>
        </pc:sldMkLst>
      </pc:sldChg>
      <pc:sldChg chg="del">
        <pc:chgData name="SUMA K G" userId="c26ce1b90fa457b4" providerId="LiveId" clId="{AEFB462C-EAB6-41E0-8A03-029EFB46DA37}" dt="2024-02-19T21:54:20.704" v="9" actId="47"/>
        <pc:sldMkLst>
          <pc:docMk/>
          <pc:sldMk cId="632400608" sldId="598"/>
        </pc:sldMkLst>
      </pc:sldChg>
      <pc:sldChg chg="addSp modSp new mod">
        <pc:chgData name="SUMA K G" userId="c26ce1b90fa457b4" providerId="LiveId" clId="{AEFB462C-EAB6-41E0-8A03-029EFB46DA37}" dt="2024-02-19T23:46:49.068" v="134" actId="14100"/>
        <pc:sldMkLst>
          <pc:docMk/>
          <pc:sldMk cId="3475443129" sldId="598"/>
        </pc:sldMkLst>
        <pc:spChg chg="mod">
          <ac:chgData name="SUMA K G" userId="c26ce1b90fa457b4" providerId="LiveId" clId="{AEFB462C-EAB6-41E0-8A03-029EFB46DA37}" dt="2024-02-19T23:46:49.068" v="134" actId="14100"/>
          <ac:spMkLst>
            <pc:docMk/>
            <pc:sldMk cId="3475443129" sldId="598"/>
            <ac:spMk id="3" creationId="{D6EFE06A-57D9-B03F-A393-15E6BD86B2B2}"/>
          </ac:spMkLst>
        </pc:spChg>
        <pc:picChg chg="add mod">
          <ac:chgData name="SUMA K G" userId="c26ce1b90fa457b4" providerId="LiveId" clId="{AEFB462C-EAB6-41E0-8A03-029EFB46DA37}" dt="2024-02-19T23:46:36.924" v="132" actId="1076"/>
          <ac:picMkLst>
            <pc:docMk/>
            <pc:sldMk cId="3475443129" sldId="598"/>
            <ac:picMk id="5" creationId="{43F57706-0882-6F81-F991-C5F29F6365F1}"/>
          </ac:picMkLst>
        </pc:picChg>
      </pc:sldChg>
      <pc:sldChg chg="addSp modSp new mod">
        <pc:chgData name="SUMA K G" userId="c26ce1b90fa457b4" providerId="LiveId" clId="{AEFB462C-EAB6-41E0-8A03-029EFB46DA37}" dt="2024-02-19T23:47:33.084" v="142" actId="1076"/>
        <pc:sldMkLst>
          <pc:docMk/>
          <pc:sldMk cId="1362834264" sldId="599"/>
        </pc:sldMkLst>
        <pc:spChg chg="mod">
          <ac:chgData name="SUMA K G" userId="c26ce1b90fa457b4" providerId="LiveId" clId="{AEFB462C-EAB6-41E0-8A03-029EFB46DA37}" dt="2024-02-19T23:47:04.184" v="137" actId="27636"/>
          <ac:spMkLst>
            <pc:docMk/>
            <pc:sldMk cId="1362834264" sldId="599"/>
            <ac:spMk id="2" creationId="{1F658406-E336-9885-114C-62DA4DEB8FE3}"/>
          </ac:spMkLst>
        </pc:spChg>
        <pc:spChg chg="mod">
          <ac:chgData name="SUMA K G" userId="c26ce1b90fa457b4" providerId="LiveId" clId="{AEFB462C-EAB6-41E0-8A03-029EFB46DA37}" dt="2024-02-19T23:47:10.586" v="138"/>
          <ac:spMkLst>
            <pc:docMk/>
            <pc:sldMk cId="1362834264" sldId="599"/>
            <ac:spMk id="3" creationId="{8D189763-4272-79C4-7FA6-ECA4E269818A}"/>
          </ac:spMkLst>
        </pc:spChg>
        <pc:picChg chg="add mod">
          <ac:chgData name="SUMA K G" userId="c26ce1b90fa457b4" providerId="LiveId" clId="{AEFB462C-EAB6-41E0-8A03-029EFB46DA37}" dt="2024-02-19T23:47:33.084" v="142" actId="1076"/>
          <ac:picMkLst>
            <pc:docMk/>
            <pc:sldMk cId="1362834264" sldId="599"/>
            <ac:picMk id="5" creationId="{26C6CA53-E8F9-7DDE-CED7-46966FB9FCF7}"/>
          </ac:picMkLst>
        </pc:picChg>
      </pc:sldChg>
      <pc:sldChg chg="del">
        <pc:chgData name="SUMA K G" userId="c26ce1b90fa457b4" providerId="LiveId" clId="{AEFB462C-EAB6-41E0-8A03-029EFB46DA37}" dt="2024-02-19T21:54:20.379" v="8" actId="47"/>
        <pc:sldMkLst>
          <pc:docMk/>
          <pc:sldMk cId="2356889741" sldId="599"/>
        </pc:sldMkLst>
      </pc:sldChg>
      <pc:sldChg chg="addSp modSp new mod">
        <pc:chgData name="SUMA K G" userId="c26ce1b90fa457b4" providerId="LiveId" clId="{AEFB462C-EAB6-41E0-8A03-029EFB46DA37}" dt="2024-02-19T23:47:58.358" v="146" actId="1076"/>
        <pc:sldMkLst>
          <pc:docMk/>
          <pc:sldMk cId="2310833846" sldId="600"/>
        </pc:sldMkLst>
        <pc:spChg chg="mod">
          <ac:chgData name="SUMA K G" userId="c26ce1b90fa457b4" providerId="LiveId" clId="{AEFB462C-EAB6-41E0-8A03-029EFB46DA37}" dt="2024-02-19T23:47:45.037" v="144"/>
          <ac:spMkLst>
            <pc:docMk/>
            <pc:sldMk cId="2310833846" sldId="600"/>
            <ac:spMk id="3" creationId="{1A010CC9-EBDB-E7FB-147D-BAB1AA1309D3}"/>
          </ac:spMkLst>
        </pc:spChg>
        <pc:picChg chg="add mod">
          <ac:chgData name="SUMA K G" userId="c26ce1b90fa457b4" providerId="LiveId" clId="{AEFB462C-EAB6-41E0-8A03-029EFB46DA37}" dt="2024-02-19T23:47:58.358" v="146" actId="1076"/>
          <ac:picMkLst>
            <pc:docMk/>
            <pc:sldMk cId="2310833846" sldId="600"/>
            <ac:picMk id="5" creationId="{E7823464-7936-8289-75BB-4E3A47530611}"/>
          </ac:picMkLst>
        </pc:picChg>
      </pc:sldChg>
      <pc:sldChg chg="modSp new mod">
        <pc:chgData name="SUMA K G" userId="c26ce1b90fa457b4" providerId="LiveId" clId="{AEFB462C-EAB6-41E0-8A03-029EFB46DA37}" dt="2024-02-19T23:48:10.932" v="148"/>
        <pc:sldMkLst>
          <pc:docMk/>
          <pc:sldMk cId="3092059893" sldId="601"/>
        </pc:sldMkLst>
        <pc:spChg chg="mod">
          <ac:chgData name="SUMA K G" userId="c26ce1b90fa457b4" providerId="LiveId" clId="{AEFB462C-EAB6-41E0-8A03-029EFB46DA37}" dt="2024-02-19T23:48:10.932" v="148"/>
          <ac:spMkLst>
            <pc:docMk/>
            <pc:sldMk cId="3092059893" sldId="601"/>
            <ac:spMk id="3" creationId="{AB37F237-A98F-36C7-E1A2-F3DBFD352F6B}"/>
          </ac:spMkLst>
        </pc:spChg>
      </pc:sldChg>
      <pc:sldChg chg="del">
        <pc:chgData name="SUMA K G" userId="c26ce1b90fa457b4" providerId="LiveId" clId="{AEFB462C-EAB6-41E0-8A03-029EFB46DA37}" dt="2024-02-19T21:54:20.943" v="10" actId="47"/>
        <pc:sldMkLst>
          <pc:docMk/>
          <pc:sldMk cId="3846129185" sldId="601"/>
        </pc:sldMkLst>
      </pc:sldChg>
      <pc:sldChg chg="addSp modSp new mod">
        <pc:chgData name="SUMA K G" userId="c26ce1b90fa457b4" providerId="LiveId" clId="{AEFB462C-EAB6-41E0-8A03-029EFB46DA37}" dt="2024-02-19T23:48:38.997" v="152" actId="732"/>
        <pc:sldMkLst>
          <pc:docMk/>
          <pc:sldMk cId="1864293295" sldId="602"/>
        </pc:sldMkLst>
        <pc:picChg chg="add mod modCrop">
          <ac:chgData name="SUMA K G" userId="c26ce1b90fa457b4" providerId="LiveId" clId="{AEFB462C-EAB6-41E0-8A03-029EFB46DA37}" dt="2024-02-19T23:48:38.997" v="152" actId="732"/>
          <ac:picMkLst>
            <pc:docMk/>
            <pc:sldMk cId="1864293295" sldId="602"/>
            <ac:picMk id="5" creationId="{C53D4861-0B25-3234-F08D-59D27E66ECEB}"/>
          </ac:picMkLst>
        </pc:picChg>
      </pc:sldChg>
      <pc:sldChg chg="del">
        <pc:chgData name="SUMA K G" userId="c26ce1b90fa457b4" providerId="LiveId" clId="{AEFB462C-EAB6-41E0-8A03-029EFB46DA37}" dt="2024-02-19T21:54:21.131" v="11" actId="47"/>
        <pc:sldMkLst>
          <pc:docMk/>
          <pc:sldMk cId="2465350823" sldId="602"/>
        </pc:sldMkLst>
      </pc:sldChg>
      <pc:sldChg chg="del">
        <pc:chgData name="SUMA K G" userId="c26ce1b90fa457b4" providerId="LiveId" clId="{AEFB462C-EAB6-41E0-8A03-029EFB46DA37}" dt="2024-02-19T21:54:19.795" v="5" actId="47"/>
        <pc:sldMkLst>
          <pc:docMk/>
          <pc:sldMk cId="160196092" sldId="603"/>
        </pc:sldMkLst>
      </pc:sldChg>
      <pc:sldChg chg="modSp new mod">
        <pc:chgData name="SUMA K G" userId="c26ce1b90fa457b4" providerId="LiveId" clId="{AEFB462C-EAB6-41E0-8A03-029EFB46DA37}" dt="2024-02-19T23:48:56.332" v="154"/>
        <pc:sldMkLst>
          <pc:docMk/>
          <pc:sldMk cId="2931233677" sldId="603"/>
        </pc:sldMkLst>
        <pc:spChg chg="mod">
          <ac:chgData name="SUMA K G" userId="c26ce1b90fa457b4" providerId="LiveId" clId="{AEFB462C-EAB6-41E0-8A03-029EFB46DA37}" dt="2024-02-19T23:48:56.332" v="154"/>
          <ac:spMkLst>
            <pc:docMk/>
            <pc:sldMk cId="2931233677" sldId="603"/>
            <ac:spMk id="3" creationId="{DFA9283D-98C7-1F55-A829-5671EBB9E3AB}"/>
          </ac:spMkLst>
        </pc:spChg>
      </pc:sldChg>
      <pc:sldChg chg="del">
        <pc:chgData name="SUMA K G" userId="c26ce1b90fa457b4" providerId="LiveId" clId="{AEFB462C-EAB6-41E0-8A03-029EFB46DA37}" dt="2024-02-19T21:54:19.973" v="6" actId="47"/>
        <pc:sldMkLst>
          <pc:docMk/>
          <pc:sldMk cId="1308951125" sldId="604"/>
        </pc:sldMkLst>
      </pc:sldChg>
      <pc:sldChg chg="modSp new mod">
        <pc:chgData name="SUMA K G" userId="c26ce1b90fa457b4" providerId="LiveId" clId="{AEFB462C-EAB6-41E0-8A03-029EFB46DA37}" dt="2024-02-19T23:49:19.765" v="156"/>
        <pc:sldMkLst>
          <pc:docMk/>
          <pc:sldMk cId="1458193985" sldId="604"/>
        </pc:sldMkLst>
        <pc:spChg chg="mod">
          <ac:chgData name="SUMA K G" userId="c26ce1b90fa457b4" providerId="LiveId" clId="{AEFB462C-EAB6-41E0-8A03-029EFB46DA37}" dt="2024-02-19T23:49:19.765" v="156"/>
          <ac:spMkLst>
            <pc:docMk/>
            <pc:sldMk cId="1458193985" sldId="604"/>
            <ac:spMk id="3" creationId="{13ADCB3F-CE53-00A3-D301-3A000A2389C7}"/>
          </ac:spMkLst>
        </pc:spChg>
      </pc:sldChg>
      <pc:sldChg chg="del">
        <pc:chgData name="SUMA K G" userId="c26ce1b90fa457b4" providerId="LiveId" clId="{AEFB462C-EAB6-41E0-8A03-029EFB46DA37}" dt="2024-02-19T21:54:20.187" v="7" actId="47"/>
        <pc:sldMkLst>
          <pc:docMk/>
          <pc:sldMk cId="2517161550" sldId="605"/>
        </pc:sldMkLst>
      </pc:sldChg>
      <pc:sldChg chg="del">
        <pc:chgData name="SUMA K G" userId="c26ce1b90fa457b4" providerId="LiveId" clId="{AEFB462C-EAB6-41E0-8A03-029EFB46DA37}" dt="2024-02-19T21:54:21.337" v="12" actId="47"/>
        <pc:sldMkLst>
          <pc:docMk/>
          <pc:sldMk cId="3770136847" sldId="606"/>
        </pc:sldMkLst>
      </pc:sldChg>
      <pc:sldChg chg="del">
        <pc:chgData name="SUMA K G" userId="c26ce1b90fa457b4" providerId="LiveId" clId="{AEFB462C-EAB6-41E0-8A03-029EFB46DA37}" dt="2024-02-19T21:54:21.496" v="13" actId="47"/>
        <pc:sldMkLst>
          <pc:docMk/>
          <pc:sldMk cId="3099718690" sldId="607"/>
        </pc:sldMkLst>
      </pc:sldChg>
    </pc:docChg>
  </pc:docChgLst>
  <pc:docChgLst>
    <pc:chgData name="SUMA K G" userId="c26ce1b90fa457b4" providerId="LiveId" clId="{C68205FC-27D3-49EC-BC13-DBE350843C12}"/>
    <pc:docChg chg="custSel addSld delSld modSld addSection delSection modSection">
      <pc:chgData name="SUMA K G" userId="c26ce1b90fa457b4" providerId="LiveId" clId="{C68205FC-27D3-49EC-BC13-DBE350843C12}" dt="2024-04-25T19:42:16.157" v="35" actId="27636"/>
      <pc:docMkLst>
        <pc:docMk/>
      </pc:docMkLst>
      <pc:sldChg chg="modSp mod">
        <pc:chgData name="SUMA K G" userId="c26ce1b90fa457b4" providerId="LiveId" clId="{C68205FC-27D3-49EC-BC13-DBE350843C12}" dt="2024-04-25T19:39:35.792" v="1" actId="13926"/>
        <pc:sldMkLst>
          <pc:docMk/>
          <pc:sldMk cId="1376155376" sldId="262"/>
        </pc:sldMkLst>
        <pc:spChg chg="mod">
          <ac:chgData name="SUMA K G" userId="c26ce1b90fa457b4" providerId="LiveId" clId="{C68205FC-27D3-49EC-BC13-DBE350843C12}" dt="2024-04-25T19:39:35.792" v="1" actId="13926"/>
          <ac:spMkLst>
            <pc:docMk/>
            <pc:sldMk cId="1376155376" sldId="262"/>
            <ac:spMk id="3" creationId="{7D4E399C-0F79-D05C-02E6-4842741B3DD4}"/>
          </ac:spMkLst>
        </pc:spChg>
      </pc:sldChg>
      <pc:sldChg chg="modSp mod">
        <pc:chgData name="SUMA K G" userId="c26ce1b90fa457b4" providerId="LiveId" clId="{C68205FC-27D3-49EC-BC13-DBE350843C12}" dt="2024-04-25T19:40:10.166" v="7"/>
        <pc:sldMkLst>
          <pc:docMk/>
          <pc:sldMk cId="2140396993" sldId="632"/>
        </pc:sldMkLst>
        <pc:spChg chg="mod">
          <ac:chgData name="SUMA K G" userId="c26ce1b90fa457b4" providerId="LiveId" clId="{C68205FC-27D3-49EC-BC13-DBE350843C12}" dt="2024-04-25T19:39:57.733" v="5"/>
          <ac:spMkLst>
            <pc:docMk/>
            <pc:sldMk cId="2140396993" sldId="632"/>
            <ac:spMk id="2" creationId="{ABC5FC96-A151-8F4F-02B2-A1B03E193593}"/>
          </ac:spMkLst>
        </pc:spChg>
        <pc:spChg chg="mod">
          <ac:chgData name="SUMA K G" userId="c26ce1b90fa457b4" providerId="LiveId" clId="{C68205FC-27D3-49EC-BC13-DBE350843C12}" dt="2024-04-25T19:40:10.166" v="7"/>
          <ac:spMkLst>
            <pc:docMk/>
            <pc:sldMk cId="2140396993" sldId="632"/>
            <ac:spMk id="3" creationId="{7E3B465C-D001-FD38-A2B4-820946B1BCE2}"/>
          </ac:spMkLst>
        </pc:spChg>
      </pc:sldChg>
      <pc:sldChg chg="del">
        <pc:chgData name="SUMA K G" userId="c26ce1b90fa457b4" providerId="LiveId" clId="{C68205FC-27D3-49EC-BC13-DBE350843C12}" dt="2024-04-25T19:39:40.460" v="2" actId="47"/>
        <pc:sldMkLst>
          <pc:docMk/>
          <pc:sldMk cId="1548233411" sldId="633"/>
        </pc:sldMkLst>
      </pc:sldChg>
      <pc:sldChg chg="modSp new mod">
        <pc:chgData name="SUMA K G" userId="c26ce1b90fa457b4" providerId="LiveId" clId="{C68205FC-27D3-49EC-BC13-DBE350843C12}" dt="2024-04-25T19:41:25.720" v="23"/>
        <pc:sldMkLst>
          <pc:docMk/>
          <pc:sldMk cId="3925113435" sldId="633"/>
        </pc:sldMkLst>
        <pc:spChg chg="mod">
          <ac:chgData name="SUMA K G" userId="c26ce1b90fa457b4" providerId="LiveId" clId="{C68205FC-27D3-49EC-BC13-DBE350843C12}" dt="2024-04-25T19:41:25.720" v="23"/>
          <ac:spMkLst>
            <pc:docMk/>
            <pc:sldMk cId="3925113435" sldId="633"/>
            <ac:spMk id="3" creationId="{69F67308-CB37-C19D-77FF-21B2E9F13607}"/>
          </ac:spMkLst>
        </pc:spChg>
      </pc:sldChg>
      <pc:sldChg chg="modSp new mod">
        <pc:chgData name="SUMA K G" userId="c26ce1b90fa457b4" providerId="LiveId" clId="{C68205FC-27D3-49EC-BC13-DBE350843C12}" dt="2024-04-25T19:40:51.605" v="16"/>
        <pc:sldMkLst>
          <pc:docMk/>
          <pc:sldMk cId="1514114331" sldId="634"/>
        </pc:sldMkLst>
        <pc:spChg chg="mod">
          <ac:chgData name="SUMA K G" userId="c26ce1b90fa457b4" providerId="LiveId" clId="{C68205FC-27D3-49EC-BC13-DBE350843C12}" dt="2024-04-25T19:40:47.441" v="15"/>
          <ac:spMkLst>
            <pc:docMk/>
            <pc:sldMk cId="1514114331" sldId="634"/>
            <ac:spMk id="2" creationId="{4F1A468D-B047-DCE0-B7FF-5BEA25E2276F}"/>
          </ac:spMkLst>
        </pc:spChg>
        <pc:spChg chg="mod">
          <ac:chgData name="SUMA K G" userId="c26ce1b90fa457b4" providerId="LiveId" clId="{C68205FC-27D3-49EC-BC13-DBE350843C12}" dt="2024-04-25T19:40:51.605" v="16"/>
          <ac:spMkLst>
            <pc:docMk/>
            <pc:sldMk cId="1514114331" sldId="634"/>
            <ac:spMk id="3" creationId="{1C1388D3-488F-297D-A245-8B87EB0A0058}"/>
          </ac:spMkLst>
        </pc:spChg>
      </pc:sldChg>
      <pc:sldChg chg="del">
        <pc:chgData name="SUMA K G" userId="c26ce1b90fa457b4" providerId="LiveId" clId="{C68205FC-27D3-49EC-BC13-DBE350843C12}" dt="2024-04-25T19:39:40.460" v="2" actId="47"/>
        <pc:sldMkLst>
          <pc:docMk/>
          <pc:sldMk cId="1718805419" sldId="634"/>
        </pc:sldMkLst>
      </pc:sldChg>
      <pc:sldChg chg="modSp new mod">
        <pc:chgData name="SUMA K G" userId="c26ce1b90fa457b4" providerId="LiveId" clId="{C68205FC-27D3-49EC-BC13-DBE350843C12}" dt="2024-04-25T19:40:40.656" v="14"/>
        <pc:sldMkLst>
          <pc:docMk/>
          <pc:sldMk cId="1119052762" sldId="635"/>
        </pc:sldMkLst>
        <pc:spChg chg="mod">
          <ac:chgData name="SUMA K G" userId="c26ce1b90fa457b4" providerId="LiveId" clId="{C68205FC-27D3-49EC-BC13-DBE350843C12}" dt="2024-04-25T19:40:33.061" v="13"/>
          <ac:spMkLst>
            <pc:docMk/>
            <pc:sldMk cId="1119052762" sldId="635"/>
            <ac:spMk id="2" creationId="{1B6FA0C6-B264-80E2-F54F-E22A89372AB9}"/>
          </ac:spMkLst>
        </pc:spChg>
        <pc:spChg chg="mod">
          <ac:chgData name="SUMA K G" userId="c26ce1b90fa457b4" providerId="LiveId" clId="{C68205FC-27D3-49EC-BC13-DBE350843C12}" dt="2024-04-25T19:40:40.656" v="14"/>
          <ac:spMkLst>
            <pc:docMk/>
            <pc:sldMk cId="1119052762" sldId="635"/>
            <ac:spMk id="3" creationId="{13717629-F3F1-1C89-1FE4-533C5DAD5AF1}"/>
          </ac:spMkLst>
        </pc:spChg>
      </pc:sldChg>
      <pc:sldChg chg="del">
        <pc:chgData name="SUMA K G" userId="c26ce1b90fa457b4" providerId="LiveId" clId="{C68205FC-27D3-49EC-BC13-DBE350843C12}" dt="2024-04-25T19:39:40.460" v="2" actId="47"/>
        <pc:sldMkLst>
          <pc:docMk/>
          <pc:sldMk cId="2135059970" sldId="635"/>
        </pc:sldMkLst>
      </pc:sldChg>
      <pc:sldChg chg="del">
        <pc:chgData name="SUMA K G" userId="c26ce1b90fa457b4" providerId="LiveId" clId="{C68205FC-27D3-49EC-BC13-DBE350843C12}" dt="2024-04-25T19:39:40.460" v="2" actId="47"/>
        <pc:sldMkLst>
          <pc:docMk/>
          <pc:sldMk cId="3433225504" sldId="636"/>
        </pc:sldMkLst>
      </pc:sldChg>
      <pc:sldChg chg="addSp modSp new mod">
        <pc:chgData name="SUMA K G" userId="c26ce1b90fa457b4" providerId="LiveId" clId="{C68205FC-27D3-49EC-BC13-DBE350843C12}" dt="2024-04-25T19:41:16.364" v="22" actId="1076"/>
        <pc:sldMkLst>
          <pc:docMk/>
          <pc:sldMk cId="3468992511" sldId="636"/>
        </pc:sldMkLst>
        <pc:spChg chg="mod">
          <ac:chgData name="SUMA K G" userId="c26ce1b90fa457b4" providerId="LiveId" clId="{C68205FC-27D3-49EC-BC13-DBE350843C12}" dt="2024-04-25T19:40:59.315" v="18"/>
          <ac:spMkLst>
            <pc:docMk/>
            <pc:sldMk cId="3468992511" sldId="636"/>
            <ac:spMk id="2" creationId="{54E77FB1-79D7-8372-F95B-8FA746698941}"/>
          </ac:spMkLst>
        </pc:spChg>
        <pc:spChg chg="mod">
          <ac:chgData name="SUMA K G" userId="c26ce1b90fa457b4" providerId="LiveId" clId="{C68205FC-27D3-49EC-BC13-DBE350843C12}" dt="2024-04-25T19:41:03.349" v="19"/>
          <ac:spMkLst>
            <pc:docMk/>
            <pc:sldMk cId="3468992511" sldId="636"/>
            <ac:spMk id="3" creationId="{1EA8C1D8-27C4-24E7-0108-FF929DAE48B5}"/>
          </ac:spMkLst>
        </pc:spChg>
        <pc:picChg chg="add mod">
          <ac:chgData name="SUMA K G" userId="c26ce1b90fa457b4" providerId="LiveId" clId="{C68205FC-27D3-49EC-BC13-DBE350843C12}" dt="2024-04-25T19:41:16.364" v="22" actId="1076"/>
          <ac:picMkLst>
            <pc:docMk/>
            <pc:sldMk cId="3468992511" sldId="636"/>
            <ac:picMk id="1026" creationId="{4F7B0D9F-7DE5-4173-6A6F-6975311A9A0C}"/>
          </ac:picMkLst>
        </pc:picChg>
      </pc:sldChg>
      <pc:sldChg chg="del">
        <pc:chgData name="SUMA K G" userId="c26ce1b90fa457b4" providerId="LiveId" clId="{C68205FC-27D3-49EC-BC13-DBE350843C12}" dt="2024-04-25T19:39:40.460" v="2" actId="47"/>
        <pc:sldMkLst>
          <pc:docMk/>
          <pc:sldMk cId="1411210120" sldId="637"/>
        </pc:sldMkLst>
      </pc:sldChg>
      <pc:sldChg chg="modSp new mod">
        <pc:chgData name="SUMA K G" userId="c26ce1b90fa457b4" providerId="LiveId" clId="{C68205FC-27D3-49EC-BC13-DBE350843C12}" dt="2024-04-25T19:41:58.889" v="30"/>
        <pc:sldMkLst>
          <pc:docMk/>
          <pc:sldMk cId="3991810149" sldId="637"/>
        </pc:sldMkLst>
        <pc:spChg chg="mod">
          <ac:chgData name="SUMA K G" userId="c26ce1b90fa457b4" providerId="LiveId" clId="{C68205FC-27D3-49EC-BC13-DBE350843C12}" dt="2024-04-25T19:41:58.889" v="30"/>
          <ac:spMkLst>
            <pc:docMk/>
            <pc:sldMk cId="3991810149" sldId="637"/>
            <ac:spMk id="3" creationId="{9162CFEE-0985-112F-8950-C9D48C2B00FC}"/>
          </ac:spMkLst>
        </pc:spChg>
      </pc:sldChg>
      <pc:sldChg chg="del">
        <pc:chgData name="SUMA K G" userId="c26ce1b90fa457b4" providerId="LiveId" clId="{C68205FC-27D3-49EC-BC13-DBE350843C12}" dt="2024-04-25T19:39:40.460" v="2" actId="47"/>
        <pc:sldMkLst>
          <pc:docMk/>
          <pc:sldMk cId="2504296830" sldId="638"/>
        </pc:sldMkLst>
      </pc:sldChg>
      <pc:sldChg chg="modSp new mod">
        <pc:chgData name="SUMA K G" userId="c26ce1b90fa457b4" providerId="LiveId" clId="{C68205FC-27D3-49EC-BC13-DBE350843C12}" dt="2024-04-25T19:41:53.427" v="29"/>
        <pc:sldMkLst>
          <pc:docMk/>
          <pc:sldMk cId="3614041189" sldId="638"/>
        </pc:sldMkLst>
        <pc:spChg chg="mod">
          <ac:chgData name="SUMA K G" userId="c26ce1b90fa457b4" providerId="LiveId" clId="{C68205FC-27D3-49EC-BC13-DBE350843C12}" dt="2024-04-25T19:41:53.427" v="29"/>
          <ac:spMkLst>
            <pc:docMk/>
            <pc:sldMk cId="3614041189" sldId="638"/>
            <ac:spMk id="3" creationId="{BA0652C9-1888-DFDB-712F-7D7D900FA5C6}"/>
          </ac:spMkLst>
        </pc:spChg>
      </pc:sldChg>
      <pc:sldChg chg="modSp new mod">
        <pc:chgData name="SUMA K G" userId="c26ce1b90fa457b4" providerId="LiveId" clId="{C68205FC-27D3-49EC-BC13-DBE350843C12}" dt="2024-04-25T19:41:41.596" v="28"/>
        <pc:sldMkLst>
          <pc:docMk/>
          <pc:sldMk cId="678290323" sldId="639"/>
        </pc:sldMkLst>
        <pc:spChg chg="mod">
          <ac:chgData name="SUMA K G" userId="c26ce1b90fa457b4" providerId="LiveId" clId="{C68205FC-27D3-49EC-BC13-DBE350843C12}" dt="2024-04-25T19:41:37.421" v="27"/>
          <ac:spMkLst>
            <pc:docMk/>
            <pc:sldMk cId="678290323" sldId="639"/>
            <ac:spMk id="2" creationId="{05EF2660-9168-BA43-D7F6-E107B04B7C5D}"/>
          </ac:spMkLst>
        </pc:spChg>
        <pc:spChg chg="mod">
          <ac:chgData name="SUMA K G" userId="c26ce1b90fa457b4" providerId="LiveId" clId="{C68205FC-27D3-49EC-BC13-DBE350843C12}" dt="2024-04-25T19:41:41.596" v="28"/>
          <ac:spMkLst>
            <pc:docMk/>
            <pc:sldMk cId="678290323" sldId="639"/>
            <ac:spMk id="3" creationId="{59489AE0-C5C5-ACFC-7B07-B33224D91EE9}"/>
          </ac:spMkLst>
        </pc:spChg>
      </pc:sldChg>
      <pc:sldChg chg="del">
        <pc:chgData name="SUMA K G" userId="c26ce1b90fa457b4" providerId="LiveId" clId="{C68205FC-27D3-49EC-BC13-DBE350843C12}" dt="2024-04-25T19:39:40.460" v="2" actId="47"/>
        <pc:sldMkLst>
          <pc:docMk/>
          <pc:sldMk cId="4175353976" sldId="639"/>
        </pc:sldMkLst>
      </pc:sldChg>
      <pc:sldChg chg="del">
        <pc:chgData name="SUMA K G" userId="c26ce1b90fa457b4" providerId="LiveId" clId="{C68205FC-27D3-49EC-BC13-DBE350843C12}" dt="2024-04-25T19:39:40.460" v="2" actId="47"/>
        <pc:sldMkLst>
          <pc:docMk/>
          <pc:sldMk cId="984967428" sldId="640"/>
        </pc:sldMkLst>
      </pc:sldChg>
      <pc:sldChg chg="addSp new">
        <pc:chgData name="SUMA K G" userId="c26ce1b90fa457b4" providerId="LiveId" clId="{C68205FC-27D3-49EC-BC13-DBE350843C12}" dt="2024-04-25T19:42:05.897" v="32"/>
        <pc:sldMkLst>
          <pc:docMk/>
          <pc:sldMk cId="3472480330" sldId="640"/>
        </pc:sldMkLst>
        <pc:picChg chg="add">
          <ac:chgData name="SUMA K G" userId="c26ce1b90fa457b4" providerId="LiveId" clId="{C68205FC-27D3-49EC-BC13-DBE350843C12}" dt="2024-04-25T19:42:05.897" v="32"/>
          <ac:picMkLst>
            <pc:docMk/>
            <pc:sldMk cId="3472480330" sldId="640"/>
            <ac:picMk id="2050" creationId="{7BCF1121-8B3E-D657-B145-01D03F86CAF7}"/>
          </ac:picMkLst>
        </pc:picChg>
      </pc:sldChg>
      <pc:sldChg chg="del">
        <pc:chgData name="SUMA K G" userId="c26ce1b90fa457b4" providerId="LiveId" clId="{C68205FC-27D3-49EC-BC13-DBE350843C12}" dt="2024-04-25T19:39:40.460" v="2" actId="47"/>
        <pc:sldMkLst>
          <pc:docMk/>
          <pc:sldMk cId="2549826248" sldId="641"/>
        </pc:sldMkLst>
      </pc:sldChg>
      <pc:sldChg chg="modSp new mod">
        <pc:chgData name="SUMA K G" userId="c26ce1b90fa457b4" providerId="LiveId" clId="{C68205FC-27D3-49EC-BC13-DBE350843C12}" dt="2024-04-25T19:42:16.157" v="35" actId="27636"/>
        <pc:sldMkLst>
          <pc:docMk/>
          <pc:sldMk cId="3918615996" sldId="641"/>
        </pc:sldMkLst>
        <pc:spChg chg="mod">
          <ac:chgData name="SUMA K G" userId="c26ce1b90fa457b4" providerId="LiveId" clId="{C68205FC-27D3-49EC-BC13-DBE350843C12}" dt="2024-04-25T19:42:16.157" v="35" actId="27636"/>
          <ac:spMkLst>
            <pc:docMk/>
            <pc:sldMk cId="3918615996" sldId="641"/>
            <ac:spMk id="3" creationId="{84A7DA8E-811A-E772-E26B-7AFA79E97589}"/>
          </ac:spMkLst>
        </pc:spChg>
      </pc:sldChg>
      <pc:sldChg chg="del">
        <pc:chgData name="SUMA K G" userId="c26ce1b90fa457b4" providerId="LiveId" clId="{C68205FC-27D3-49EC-BC13-DBE350843C12}" dt="2024-04-25T19:39:40.460" v="2" actId="47"/>
        <pc:sldMkLst>
          <pc:docMk/>
          <pc:sldMk cId="2831552760" sldId="642"/>
        </pc:sldMkLst>
      </pc:sldChg>
      <pc:sldChg chg="del">
        <pc:chgData name="SUMA K G" userId="c26ce1b90fa457b4" providerId="LiveId" clId="{C68205FC-27D3-49EC-BC13-DBE350843C12}" dt="2024-04-25T19:39:40.460" v="2" actId="47"/>
        <pc:sldMkLst>
          <pc:docMk/>
          <pc:sldMk cId="4201822665" sldId="643"/>
        </pc:sldMkLst>
      </pc:sldChg>
      <pc:sldChg chg="del">
        <pc:chgData name="SUMA K G" userId="c26ce1b90fa457b4" providerId="LiveId" clId="{C68205FC-27D3-49EC-BC13-DBE350843C12}" dt="2024-04-25T19:39:40.460" v="2" actId="47"/>
        <pc:sldMkLst>
          <pc:docMk/>
          <pc:sldMk cId="3107014009" sldId="644"/>
        </pc:sldMkLst>
      </pc:sldChg>
      <pc:sldChg chg="del">
        <pc:chgData name="SUMA K G" userId="c26ce1b90fa457b4" providerId="LiveId" clId="{C68205FC-27D3-49EC-BC13-DBE350843C12}" dt="2024-04-25T19:39:40.460" v="2" actId="47"/>
        <pc:sldMkLst>
          <pc:docMk/>
          <pc:sldMk cId="621275505" sldId="645"/>
        </pc:sldMkLst>
      </pc:sldChg>
      <pc:sldChg chg="del">
        <pc:chgData name="SUMA K G" userId="c26ce1b90fa457b4" providerId="LiveId" clId="{C68205FC-27D3-49EC-BC13-DBE350843C12}" dt="2024-04-25T19:39:43.559" v="3" actId="47"/>
        <pc:sldMkLst>
          <pc:docMk/>
          <pc:sldMk cId="3121625364" sldId="646"/>
        </pc:sldMkLst>
      </pc:sldChg>
      <pc:sldChg chg="del">
        <pc:chgData name="SUMA K G" userId="c26ce1b90fa457b4" providerId="LiveId" clId="{C68205FC-27D3-49EC-BC13-DBE350843C12}" dt="2024-04-25T19:39:43.559" v="3" actId="47"/>
        <pc:sldMkLst>
          <pc:docMk/>
          <pc:sldMk cId="3444560896" sldId="647"/>
        </pc:sldMkLst>
      </pc:sldChg>
      <pc:sldChg chg="del">
        <pc:chgData name="SUMA K G" userId="c26ce1b90fa457b4" providerId="LiveId" clId="{C68205FC-27D3-49EC-BC13-DBE350843C12}" dt="2024-04-25T19:39:43.559" v="3" actId="47"/>
        <pc:sldMkLst>
          <pc:docMk/>
          <pc:sldMk cId="1728756116" sldId="648"/>
        </pc:sldMkLst>
      </pc:sldChg>
      <pc:sldChg chg="del">
        <pc:chgData name="SUMA K G" userId="c26ce1b90fa457b4" providerId="LiveId" clId="{C68205FC-27D3-49EC-BC13-DBE350843C12}" dt="2024-04-25T19:39:43.559" v="3" actId="47"/>
        <pc:sldMkLst>
          <pc:docMk/>
          <pc:sldMk cId="1532738761" sldId="649"/>
        </pc:sldMkLst>
      </pc:sldChg>
      <pc:sldChg chg="del">
        <pc:chgData name="SUMA K G" userId="c26ce1b90fa457b4" providerId="LiveId" clId="{C68205FC-27D3-49EC-BC13-DBE350843C12}" dt="2024-04-25T19:39:43.559" v="3" actId="47"/>
        <pc:sldMkLst>
          <pc:docMk/>
          <pc:sldMk cId="4172055002" sldId="650"/>
        </pc:sldMkLst>
      </pc:sldChg>
      <pc:sldChg chg="del">
        <pc:chgData name="SUMA K G" userId="c26ce1b90fa457b4" providerId="LiveId" clId="{C68205FC-27D3-49EC-BC13-DBE350843C12}" dt="2024-04-25T19:39:43.559" v="3" actId="47"/>
        <pc:sldMkLst>
          <pc:docMk/>
          <pc:sldMk cId="2540866453" sldId="651"/>
        </pc:sldMkLst>
      </pc:sldChg>
      <pc:sldChg chg="del">
        <pc:chgData name="SUMA K G" userId="c26ce1b90fa457b4" providerId="LiveId" clId="{C68205FC-27D3-49EC-BC13-DBE350843C12}" dt="2024-04-25T19:39:43.559" v="3" actId="47"/>
        <pc:sldMkLst>
          <pc:docMk/>
          <pc:sldMk cId="1771308492" sldId="652"/>
        </pc:sldMkLst>
      </pc:sldChg>
      <pc:sldChg chg="del">
        <pc:chgData name="SUMA K G" userId="c26ce1b90fa457b4" providerId="LiveId" clId="{C68205FC-27D3-49EC-BC13-DBE350843C12}" dt="2024-04-25T19:39:43.559" v="3" actId="47"/>
        <pc:sldMkLst>
          <pc:docMk/>
          <pc:sldMk cId="3419986860" sldId="653"/>
        </pc:sldMkLst>
      </pc:sldChg>
      <pc:sldChg chg="del">
        <pc:chgData name="SUMA K G" userId="c26ce1b90fa457b4" providerId="LiveId" clId="{C68205FC-27D3-49EC-BC13-DBE350843C12}" dt="2024-04-25T19:39:43.559" v="3" actId="47"/>
        <pc:sldMkLst>
          <pc:docMk/>
          <pc:sldMk cId="2488320780" sldId="654"/>
        </pc:sldMkLst>
      </pc:sldChg>
      <pc:sldChg chg="del">
        <pc:chgData name="SUMA K G" userId="c26ce1b90fa457b4" providerId="LiveId" clId="{C68205FC-27D3-49EC-BC13-DBE350843C12}" dt="2024-04-25T19:39:43.559" v="3" actId="47"/>
        <pc:sldMkLst>
          <pc:docMk/>
          <pc:sldMk cId="442567465" sldId="655"/>
        </pc:sldMkLst>
      </pc:sldChg>
      <pc:sldChg chg="del">
        <pc:chgData name="SUMA K G" userId="c26ce1b90fa457b4" providerId="LiveId" clId="{C68205FC-27D3-49EC-BC13-DBE350843C12}" dt="2024-04-25T19:39:43.559" v="3" actId="47"/>
        <pc:sldMkLst>
          <pc:docMk/>
          <pc:sldMk cId="4163169801" sldId="656"/>
        </pc:sldMkLst>
      </pc:sldChg>
      <pc:sldChg chg="del">
        <pc:chgData name="SUMA K G" userId="c26ce1b90fa457b4" providerId="LiveId" clId="{C68205FC-27D3-49EC-BC13-DBE350843C12}" dt="2024-04-25T19:39:43.559" v="3" actId="47"/>
        <pc:sldMkLst>
          <pc:docMk/>
          <pc:sldMk cId="215455815" sldId="657"/>
        </pc:sldMkLst>
      </pc:sldChg>
      <pc:sldChg chg="del">
        <pc:chgData name="SUMA K G" userId="c26ce1b90fa457b4" providerId="LiveId" clId="{C68205FC-27D3-49EC-BC13-DBE350843C12}" dt="2024-04-25T19:39:43.559" v="3" actId="47"/>
        <pc:sldMkLst>
          <pc:docMk/>
          <pc:sldMk cId="140570190" sldId="658"/>
        </pc:sldMkLst>
      </pc:sldChg>
      <pc:sldChg chg="del">
        <pc:chgData name="SUMA K G" userId="c26ce1b90fa457b4" providerId="LiveId" clId="{C68205FC-27D3-49EC-BC13-DBE350843C12}" dt="2024-04-25T19:39:46.661" v="4" actId="47"/>
        <pc:sldMkLst>
          <pc:docMk/>
          <pc:sldMk cId="3838120174" sldId="659"/>
        </pc:sldMkLst>
      </pc:sldChg>
      <pc:sldChg chg="del">
        <pc:chgData name="SUMA K G" userId="c26ce1b90fa457b4" providerId="LiveId" clId="{C68205FC-27D3-49EC-BC13-DBE350843C12}" dt="2024-04-25T19:39:46.661" v="4" actId="47"/>
        <pc:sldMkLst>
          <pc:docMk/>
          <pc:sldMk cId="3049697209" sldId="660"/>
        </pc:sldMkLst>
      </pc:sldChg>
      <pc:sldChg chg="del">
        <pc:chgData name="SUMA K G" userId="c26ce1b90fa457b4" providerId="LiveId" clId="{C68205FC-27D3-49EC-BC13-DBE350843C12}" dt="2024-04-25T19:39:46.661" v="4" actId="47"/>
        <pc:sldMkLst>
          <pc:docMk/>
          <pc:sldMk cId="3570972906" sldId="661"/>
        </pc:sldMkLst>
      </pc:sldChg>
    </pc:docChg>
  </pc:docChgLst>
  <pc:docChgLst>
    <pc:chgData name="SUMA K G" userId="c26ce1b90fa457b4" providerId="LiveId" clId="{37A7FBD5-A4A9-4077-A3FF-46E6E2CADEFD}"/>
    <pc:docChg chg="undo custSel addSld delSld modSld">
      <pc:chgData name="SUMA K G" userId="c26ce1b90fa457b4" providerId="LiveId" clId="{37A7FBD5-A4A9-4077-A3FF-46E6E2CADEFD}" dt="2024-03-21T09:56:29.447" v="81" actId="47"/>
      <pc:docMkLst>
        <pc:docMk/>
      </pc:docMkLst>
      <pc:sldChg chg="modSp mod">
        <pc:chgData name="SUMA K G" userId="c26ce1b90fa457b4" providerId="LiveId" clId="{37A7FBD5-A4A9-4077-A3FF-46E6E2CADEFD}" dt="2024-03-18T23:00:12.029" v="3" actId="13926"/>
        <pc:sldMkLst>
          <pc:docMk/>
          <pc:sldMk cId="1385568766" sldId="260"/>
        </pc:sldMkLst>
        <pc:spChg chg="mod">
          <ac:chgData name="SUMA K G" userId="c26ce1b90fa457b4" providerId="LiveId" clId="{37A7FBD5-A4A9-4077-A3FF-46E6E2CADEFD}" dt="2024-03-18T23:00:12.029" v="3" actId="13926"/>
          <ac:spMkLst>
            <pc:docMk/>
            <pc:sldMk cId="1385568766" sldId="260"/>
            <ac:spMk id="3" creationId="{EC7FE152-4D77-18DF-A8D9-2F7A2946B887}"/>
          </ac:spMkLst>
        </pc:spChg>
      </pc:sldChg>
      <pc:sldChg chg="modSp mod">
        <pc:chgData name="SUMA K G" userId="c26ce1b90fa457b4" providerId="LiveId" clId="{37A7FBD5-A4A9-4077-A3FF-46E6E2CADEFD}" dt="2024-03-18T23:00:04.017" v="0" actId="20577"/>
        <pc:sldMkLst>
          <pc:docMk/>
          <pc:sldMk cId="2773029733" sldId="585"/>
        </pc:sldMkLst>
        <pc:spChg chg="mod">
          <ac:chgData name="SUMA K G" userId="c26ce1b90fa457b4" providerId="LiveId" clId="{37A7FBD5-A4A9-4077-A3FF-46E6E2CADEFD}" dt="2024-03-18T23:00:04.017" v="0" actId="20577"/>
          <ac:spMkLst>
            <pc:docMk/>
            <pc:sldMk cId="2773029733" sldId="585"/>
            <ac:spMk id="3" creationId="{FD6B1D31-C4E7-8A73-DE3F-694072EBD1FA}"/>
          </ac:spMkLst>
        </pc:spChg>
      </pc:sldChg>
      <pc:sldChg chg="del">
        <pc:chgData name="SUMA K G" userId="c26ce1b90fa457b4" providerId="LiveId" clId="{37A7FBD5-A4A9-4077-A3FF-46E6E2CADEFD}" dt="2024-03-18T23:00:14.632" v="4" actId="47"/>
        <pc:sldMkLst>
          <pc:docMk/>
          <pc:sldMk cId="1492335786" sldId="593"/>
        </pc:sldMkLst>
      </pc:sldChg>
      <pc:sldChg chg="del">
        <pc:chgData name="SUMA K G" userId="c26ce1b90fa457b4" providerId="LiveId" clId="{37A7FBD5-A4A9-4077-A3FF-46E6E2CADEFD}" dt="2024-03-18T23:00:15.093" v="5" actId="47"/>
        <pc:sldMkLst>
          <pc:docMk/>
          <pc:sldMk cId="4019616091" sldId="594"/>
        </pc:sldMkLst>
      </pc:sldChg>
      <pc:sldChg chg="del">
        <pc:chgData name="SUMA K G" userId="c26ce1b90fa457b4" providerId="LiveId" clId="{37A7FBD5-A4A9-4077-A3FF-46E6E2CADEFD}" dt="2024-03-18T23:00:15.400" v="6" actId="47"/>
        <pc:sldMkLst>
          <pc:docMk/>
          <pc:sldMk cId="976618138" sldId="595"/>
        </pc:sldMkLst>
      </pc:sldChg>
      <pc:sldChg chg="del">
        <pc:chgData name="SUMA K G" userId="c26ce1b90fa457b4" providerId="LiveId" clId="{37A7FBD5-A4A9-4077-A3FF-46E6E2CADEFD}" dt="2024-03-18T23:00:15.675" v="7" actId="47"/>
        <pc:sldMkLst>
          <pc:docMk/>
          <pc:sldMk cId="483228705" sldId="596"/>
        </pc:sldMkLst>
      </pc:sldChg>
      <pc:sldChg chg="del">
        <pc:chgData name="SUMA K G" userId="c26ce1b90fa457b4" providerId="LiveId" clId="{37A7FBD5-A4A9-4077-A3FF-46E6E2CADEFD}" dt="2024-03-18T23:00:15.949" v="8" actId="47"/>
        <pc:sldMkLst>
          <pc:docMk/>
          <pc:sldMk cId="1387488720" sldId="597"/>
        </pc:sldMkLst>
      </pc:sldChg>
      <pc:sldChg chg="del">
        <pc:chgData name="SUMA K G" userId="c26ce1b90fa457b4" providerId="LiveId" clId="{37A7FBD5-A4A9-4077-A3FF-46E6E2CADEFD}" dt="2024-03-18T23:00:16.251" v="9" actId="47"/>
        <pc:sldMkLst>
          <pc:docMk/>
          <pc:sldMk cId="1505507602" sldId="598"/>
        </pc:sldMkLst>
      </pc:sldChg>
      <pc:sldChg chg="del">
        <pc:chgData name="SUMA K G" userId="c26ce1b90fa457b4" providerId="LiveId" clId="{37A7FBD5-A4A9-4077-A3FF-46E6E2CADEFD}" dt="2024-03-18T23:00:16.559" v="10" actId="47"/>
        <pc:sldMkLst>
          <pc:docMk/>
          <pc:sldMk cId="2219327340" sldId="599"/>
        </pc:sldMkLst>
      </pc:sldChg>
      <pc:sldChg chg="del">
        <pc:chgData name="SUMA K G" userId="c26ce1b90fa457b4" providerId="LiveId" clId="{37A7FBD5-A4A9-4077-A3FF-46E6E2CADEFD}" dt="2024-03-18T23:00:17.123" v="11" actId="47"/>
        <pc:sldMkLst>
          <pc:docMk/>
          <pc:sldMk cId="3883197779" sldId="600"/>
        </pc:sldMkLst>
      </pc:sldChg>
      <pc:sldChg chg="del">
        <pc:chgData name="SUMA K G" userId="c26ce1b90fa457b4" providerId="LiveId" clId="{37A7FBD5-A4A9-4077-A3FF-46E6E2CADEFD}" dt="2024-03-18T23:00:17.757" v="12" actId="47"/>
        <pc:sldMkLst>
          <pc:docMk/>
          <pc:sldMk cId="2042579537" sldId="602"/>
        </pc:sldMkLst>
      </pc:sldChg>
      <pc:sldChg chg="del">
        <pc:chgData name="SUMA K G" userId="c26ce1b90fa457b4" providerId="LiveId" clId="{37A7FBD5-A4A9-4077-A3FF-46E6E2CADEFD}" dt="2024-03-18T23:00:18.227" v="13" actId="47"/>
        <pc:sldMkLst>
          <pc:docMk/>
          <pc:sldMk cId="1656693505" sldId="603"/>
        </pc:sldMkLst>
      </pc:sldChg>
      <pc:sldChg chg="del">
        <pc:chgData name="SUMA K G" userId="c26ce1b90fa457b4" providerId="LiveId" clId="{37A7FBD5-A4A9-4077-A3FF-46E6E2CADEFD}" dt="2024-03-18T23:00:20.895" v="15" actId="47"/>
        <pc:sldMkLst>
          <pc:docMk/>
          <pc:sldMk cId="2993535919" sldId="604"/>
        </pc:sldMkLst>
      </pc:sldChg>
      <pc:sldChg chg="del">
        <pc:chgData name="SUMA K G" userId="c26ce1b90fa457b4" providerId="LiveId" clId="{37A7FBD5-A4A9-4077-A3FF-46E6E2CADEFD}" dt="2024-03-18T23:00:21.232" v="16" actId="47"/>
        <pc:sldMkLst>
          <pc:docMk/>
          <pc:sldMk cId="3630761230" sldId="605"/>
        </pc:sldMkLst>
      </pc:sldChg>
      <pc:sldChg chg="del">
        <pc:chgData name="SUMA K G" userId="c26ce1b90fa457b4" providerId="LiveId" clId="{37A7FBD5-A4A9-4077-A3FF-46E6E2CADEFD}" dt="2024-03-18T23:00:19.075" v="14" actId="47"/>
        <pc:sldMkLst>
          <pc:docMk/>
          <pc:sldMk cId="3369875745" sldId="606"/>
        </pc:sldMkLst>
      </pc:sldChg>
      <pc:sldChg chg="del">
        <pc:chgData name="SUMA K G" userId="c26ce1b90fa457b4" providerId="LiveId" clId="{37A7FBD5-A4A9-4077-A3FF-46E6E2CADEFD}" dt="2024-03-18T23:00:21.747" v="17" actId="47"/>
        <pc:sldMkLst>
          <pc:docMk/>
          <pc:sldMk cId="1237614459" sldId="612"/>
        </pc:sldMkLst>
      </pc:sldChg>
      <pc:sldChg chg="del">
        <pc:chgData name="SUMA K G" userId="c26ce1b90fa457b4" providerId="LiveId" clId="{37A7FBD5-A4A9-4077-A3FF-46E6E2CADEFD}" dt="2024-03-18T23:00:22.491" v="18" actId="47"/>
        <pc:sldMkLst>
          <pc:docMk/>
          <pc:sldMk cId="2554560264" sldId="613"/>
        </pc:sldMkLst>
      </pc:sldChg>
      <pc:sldChg chg="del">
        <pc:chgData name="SUMA K G" userId="c26ce1b90fa457b4" providerId="LiveId" clId="{37A7FBD5-A4A9-4077-A3FF-46E6E2CADEFD}" dt="2024-03-18T23:00:22.720" v="19" actId="47"/>
        <pc:sldMkLst>
          <pc:docMk/>
          <pc:sldMk cId="4268859414" sldId="615"/>
        </pc:sldMkLst>
      </pc:sldChg>
      <pc:sldChg chg="del">
        <pc:chgData name="SUMA K G" userId="c26ce1b90fa457b4" providerId="LiveId" clId="{37A7FBD5-A4A9-4077-A3FF-46E6E2CADEFD}" dt="2024-03-18T23:00:22.995" v="20" actId="47"/>
        <pc:sldMkLst>
          <pc:docMk/>
          <pc:sldMk cId="1721320407" sldId="616"/>
        </pc:sldMkLst>
      </pc:sldChg>
      <pc:sldChg chg="del">
        <pc:chgData name="SUMA K G" userId="c26ce1b90fa457b4" providerId="LiveId" clId="{37A7FBD5-A4A9-4077-A3FF-46E6E2CADEFD}" dt="2024-03-18T23:00:23.395" v="21" actId="47"/>
        <pc:sldMkLst>
          <pc:docMk/>
          <pc:sldMk cId="1770248641" sldId="617"/>
        </pc:sldMkLst>
      </pc:sldChg>
      <pc:sldChg chg="del">
        <pc:chgData name="SUMA K G" userId="c26ce1b90fa457b4" providerId="LiveId" clId="{37A7FBD5-A4A9-4077-A3FF-46E6E2CADEFD}" dt="2024-03-18T23:00:24.717" v="22" actId="47"/>
        <pc:sldMkLst>
          <pc:docMk/>
          <pc:sldMk cId="2837966874" sldId="618"/>
        </pc:sldMkLst>
      </pc:sldChg>
      <pc:sldChg chg="del">
        <pc:chgData name="SUMA K G" userId="c26ce1b90fa457b4" providerId="LiveId" clId="{37A7FBD5-A4A9-4077-A3FF-46E6E2CADEFD}" dt="2024-03-18T23:00:25.245" v="23" actId="47"/>
        <pc:sldMkLst>
          <pc:docMk/>
          <pc:sldMk cId="678912355" sldId="619"/>
        </pc:sldMkLst>
      </pc:sldChg>
      <pc:sldChg chg="del">
        <pc:chgData name="SUMA K G" userId="c26ce1b90fa457b4" providerId="LiveId" clId="{37A7FBD5-A4A9-4077-A3FF-46E6E2CADEFD}" dt="2024-03-18T23:00:26.542" v="24" actId="47"/>
        <pc:sldMkLst>
          <pc:docMk/>
          <pc:sldMk cId="1323524045" sldId="621"/>
        </pc:sldMkLst>
      </pc:sldChg>
      <pc:sldChg chg="modSp mod">
        <pc:chgData name="SUMA K G" userId="c26ce1b90fa457b4" providerId="LiveId" clId="{37A7FBD5-A4A9-4077-A3FF-46E6E2CADEFD}" dt="2024-03-19T01:06:46.008" v="26" actId="13926"/>
        <pc:sldMkLst>
          <pc:docMk/>
          <pc:sldMk cId="3351007628" sldId="622"/>
        </pc:sldMkLst>
        <pc:spChg chg="mod">
          <ac:chgData name="SUMA K G" userId="c26ce1b90fa457b4" providerId="LiveId" clId="{37A7FBD5-A4A9-4077-A3FF-46E6E2CADEFD}" dt="2024-03-19T01:06:46.008" v="26" actId="13926"/>
          <ac:spMkLst>
            <pc:docMk/>
            <pc:sldMk cId="3351007628" sldId="622"/>
            <ac:spMk id="3" creationId="{3AE665DD-2FFD-842A-ACE2-3E1FA16977CF}"/>
          </ac:spMkLst>
        </pc:spChg>
      </pc:sldChg>
      <pc:sldChg chg="del">
        <pc:chgData name="SUMA K G" userId="c26ce1b90fa457b4" providerId="LiveId" clId="{37A7FBD5-A4A9-4077-A3FF-46E6E2CADEFD}" dt="2024-03-19T02:28:42.816" v="27" actId="2696"/>
        <pc:sldMkLst>
          <pc:docMk/>
          <pc:sldMk cId="1913024256" sldId="627"/>
        </pc:sldMkLst>
      </pc:sldChg>
      <pc:sldChg chg="add">
        <pc:chgData name="SUMA K G" userId="c26ce1b90fa457b4" providerId="LiveId" clId="{37A7FBD5-A4A9-4077-A3FF-46E6E2CADEFD}" dt="2024-03-19T02:28:45.436" v="28"/>
        <pc:sldMkLst>
          <pc:docMk/>
          <pc:sldMk cId="3874945197" sldId="627"/>
        </pc:sldMkLst>
      </pc:sldChg>
      <pc:sldChg chg="del">
        <pc:chgData name="SUMA K G" userId="c26ce1b90fa457b4" providerId="LiveId" clId="{37A7FBD5-A4A9-4077-A3FF-46E6E2CADEFD}" dt="2024-03-19T02:28:42.816" v="27" actId="2696"/>
        <pc:sldMkLst>
          <pc:docMk/>
          <pc:sldMk cId="1705159450" sldId="628"/>
        </pc:sldMkLst>
      </pc:sldChg>
      <pc:sldChg chg="add">
        <pc:chgData name="SUMA K G" userId="c26ce1b90fa457b4" providerId="LiveId" clId="{37A7FBD5-A4A9-4077-A3FF-46E6E2CADEFD}" dt="2024-03-19T02:28:45.436" v="28"/>
        <pc:sldMkLst>
          <pc:docMk/>
          <pc:sldMk cId="3340202010" sldId="628"/>
        </pc:sldMkLst>
      </pc:sldChg>
      <pc:sldChg chg="add">
        <pc:chgData name="SUMA K G" userId="c26ce1b90fa457b4" providerId="LiveId" clId="{37A7FBD5-A4A9-4077-A3FF-46E6E2CADEFD}" dt="2024-03-19T02:28:45.436" v="28"/>
        <pc:sldMkLst>
          <pc:docMk/>
          <pc:sldMk cId="1504981754" sldId="629"/>
        </pc:sldMkLst>
      </pc:sldChg>
      <pc:sldChg chg="del">
        <pc:chgData name="SUMA K G" userId="c26ce1b90fa457b4" providerId="LiveId" clId="{37A7FBD5-A4A9-4077-A3FF-46E6E2CADEFD}" dt="2024-03-19T02:28:42.816" v="27" actId="2696"/>
        <pc:sldMkLst>
          <pc:docMk/>
          <pc:sldMk cId="3382541739" sldId="629"/>
        </pc:sldMkLst>
      </pc:sldChg>
      <pc:sldChg chg="addSp modSp new del mod">
        <pc:chgData name="SUMA K G" userId="c26ce1b90fa457b4" providerId="LiveId" clId="{37A7FBD5-A4A9-4077-A3FF-46E6E2CADEFD}" dt="2024-03-21T04:55:58.754" v="34" actId="47"/>
        <pc:sldMkLst>
          <pc:docMk/>
          <pc:sldMk cId="1887987557" sldId="631"/>
        </pc:sldMkLst>
        <pc:spChg chg="mod">
          <ac:chgData name="SUMA K G" userId="c26ce1b90fa457b4" providerId="LiveId" clId="{37A7FBD5-A4A9-4077-A3FF-46E6E2CADEFD}" dt="2024-03-21T04:55:27.565" v="33"/>
          <ac:spMkLst>
            <pc:docMk/>
            <pc:sldMk cId="1887987557" sldId="631"/>
            <ac:spMk id="3" creationId="{5F2FB8B0-8D58-789E-D7A5-D188B77E0B56}"/>
          </ac:spMkLst>
        </pc:spChg>
        <pc:spChg chg="add">
          <ac:chgData name="SUMA K G" userId="c26ce1b90fa457b4" providerId="LiveId" clId="{37A7FBD5-A4A9-4077-A3FF-46E6E2CADEFD}" dt="2024-03-21T04:54:52.237" v="30"/>
          <ac:spMkLst>
            <pc:docMk/>
            <pc:sldMk cId="1887987557" sldId="631"/>
            <ac:spMk id="4" creationId="{DF1C653D-5EB7-A93C-3463-3A88649260DB}"/>
          </ac:spMkLst>
        </pc:spChg>
        <pc:spChg chg="add">
          <ac:chgData name="SUMA K G" userId="c26ce1b90fa457b4" providerId="LiveId" clId="{37A7FBD5-A4A9-4077-A3FF-46E6E2CADEFD}" dt="2024-03-21T04:55:05.692" v="31"/>
          <ac:spMkLst>
            <pc:docMk/>
            <pc:sldMk cId="1887987557" sldId="631"/>
            <ac:spMk id="5" creationId="{06C4CBF0-5CED-925A-4B5E-86483A56E076}"/>
          </ac:spMkLst>
        </pc:spChg>
        <pc:spChg chg="add">
          <ac:chgData name="SUMA K G" userId="c26ce1b90fa457b4" providerId="LiveId" clId="{37A7FBD5-A4A9-4077-A3FF-46E6E2CADEFD}" dt="2024-03-21T04:55:05.692" v="31"/>
          <ac:spMkLst>
            <pc:docMk/>
            <pc:sldMk cId="1887987557" sldId="631"/>
            <ac:spMk id="6" creationId="{DFA09DE8-F660-91AE-1349-73B75734E06E}"/>
          </ac:spMkLst>
        </pc:spChg>
        <pc:spChg chg="add">
          <ac:chgData name="SUMA K G" userId="c26ce1b90fa457b4" providerId="LiveId" clId="{37A7FBD5-A4A9-4077-A3FF-46E6E2CADEFD}" dt="2024-03-21T04:55:05.692" v="31"/>
          <ac:spMkLst>
            <pc:docMk/>
            <pc:sldMk cId="1887987557" sldId="631"/>
            <ac:spMk id="7" creationId="{304256E9-C927-A9A9-3367-CA97362A14D1}"/>
          </ac:spMkLst>
        </pc:spChg>
        <pc:spChg chg="add">
          <ac:chgData name="SUMA K G" userId="c26ce1b90fa457b4" providerId="LiveId" clId="{37A7FBD5-A4A9-4077-A3FF-46E6E2CADEFD}" dt="2024-03-21T04:55:05.692" v="31"/>
          <ac:spMkLst>
            <pc:docMk/>
            <pc:sldMk cId="1887987557" sldId="631"/>
            <ac:spMk id="8" creationId="{A157E050-8FC0-4321-FE97-4A03CC61671A}"/>
          </ac:spMkLst>
        </pc:spChg>
        <pc:spChg chg="add">
          <ac:chgData name="SUMA K G" userId="c26ce1b90fa457b4" providerId="LiveId" clId="{37A7FBD5-A4A9-4077-A3FF-46E6E2CADEFD}" dt="2024-03-21T04:55:05.692" v="31"/>
          <ac:spMkLst>
            <pc:docMk/>
            <pc:sldMk cId="1887987557" sldId="631"/>
            <ac:spMk id="9" creationId="{86813B83-265B-9B98-715A-92B2669B9F52}"/>
          </ac:spMkLst>
        </pc:spChg>
        <pc:spChg chg="add">
          <ac:chgData name="SUMA K G" userId="c26ce1b90fa457b4" providerId="LiveId" clId="{37A7FBD5-A4A9-4077-A3FF-46E6E2CADEFD}" dt="2024-03-21T04:55:05.692" v="31"/>
          <ac:spMkLst>
            <pc:docMk/>
            <pc:sldMk cId="1887987557" sldId="631"/>
            <ac:spMk id="10" creationId="{206E6DBF-D334-BE61-8D96-5C70811CAC68}"/>
          </ac:spMkLst>
        </pc:spChg>
        <pc:spChg chg="add">
          <ac:chgData name="SUMA K G" userId="c26ce1b90fa457b4" providerId="LiveId" clId="{37A7FBD5-A4A9-4077-A3FF-46E6E2CADEFD}" dt="2024-03-21T04:55:05.692" v="31"/>
          <ac:spMkLst>
            <pc:docMk/>
            <pc:sldMk cId="1887987557" sldId="631"/>
            <ac:spMk id="11" creationId="{BDBD0AC9-E644-C036-E773-EEA15C3D41A6}"/>
          </ac:spMkLst>
        </pc:spChg>
        <pc:spChg chg="add">
          <ac:chgData name="SUMA K G" userId="c26ce1b90fa457b4" providerId="LiveId" clId="{37A7FBD5-A4A9-4077-A3FF-46E6E2CADEFD}" dt="2024-03-21T04:55:05.692" v="31"/>
          <ac:spMkLst>
            <pc:docMk/>
            <pc:sldMk cId="1887987557" sldId="631"/>
            <ac:spMk id="12" creationId="{F0BE46CA-B957-FC51-A18F-D75111128279}"/>
          </ac:spMkLst>
        </pc:spChg>
        <pc:spChg chg="add">
          <ac:chgData name="SUMA K G" userId="c26ce1b90fa457b4" providerId="LiveId" clId="{37A7FBD5-A4A9-4077-A3FF-46E6E2CADEFD}" dt="2024-03-21T04:55:05.692" v="31"/>
          <ac:spMkLst>
            <pc:docMk/>
            <pc:sldMk cId="1887987557" sldId="631"/>
            <ac:spMk id="13" creationId="{AD3A5C08-53E3-5A62-074D-D7BFB5EC476D}"/>
          </ac:spMkLst>
        </pc:spChg>
        <pc:spChg chg="add">
          <ac:chgData name="SUMA K G" userId="c26ce1b90fa457b4" providerId="LiveId" clId="{37A7FBD5-A4A9-4077-A3FF-46E6E2CADEFD}" dt="2024-03-21T04:55:05.692" v="31"/>
          <ac:spMkLst>
            <pc:docMk/>
            <pc:sldMk cId="1887987557" sldId="631"/>
            <ac:spMk id="14" creationId="{DCE06D08-F046-D6C5-BE57-4E4441864A2F}"/>
          </ac:spMkLst>
        </pc:spChg>
        <pc:spChg chg="add">
          <ac:chgData name="SUMA K G" userId="c26ce1b90fa457b4" providerId="LiveId" clId="{37A7FBD5-A4A9-4077-A3FF-46E6E2CADEFD}" dt="2024-03-21T04:55:05.692" v="31"/>
          <ac:spMkLst>
            <pc:docMk/>
            <pc:sldMk cId="1887987557" sldId="631"/>
            <ac:spMk id="15" creationId="{9DE95FE5-9D72-6AEA-1784-BD4C7DA47F75}"/>
          </ac:spMkLst>
        </pc:spChg>
        <pc:spChg chg="add">
          <ac:chgData name="SUMA K G" userId="c26ce1b90fa457b4" providerId="LiveId" clId="{37A7FBD5-A4A9-4077-A3FF-46E6E2CADEFD}" dt="2024-03-21T04:55:05.692" v="31"/>
          <ac:spMkLst>
            <pc:docMk/>
            <pc:sldMk cId="1887987557" sldId="631"/>
            <ac:spMk id="16" creationId="{C1549B85-1C05-9253-36F1-0E8A50387CF7}"/>
          </ac:spMkLst>
        </pc:spChg>
        <pc:spChg chg="add">
          <ac:chgData name="SUMA K G" userId="c26ce1b90fa457b4" providerId="LiveId" clId="{37A7FBD5-A4A9-4077-A3FF-46E6E2CADEFD}" dt="2024-03-21T04:55:05.692" v="31"/>
          <ac:spMkLst>
            <pc:docMk/>
            <pc:sldMk cId="1887987557" sldId="631"/>
            <ac:spMk id="17" creationId="{E55A5A2B-ACDD-C321-0576-D7FDF4DDB04F}"/>
          </ac:spMkLst>
        </pc:spChg>
        <pc:spChg chg="add">
          <ac:chgData name="SUMA K G" userId="c26ce1b90fa457b4" providerId="LiveId" clId="{37A7FBD5-A4A9-4077-A3FF-46E6E2CADEFD}" dt="2024-03-21T04:55:05.692" v="31"/>
          <ac:spMkLst>
            <pc:docMk/>
            <pc:sldMk cId="1887987557" sldId="631"/>
            <ac:spMk id="18" creationId="{082D3CC9-6EF0-4D4C-F771-1D6B84FCE7D6}"/>
          </ac:spMkLst>
        </pc:spChg>
        <pc:spChg chg="add">
          <ac:chgData name="SUMA K G" userId="c26ce1b90fa457b4" providerId="LiveId" clId="{37A7FBD5-A4A9-4077-A3FF-46E6E2CADEFD}" dt="2024-03-21T04:55:05.692" v="31"/>
          <ac:spMkLst>
            <pc:docMk/>
            <pc:sldMk cId="1887987557" sldId="631"/>
            <ac:spMk id="19" creationId="{C5D61B56-7E2D-041C-40DB-CE269A04F054}"/>
          </ac:spMkLst>
        </pc:spChg>
        <pc:spChg chg="add">
          <ac:chgData name="SUMA K G" userId="c26ce1b90fa457b4" providerId="LiveId" clId="{37A7FBD5-A4A9-4077-A3FF-46E6E2CADEFD}" dt="2024-03-21T04:55:05.692" v="31"/>
          <ac:spMkLst>
            <pc:docMk/>
            <pc:sldMk cId="1887987557" sldId="631"/>
            <ac:spMk id="20" creationId="{15E8D742-B556-F67A-68DF-B4412C71DF94}"/>
          </ac:spMkLst>
        </pc:spChg>
        <pc:spChg chg="add">
          <ac:chgData name="SUMA K G" userId="c26ce1b90fa457b4" providerId="LiveId" clId="{37A7FBD5-A4A9-4077-A3FF-46E6E2CADEFD}" dt="2024-03-21T04:55:05.692" v="31"/>
          <ac:spMkLst>
            <pc:docMk/>
            <pc:sldMk cId="1887987557" sldId="631"/>
            <ac:spMk id="21" creationId="{E3BD572C-A00F-2B48-23C4-FEC05073C4BF}"/>
          </ac:spMkLst>
        </pc:spChg>
        <pc:spChg chg="add">
          <ac:chgData name="SUMA K G" userId="c26ce1b90fa457b4" providerId="LiveId" clId="{37A7FBD5-A4A9-4077-A3FF-46E6E2CADEFD}" dt="2024-03-21T04:55:05.692" v="31"/>
          <ac:spMkLst>
            <pc:docMk/>
            <pc:sldMk cId="1887987557" sldId="631"/>
            <ac:spMk id="22" creationId="{9CE8E335-4550-EB71-2A88-9992838ED713}"/>
          </ac:spMkLst>
        </pc:spChg>
        <pc:spChg chg="add">
          <ac:chgData name="SUMA K G" userId="c26ce1b90fa457b4" providerId="LiveId" clId="{37A7FBD5-A4A9-4077-A3FF-46E6E2CADEFD}" dt="2024-03-21T04:55:05.692" v="31"/>
          <ac:spMkLst>
            <pc:docMk/>
            <pc:sldMk cId="1887987557" sldId="631"/>
            <ac:spMk id="23" creationId="{79051BE7-FD8C-90B2-2D54-225AB09D432E}"/>
          </ac:spMkLst>
        </pc:spChg>
        <pc:spChg chg="add">
          <ac:chgData name="SUMA K G" userId="c26ce1b90fa457b4" providerId="LiveId" clId="{37A7FBD5-A4A9-4077-A3FF-46E6E2CADEFD}" dt="2024-03-21T04:55:14.316" v="32"/>
          <ac:spMkLst>
            <pc:docMk/>
            <pc:sldMk cId="1887987557" sldId="631"/>
            <ac:spMk id="24" creationId="{DB06B819-E4DF-5240-B2F4-57A55D707352}"/>
          </ac:spMkLst>
        </pc:spChg>
        <pc:spChg chg="add">
          <ac:chgData name="SUMA K G" userId="c26ce1b90fa457b4" providerId="LiveId" clId="{37A7FBD5-A4A9-4077-A3FF-46E6E2CADEFD}" dt="2024-03-21T04:55:14.316" v="32"/>
          <ac:spMkLst>
            <pc:docMk/>
            <pc:sldMk cId="1887987557" sldId="631"/>
            <ac:spMk id="25" creationId="{195CB92B-551F-A462-FE19-2D30236D811B}"/>
          </ac:spMkLst>
        </pc:spChg>
        <pc:spChg chg="add">
          <ac:chgData name="SUMA K G" userId="c26ce1b90fa457b4" providerId="LiveId" clId="{37A7FBD5-A4A9-4077-A3FF-46E6E2CADEFD}" dt="2024-03-21T04:55:14.316" v="32"/>
          <ac:spMkLst>
            <pc:docMk/>
            <pc:sldMk cId="1887987557" sldId="631"/>
            <ac:spMk id="26" creationId="{619BFFF0-E48E-7706-A2F0-0A6C92CE3DED}"/>
          </ac:spMkLst>
        </pc:spChg>
        <pc:spChg chg="add">
          <ac:chgData name="SUMA K G" userId="c26ce1b90fa457b4" providerId="LiveId" clId="{37A7FBD5-A4A9-4077-A3FF-46E6E2CADEFD}" dt="2024-03-21T04:55:14.316" v="32"/>
          <ac:spMkLst>
            <pc:docMk/>
            <pc:sldMk cId="1887987557" sldId="631"/>
            <ac:spMk id="27" creationId="{2A726989-C135-4660-E9F1-1CD63D3496F4}"/>
          </ac:spMkLst>
        </pc:spChg>
        <pc:spChg chg="add">
          <ac:chgData name="SUMA K G" userId="c26ce1b90fa457b4" providerId="LiveId" clId="{37A7FBD5-A4A9-4077-A3FF-46E6E2CADEFD}" dt="2024-03-21T04:55:14.316" v="32"/>
          <ac:spMkLst>
            <pc:docMk/>
            <pc:sldMk cId="1887987557" sldId="631"/>
            <ac:spMk id="28" creationId="{27215AF5-2B8A-6B7F-A679-C8D3E7963621}"/>
          </ac:spMkLst>
        </pc:spChg>
        <pc:spChg chg="add">
          <ac:chgData name="SUMA K G" userId="c26ce1b90fa457b4" providerId="LiveId" clId="{37A7FBD5-A4A9-4077-A3FF-46E6E2CADEFD}" dt="2024-03-21T04:55:14.316" v="32"/>
          <ac:spMkLst>
            <pc:docMk/>
            <pc:sldMk cId="1887987557" sldId="631"/>
            <ac:spMk id="29" creationId="{2DD3ACD4-5093-634D-2B2A-0E5A21A48C4E}"/>
          </ac:spMkLst>
        </pc:spChg>
        <pc:spChg chg="add">
          <ac:chgData name="SUMA K G" userId="c26ce1b90fa457b4" providerId="LiveId" clId="{37A7FBD5-A4A9-4077-A3FF-46E6E2CADEFD}" dt="2024-03-21T04:55:14.316" v="32"/>
          <ac:spMkLst>
            <pc:docMk/>
            <pc:sldMk cId="1887987557" sldId="631"/>
            <ac:spMk id="30" creationId="{3583A3F2-9EA3-AA4A-FAAE-C2CB113C8CFE}"/>
          </ac:spMkLst>
        </pc:spChg>
        <pc:spChg chg="add">
          <ac:chgData name="SUMA K G" userId="c26ce1b90fa457b4" providerId="LiveId" clId="{37A7FBD5-A4A9-4077-A3FF-46E6E2CADEFD}" dt="2024-03-21T04:55:14.316" v="32"/>
          <ac:spMkLst>
            <pc:docMk/>
            <pc:sldMk cId="1887987557" sldId="631"/>
            <ac:spMk id="31" creationId="{CB8CCA18-CFDF-763C-30CB-179D762F9476}"/>
          </ac:spMkLst>
        </pc:spChg>
        <pc:picChg chg="add">
          <ac:chgData name="SUMA K G" userId="c26ce1b90fa457b4" providerId="LiveId" clId="{37A7FBD5-A4A9-4077-A3FF-46E6E2CADEFD}" dt="2024-03-21T04:54:52.237" v="30"/>
          <ac:picMkLst>
            <pc:docMk/>
            <pc:sldMk cId="1887987557" sldId="631"/>
            <ac:picMk id="1026" creationId="{D1E4430D-E968-2A3C-8E4A-8418FBBBD309}"/>
          </ac:picMkLst>
        </pc:picChg>
        <pc:picChg chg="add">
          <ac:chgData name="SUMA K G" userId="c26ce1b90fa457b4" providerId="LiveId" clId="{37A7FBD5-A4A9-4077-A3FF-46E6E2CADEFD}" dt="2024-03-21T04:54:52.237" v="30"/>
          <ac:picMkLst>
            <pc:docMk/>
            <pc:sldMk cId="1887987557" sldId="631"/>
            <ac:picMk id="1027" creationId="{63B1830F-56F5-39C8-2A23-B17B2AB0BE44}"/>
          </ac:picMkLst>
        </pc:picChg>
        <pc:picChg chg="add">
          <ac:chgData name="SUMA K G" userId="c26ce1b90fa457b4" providerId="LiveId" clId="{37A7FBD5-A4A9-4077-A3FF-46E6E2CADEFD}" dt="2024-03-21T04:54:52.237" v="30"/>
          <ac:picMkLst>
            <pc:docMk/>
            <pc:sldMk cId="1887987557" sldId="631"/>
            <ac:picMk id="1028" creationId="{4CFAA368-78D0-AB3B-C1EE-C0AAD182E50F}"/>
          </ac:picMkLst>
        </pc:picChg>
        <pc:picChg chg="add">
          <ac:chgData name="SUMA K G" userId="c26ce1b90fa457b4" providerId="LiveId" clId="{37A7FBD5-A4A9-4077-A3FF-46E6E2CADEFD}" dt="2024-03-21T04:54:52.237" v="30"/>
          <ac:picMkLst>
            <pc:docMk/>
            <pc:sldMk cId="1887987557" sldId="631"/>
            <ac:picMk id="1029" creationId="{F82DE0C6-4AA2-F9CF-B50B-6736BE930581}"/>
          </ac:picMkLst>
        </pc:picChg>
        <pc:picChg chg="add">
          <ac:chgData name="SUMA K G" userId="c26ce1b90fa457b4" providerId="LiveId" clId="{37A7FBD5-A4A9-4077-A3FF-46E6E2CADEFD}" dt="2024-03-21T04:54:52.237" v="30"/>
          <ac:picMkLst>
            <pc:docMk/>
            <pc:sldMk cId="1887987557" sldId="631"/>
            <ac:picMk id="1030" creationId="{7976B0E4-13CC-BD6B-399A-021E01FCC97B}"/>
          </ac:picMkLst>
        </pc:picChg>
        <pc:picChg chg="add">
          <ac:chgData name="SUMA K G" userId="c26ce1b90fa457b4" providerId="LiveId" clId="{37A7FBD5-A4A9-4077-A3FF-46E6E2CADEFD}" dt="2024-03-21T04:54:52.237" v="30"/>
          <ac:picMkLst>
            <pc:docMk/>
            <pc:sldMk cId="1887987557" sldId="631"/>
            <ac:picMk id="1031" creationId="{88A22628-9D15-5E95-5890-1147611B5940}"/>
          </ac:picMkLst>
        </pc:picChg>
        <pc:picChg chg="add">
          <ac:chgData name="SUMA K G" userId="c26ce1b90fa457b4" providerId="LiveId" clId="{37A7FBD5-A4A9-4077-A3FF-46E6E2CADEFD}" dt="2024-03-21T04:54:52.237" v="30"/>
          <ac:picMkLst>
            <pc:docMk/>
            <pc:sldMk cId="1887987557" sldId="631"/>
            <ac:picMk id="1032" creationId="{430B4B61-F80F-04B3-7674-18ED73A49924}"/>
          </ac:picMkLst>
        </pc:picChg>
        <pc:picChg chg="add">
          <ac:chgData name="SUMA K G" userId="c26ce1b90fa457b4" providerId="LiveId" clId="{37A7FBD5-A4A9-4077-A3FF-46E6E2CADEFD}" dt="2024-03-21T04:54:52.237" v="30"/>
          <ac:picMkLst>
            <pc:docMk/>
            <pc:sldMk cId="1887987557" sldId="631"/>
            <ac:picMk id="1033" creationId="{51C56F9A-FBC6-1B53-EC8B-25DA8D92CBA3}"/>
          </ac:picMkLst>
        </pc:picChg>
        <pc:picChg chg="add">
          <ac:chgData name="SUMA K G" userId="c26ce1b90fa457b4" providerId="LiveId" clId="{37A7FBD5-A4A9-4077-A3FF-46E6E2CADEFD}" dt="2024-03-21T04:54:52.237" v="30"/>
          <ac:picMkLst>
            <pc:docMk/>
            <pc:sldMk cId="1887987557" sldId="631"/>
            <ac:picMk id="1034" creationId="{328814D2-F677-6ED4-6A52-F834A7901A69}"/>
          </ac:picMkLst>
        </pc:picChg>
        <pc:picChg chg="add">
          <ac:chgData name="SUMA K G" userId="c26ce1b90fa457b4" providerId="LiveId" clId="{37A7FBD5-A4A9-4077-A3FF-46E6E2CADEFD}" dt="2024-03-21T04:54:52.237" v="30"/>
          <ac:picMkLst>
            <pc:docMk/>
            <pc:sldMk cId="1887987557" sldId="631"/>
            <ac:picMk id="1035" creationId="{6627D458-04E4-A87F-AFF0-2B7DFD7EC810}"/>
          </ac:picMkLst>
        </pc:picChg>
        <pc:picChg chg="add">
          <ac:chgData name="SUMA K G" userId="c26ce1b90fa457b4" providerId="LiveId" clId="{37A7FBD5-A4A9-4077-A3FF-46E6E2CADEFD}" dt="2024-03-21T04:54:52.237" v="30"/>
          <ac:picMkLst>
            <pc:docMk/>
            <pc:sldMk cId="1887987557" sldId="631"/>
            <ac:picMk id="1036" creationId="{E38E2D57-4BA6-5563-D3C8-A212F8AA47B1}"/>
          </ac:picMkLst>
        </pc:picChg>
        <pc:picChg chg="add">
          <ac:chgData name="SUMA K G" userId="c26ce1b90fa457b4" providerId="LiveId" clId="{37A7FBD5-A4A9-4077-A3FF-46E6E2CADEFD}" dt="2024-03-21T04:54:52.237" v="30"/>
          <ac:picMkLst>
            <pc:docMk/>
            <pc:sldMk cId="1887987557" sldId="631"/>
            <ac:picMk id="1037" creationId="{687B68D2-22AD-DFA5-ADCF-8132C7597E32}"/>
          </ac:picMkLst>
        </pc:picChg>
        <pc:picChg chg="add">
          <ac:chgData name="SUMA K G" userId="c26ce1b90fa457b4" providerId="LiveId" clId="{37A7FBD5-A4A9-4077-A3FF-46E6E2CADEFD}" dt="2024-03-21T04:54:52.237" v="30"/>
          <ac:picMkLst>
            <pc:docMk/>
            <pc:sldMk cId="1887987557" sldId="631"/>
            <ac:picMk id="1038" creationId="{CDB8E4F6-8A22-CB5E-65D8-5A80A513232D}"/>
          </ac:picMkLst>
        </pc:picChg>
        <pc:picChg chg="add">
          <ac:chgData name="SUMA K G" userId="c26ce1b90fa457b4" providerId="LiveId" clId="{37A7FBD5-A4A9-4077-A3FF-46E6E2CADEFD}" dt="2024-03-21T04:54:52.237" v="30"/>
          <ac:picMkLst>
            <pc:docMk/>
            <pc:sldMk cId="1887987557" sldId="631"/>
            <ac:picMk id="1039" creationId="{00B2D826-E8A8-E9A9-2C89-8A7FFAA8F7E1}"/>
          </ac:picMkLst>
        </pc:picChg>
        <pc:picChg chg="add">
          <ac:chgData name="SUMA K G" userId="c26ce1b90fa457b4" providerId="LiveId" clId="{37A7FBD5-A4A9-4077-A3FF-46E6E2CADEFD}" dt="2024-03-21T04:54:52.237" v="30"/>
          <ac:picMkLst>
            <pc:docMk/>
            <pc:sldMk cId="1887987557" sldId="631"/>
            <ac:picMk id="1040" creationId="{43115BE1-5AD8-81DC-93F6-AE3F7EEBD92C}"/>
          </ac:picMkLst>
        </pc:picChg>
        <pc:picChg chg="add">
          <ac:chgData name="SUMA K G" userId="c26ce1b90fa457b4" providerId="LiveId" clId="{37A7FBD5-A4A9-4077-A3FF-46E6E2CADEFD}" dt="2024-03-21T04:54:52.237" v="30"/>
          <ac:picMkLst>
            <pc:docMk/>
            <pc:sldMk cId="1887987557" sldId="631"/>
            <ac:picMk id="1041" creationId="{1FBCF463-E851-5C30-018C-D6727686CC69}"/>
          </ac:picMkLst>
        </pc:picChg>
        <pc:picChg chg="add">
          <ac:chgData name="SUMA K G" userId="c26ce1b90fa457b4" providerId="LiveId" clId="{37A7FBD5-A4A9-4077-A3FF-46E6E2CADEFD}" dt="2024-03-21T04:54:52.237" v="30"/>
          <ac:picMkLst>
            <pc:docMk/>
            <pc:sldMk cId="1887987557" sldId="631"/>
            <ac:picMk id="1042" creationId="{B86D3CAE-3C3E-D7DB-3160-947052F9F4ED}"/>
          </ac:picMkLst>
        </pc:picChg>
        <pc:picChg chg="add">
          <ac:chgData name="SUMA K G" userId="c26ce1b90fa457b4" providerId="LiveId" clId="{37A7FBD5-A4A9-4077-A3FF-46E6E2CADEFD}" dt="2024-03-21T04:54:52.237" v="30"/>
          <ac:picMkLst>
            <pc:docMk/>
            <pc:sldMk cId="1887987557" sldId="631"/>
            <ac:picMk id="1043" creationId="{9C1E19F6-1D83-9925-F716-2A4F70DA253F}"/>
          </ac:picMkLst>
        </pc:picChg>
        <pc:picChg chg="add">
          <ac:chgData name="SUMA K G" userId="c26ce1b90fa457b4" providerId="LiveId" clId="{37A7FBD5-A4A9-4077-A3FF-46E6E2CADEFD}" dt="2024-03-21T04:55:05.692" v="31"/>
          <ac:picMkLst>
            <pc:docMk/>
            <pc:sldMk cId="1887987557" sldId="631"/>
            <ac:picMk id="1044" creationId="{1E5D08C7-97A6-2BA5-3FA4-328AD25370E6}"/>
          </ac:picMkLst>
        </pc:picChg>
        <pc:picChg chg="add">
          <ac:chgData name="SUMA K G" userId="c26ce1b90fa457b4" providerId="LiveId" clId="{37A7FBD5-A4A9-4077-A3FF-46E6E2CADEFD}" dt="2024-03-21T04:55:05.692" v="31"/>
          <ac:picMkLst>
            <pc:docMk/>
            <pc:sldMk cId="1887987557" sldId="631"/>
            <ac:picMk id="1045" creationId="{2FEF76CD-8F2D-C156-8FCE-7693DAFF6000}"/>
          </ac:picMkLst>
        </pc:picChg>
        <pc:picChg chg="add">
          <ac:chgData name="SUMA K G" userId="c26ce1b90fa457b4" providerId="LiveId" clId="{37A7FBD5-A4A9-4077-A3FF-46E6E2CADEFD}" dt="2024-03-21T04:55:05.692" v="31"/>
          <ac:picMkLst>
            <pc:docMk/>
            <pc:sldMk cId="1887987557" sldId="631"/>
            <ac:picMk id="1046" creationId="{2411BAB2-D06C-5308-A5D0-E3001FB131B0}"/>
          </ac:picMkLst>
        </pc:picChg>
        <pc:picChg chg="add">
          <ac:chgData name="SUMA K G" userId="c26ce1b90fa457b4" providerId="LiveId" clId="{37A7FBD5-A4A9-4077-A3FF-46E6E2CADEFD}" dt="2024-03-21T04:55:05.692" v="31"/>
          <ac:picMkLst>
            <pc:docMk/>
            <pc:sldMk cId="1887987557" sldId="631"/>
            <ac:picMk id="1047" creationId="{D614100A-19B5-550C-DC79-7688E1241D4C}"/>
          </ac:picMkLst>
        </pc:picChg>
        <pc:picChg chg="add">
          <ac:chgData name="SUMA K G" userId="c26ce1b90fa457b4" providerId="LiveId" clId="{37A7FBD5-A4A9-4077-A3FF-46E6E2CADEFD}" dt="2024-03-21T04:55:05.692" v="31"/>
          <ac:picMkLst>
            <pc:docMk/>
            <pc:sldMk cId="1887987557" sldId="631"/>
            <ac:picMk id="1048" creationId="{8180C902-B232-2D81-DAAC-F30A871482F1}"/>
          </ac:picMkLst>
        </pc:picChg>
        <pc:picChg chg="add">
          <ac:chgData name="SUMA K G" userId="c26ce1b90fa457b4" providerId="LiveId" clId="{37A7FBD5-A4A9-4077-A3FF-46E6E2CADEFD}" dt="2024-03-21T04:55:05.692" v="31"/>
          <ac:picMkLst>
            <pc:docMk/>
            <pc:sldMk cId="1887987557" sldId="631"/>
            <ac:picMk id="1049" creationId="{FF69441D-0A74-6417-1F4C-D81AD5A5D1A2}"/>
          </ac:picMkLst>
        </pc:picChg>
        <pc:picChg chg="add">
          <ac:chgData name="SUMA K G" userId="c26ce1b90fa457b4" providerId="LiveId" clId="{37A7FBD5-A4A9-4077-A3FF-46E6E2CADEFD}" dt="2024-03-21T04:55:05.692" v="31"/>
          <ac:picMkLst>
            <pc:docMk/>
            <pc:sldMk cId="1887987557" sldId="631"/>
            <ac:picMk id="1050" creationId="{4D4EA82F-DD30-71BB-C004-8114860980EB}"/>
          </ac:picMkLst>
        </pc:picChg>
        <pc:picChg chg="add">
          <ac:chgData name="SUMA K G" userId="c26ce1b90fa457b4" providerId="LiveId" clId="{37A7FBD5-A4A9-4077-A3FF-46E6E2CADEFD}" dt="2024-03-21T04:55:05.692" v="31"/>
          <ac:picMkLst>
            <pc:docMk/>
            <pc:sldMk cId="1887987557" sldId="631"/>
            <ac:picMk id="1051" creationId="{FD51F0F3-A136-4A8E-959D-7EFE5BE59608}"/>
          </ac:picMkLst>
        </pc:picChg>
        <pc:picChg chg="add">
          <ac:chgData name="SUMA K G" userId="c26ce1b90fa457b4" providerId="LiveId" clId="{37A7FBD5-A4A9-4077-A3FF-46E6E2CADEFD}" dt="2024-03-21T04:55:05.692" v="31"/>
          <ac:picMkLst>
            <pc:docMk/>
            <pc:sldMk cId="1887987557" sldId="631"/>
            <ac:picMk id="1052" creationId="{650AF53D-3754-111F-5951-C2AF6E0C8D5E}"/>
          </ac:picMkLst>
        </pc:picChg>
        <pc:picChg chg="add">
          <ac:chgData name="SUMA K G" userId="c26ce1b90fa457b4" providerId="LiveId" clId="{37A7FBD5-A4A9-4077-A3FF-46E6E2CADEFD}" dt="2024-03-21T04:55:05.692" v="31"/>
          <ac:picMkLst>
            <pc:docMk/>
            <pc:sldMk cId="1887987557" sldId="631"/>
            <ac:picMk id="1053" creationId="{4039E0DF-01FC-2932-0A9C-976B059053E6}"/>
          </ac:picMkLst>
        </pc:picChg>
        <pc:picChg chg="add">
          <ac:chgData name="SUMA K G" userId="c26ce1b90fa457b4" providerId="LiveId" clId="{37A7FBD5-A4A9-4077-A3FF-46E6E2CADEFD}" dt="2024-03-21T04:55:05.692" v="31"/>
          <ac:picMkLst>
            <pc:docMk/>
            <pc:sldMk cId="1887987557" sldId="631"/>
            <ac:picMk id="1054" creationId="{36471D45-AB30-0BA6-ACA3-9D4165001A17}"/>
          </ac:picMkLst>
        </pc:picChg>
        <pc:picChg chg="add">
          <ac:chgData name="SUMA K G" userId="c26ce1b90fa457b4" providerId="LiveId" clId="{37A7FBD5-A4A9-4077-A3FF-46E6E2CADEFD}" dt="2024-03-21T04:55:05.692" v="31"/>
          <ac:picMkLst>
            <pc:docMk/>
            <pc:sldMk cId="1887987557" sldId="631"/>
            <ac:picMk id="1055" creationId="{9E3A7FD6-EA41-AF5B-7E45-AE589B7D1649}"/>
          </ac:picMkLst>
        </pc:picChg>
        <pc:picChg chg="add">
          <ac:chgData name="SUMA K G" userId="c26ce1b90fa457b4" providerId="LiveId" clId="{37A7FBD5-A4A9-4077-A3FF-46E6E2CADEFD}" dt="2024-03-21T04:55:05.692" v="31"/>
          <ac:picMkLst>
            <pc:docMk/>
            <pc:sldMk cId="1887987557" sldId="631"/>
            <ac:picMk id="1056" creationId="{66E2F1BD-00B7-70A6-5C8C-DD2193B83E65}"/>
          </ac:picMkLst>
        </pc:picChg>
        <pc:picChg chg="add">
          <ac:chgData name="SUMA K G" userId="c26ce1b90fa457b4" providerId="LiveId" clId="{37A7FBD5-A4A9-4077-A3FF-46E6E2CADEFD}" dt="2024-03-21T04:55:05.692" v="31"/>
          <ac:picMkLst>
            <pc:docMk/>
            <pc:sldMk cId="1887987557" sldId="631"/>
            <ac:picMk id="1057" creationId="{0A8FFDFB-4FFB-CCD3-D342-BD4A28DB32C7}"/>
          </ac:picMkLst>
        </pc:picChg>
        <pc:picChg chg="add">
          <ac:chgData name="SUMA K G" userId="c26ce1b90fa457b4" providerId="LiveId" clId="{37A7FBD5-A4A9-4077-A3FF-46E6E2CADEFD}" dt="2024-03-21T04:55:05.692" v="31"/>
          <ac:picMkLst>
            <pc:docMk/>
            <pc:sldMk cId="1887987557" sldId="631"/>
            <ac:picMk id="1058" creationId="{0D6665AC-F92D-EF7D-342C-B996D242FF8F}"/>
          </ac:picMkLst>
        </pc:picChg>
        <pc:picChg chg="add">
          <ac:chgData name="SUMA K G" userId="c26ce1b90fa457b4" providerId="LiveId" clId="{37A7FBD5-A4A9-4077-A3FF-46E6E2CADEFD}" dt="2024-03-21T04:55:05.692" v="31"/>
          <ac:picMkLst>
            <pc:docMk/>
            <pc:sldMk cId="1887987557" sldId="631"/>
            <ac:picMk id="1059" creationId="{60C4DE81-BBB4-7FA0-6D07-3D826BB201D2}"/>
          </ac:picMkLst>
        </pc:picChg>
        <pc:picChg chg="add">
          <ac:chgData name="SUMA K G" userId="c26ce1b90fa457b4" providerId="LiveId" clId="{37A7FBD5-A4A9-4077-A3FF-46E6E2CADEFD}" dt="2024-03-21T04:55:05.692" v="31"/>
          <ac:picMkLst>
            <pc:docMk/>
            <pc:sldMk cId="1887987557" sldId="631"/>
            <ac:picMk id="1060" creationId="{90AA7384-D064-9B65-25E7-90A504CA6EDC}"/>
          </ac:picMkLst>
        </pc:picChg>
        <pc:picChg chg="add">
          <ac:chgData name="SUMA K G" userId="c26ce1b90fa457b4" providerId="LiveId" clId="{37A7FBD5-A4A9-4077-A3FF-46E6E2CADEFD}" dt="2024-03-21T04:55:05.692" v="31"/>
          <ac:picMkLst>
            <pc:docMk/>
            <pc:sldMk cId="1887987557" sldId="631"/>
            <ac:picMk id="1061" creationId="{0C223E4F-46E9-7BF0-DBA8-35400DE4D878}"/>
          </ac:picMkLst>
        </pc:picChg>
        <pc:picChg chg="add">
          <ac:chgData name="SUMA K G" userId="c26ce1b90fa457b4" providerId="LiveId" clId="{37A7FBD5-A4A9-4077-A3FF-46E6E2CADEFD}" dt="2024-03-21T04:55:14.316" v="32"/>
          <ac:picMkLst>
            <pc:docMk/>
            <pc:sldMk cId="1887987557" sldId="631"/>
            <ac:picMk id="1081" creationId="{21D0A2B6-E959-3674-9355-E883403ECD62}"/>
          </ac:picMkLst>
        </pc:picChg>
        <pc:picChg chg="add">
          <ac:chgData name="SUMA K G" userId="c26ce1b90fa457b4" providerId="LiveId" clId="{37A7FBD5-A4A9-4077-A3FF-46E6E2CADEFD}" dt="2024-03-21T04:55:14.316" v="32"/>
          <ac:picMkLst>
            <pc:docMk/>
            <pc:sldMk cId="1887987557" sldId="631"/>
            <ac:picMk id="1082" creationId="{96097CE9-0075-2800-EA68-9540B6DD0772}"/>
          </ac:picMkLst>
        </pc:picChg>
        <pc:picChg chg="add">
          <ac:chgData name="SUMA K G" userId="c26ce1b90fa457b4" providerId="LiveId" clId="{37A7FBD5-A4A9-4077-A3FF-46E6E2CADEFD}" dt="2024-03-21T04:55:14.316" v="32"/>
          <ac:picMkLst>
            <pc:docMk/>
            <pc:sldMk cId="1887987557" sldId="631"/>
            <ac:picMk id="1083" creationId="{B6123270-9EB4-2782-1206-179654DE72CD}"/>
          </ac:picMkLst>
        </pc:picChg>
        <pc:picChg chg="add">
          <ac:chgData name="SUMA K G" userId="c26ce1b90fa457b4" providerId="LiveId" clId="{37A7FBD5-A4A9-4077-A3FF-46E6E2CADEFD}" dt="2024-03-21T04:55:14.316" v="32"/>
          <ac:picMkLst>
            <pc:docMk/>
            <pc:sldMk cId="1887987557" sldId="631"/>
            <ac:picMk id="1084" creationId="{44B05AC3-8463-AB63-308F-3A5F63C45124}"/>
          </ac:picMkLst>
        </pc:picChg>
        <pc:picChg chg="add">
          <ac:chgData name="SUMA K G" userId="c26ce1b90fa457b4" providerId="LiveId" clId="{37A7FBD5-A4A9-4077-A3FF-46E6E2CADEFD}" dt="2024-03-21T04:55:14.316" v="32"/>
          <ac:picMkLst>
            <pc:docMk/>
            <pc:sldMk cId="1887987557" sldId="631"/>
            <ac:picMk id="1085" creationId="{FB27AD0B-41C3-A62B-61D3-3E32073EBA36}"/>
          </ac:picMkLst>
        </pc:picChg>
        <pc:picChg chg="add">
          <ac:chgData name="SUMA K G" userId="c26ce1b90fa457b4" providerId="LiveId" clId="{37A7FBD5-A4A9-4077-A3FF-46E6E2CADEFD}" dt="2024-03-21T04:55:14.316" v="32"/>
          <ac:picMkLst>
            <pc:docMk/>
            <pc:sldMk cId="1887987557" sldId="631"/>
            <ac:picMk id="1086" creationId="{A2247BF6-FC6F-07F7-FF4B-8C7F79264724}"/>
          </ac:picMkLst>
        </pc:picChg>
        <pc:picChg chg="add">
          <ac:chgData name="SUMA K G" userId="c26ce1b90fa457b4" providerId="LiveId" clId="{37A7FBD5-A4A9-4077-A3FF-46E6E2CADEFD}" dt="2024-03-21T04:55:14.316" v="32"/>
          <ac:picMkLst>
            <pc:docMk/>
            <pc:sldMk cId="1887987557" sldId="631"/>
            <ac:picMk id="1087" creationId="{7713CBB1-AF7F-4367-C504-4A6B21F9F8A5}"/>
          </ac:picMkLst>
        </pc:picChg>
      </pc:sldChg>
      <pc:sldChg chg="addSp modSp new del mod">
        <pc:chgData name="SUMA K G" userId="c26ce1b90fa457b4" providerId="LiveId" clId="{37A7FBD5-A4A9-4077-A3FF-46E6E2CADEFD}" dt="2024-03-21T09:56:28.217" v="79" actId="47"/>
        <pc:sldMkLst>
          <pc:docMk/>
          <pc:sldMk cId="3692750874" sldId="631"/>
        </pc:sldMkLst>
        <pc:spChg chg="mod">
          <ac:chgData name="SUMA K G" userId="c26ce1b90fa457b4" providerId="LiveId" clId="{37A7FBD5-A4A9-4077-A3FF-46E6E2CADEFD}" dt="2024-03-21T04:59:12.091" v="36"/>
          <ac:spMkLst>
            <pc:docMk/>
            <pc:sldMk cId="3692750874" sldId="631"/>
            <ac:spMk id="2" creationId="{A66B7D7F-DCE3-C193-2B52-23975658B24F}"/>
          </ac:spMkLst>
        </pc:spChg>
        <pc:spChg chg="mod">
          <ac:chgData name="SUMA K G" userId="c26ce1b90fa457b4" providerId="LiveId" clId="{37A7FBD5-A4A9-4077-A3FF-46E6E2CADEFD}" dt="2024-03-21T05:00:48.828" v="51" actId="20577"/>
          <ac:spMkLst>
            <pc:docMk/>
            <pc:sldMk cId="3692750874" sldId="631"/>
            <ac:spMk id="3" creationId="{EB1764DF-4437-E514-BFD5-917E957B8A57}"/>
          </ac:spMkLst>
        </pc:spChg>
        <pc:spChg chg="add">
          <ac:chgData name="SUMA K G" userId="c26ce1b90fa457b4" providerId="LiveId" clId="{37A7FBD5-A4A9-4077-A3FF-46E6E2CADEFD}" dt="2024-03-21T04:59:18.060" v="37"/>
          <ac:spMkLst>
            <pc:docMk/>
            <pc:sldMk cId="3692750874" sldId="631"/>
            <ac:spMk id="4" creationId="{0B0CF407-C186-8C3E-C5ED-FDF9CEF9D8C3}"/>
          </ac:spMkLst>
        </pc:spChg>
        <pc:spChg chg="add">
          <ac:chgData name="SUMA K G" userId="c26ce1b90fa457b4" providerId="LiveId" clId="{37A7FBD5-A4A9-4077-A3FF-46E6E2CADEFD}" dt="2024-03-21T04:59:18.060" v="37"/>
          <ac:spMkLst>
            <pc:docMk/>
            <pc:sldMk cId="3692750874" sldId="631"/>
            <ac:spMk id="5" creationId="{E16C4D4D-13AD-8266-030A-DC08BFD34F59}"/>
          </ac:spMkLst>
        </pc:spChg>
        <pc:picChg chg="add mod">
          <ac:chgData name="SUMA K G" userId="c26ce1b90fa457b4" providerId="LiveId" clId="{37A7FBD5-A4A9-4077-A3FF-46E6E2CADEFD}" dt="2024-03-21T05:01:11.843" v="53" actId="1076"/>
          <ac:picMkLst>
            <pc:docMk/>
            <pc:sldMk cId="3692750874" sldId="631"/>
            <ac:picMk id="7" creationId="{83C01F2F-13BE-2971-F805-668556F15B49}"/>
          </ac:picMkLst>
        </pc:picChg>
      </pc:sldChg>
      <pc:sldChg chg="modSp new del mod">
        <pc:chgData name="SUMA K G" userId="c26ce1b90fa457b4" providerId="LiveId" clId="{37A7FBD5-A4A9-4077-A3FF-46E6E2CADEFD}" dt="2024-03-21T09:56:28.800" v="80" actId="47"/>
        <pc:sldMkLst>
          <pc:docMk/>
          <pc:sldMk cId="1424178062" sldId="632"/>
        </pc:sldMkLst>
        <pc:spChg chg="mod">
          <ac:chgData name="SUMA K G" userId="c26ce1b90fa457b4" providerId="LiveId" clId="{37A7FBD5-A4A9-4077-A3FF-46E6E2CADEFD}" dt="2024-03-21T05:01:27.033" v="57"/>
          <ac:spMkLst>
            <pc:docMk/>
            <pc:sldMk cId="1424178062" sldId="632"/>
            <ac:spMk id="2" creationId="{DA5F807E-B5BB-BC33-0A76-8853478D31C7}"/>
          </ac:spMkLst>
        </pc:spChg>
        <pc:spChg chg="mod">
          <ac:chgData name="SUMA K G" userId="c26ce1b90fa457b4" providerId="LiveId" clId="{37A7FBD5-A4A9-4077-A3FF-46E6E2CADEFD}" dt="2024-03-21T05:02:32.509" v="68" actId="20577"/>
          <ac:spMkLst>
            <pc:docMk/>
            <pc:sldMk cId="1424178062" sldId="632"/>
            <ac:spMk id="3" creationId="{455797F1-29EC-ED8A-F686-0A434FE77A96}"/>
          </ac:spMkLst>
        </pc:spChg>
      </pc:sldChg>
      <pc:sldChg chg="modSp new del mod">
        <pc:chgData name="SUMA K G" userId="c26ce1b90fa457b4" providerId="LiveId" clId="{37A7FBD5-A4A9-4077-A3FF-46E6E2CADEFD}" dt="2024-03-21T09:56:29.447" v="81" actId="47"/>
        <pc:sldMkLst>
          <pc:docMk/>
          <pc:sldMk cId="2500470588" sldId="633"/>
        </pc:sldMkLst>
        <pc:spChg chg="mod">
          <ac:chgData name="SUMA K G" userId="c26ce1b90fa457b4" providerId="LiveId" clId="{37A7FBD5-A4A9-4077-A3FF-46E6E2CADEFD}" dt="2024-03-21T05:02:26.150" v="65"/>
          <ac:spMkLst>
            <pc:docMk/>
            <pc:sldMk cId="2500470588" sldId="633"/>
            <ac:spMk id="2" creationId="{57821619-7C0D-B3DD-C202-281643D78956}"/>
          </ac:spMkLst>
        </pc:spChg>
        <pc:spChg chg="mod">
          <ac:chgData name="SUMA K G" userId="c26ce1b90fa457b4" providerId="LiveId" clId="{37A7FBD5-A4A9-4077-A3FF-46E6E2CADEFD}" dt="2024-03-21T05:03:08.972" v="78" actId="27636"/>
          <ac:spMkLst>
            <pc:docMk/>
            <pc:sldMk cId="2500470588" sldId="633"/>
            <ac:spMk id="3" creationId="{225EA778-2316-70A0-CEDD-98ABE5243095}"/>
          </ac:spMkLst>
        </pc:spChg>
      </pc:sldChg>
    </pc:docChg>
  </pc:docChgLst>
  <pc:docChgLst>
    <pc:chgData name="SUMA K G" userId="c26ce1b90fa457b4" providerId="LiveId" clId="{38DC9925-B960-41A9-8270-78D1B17E25AB}"/>
    <pc:docChg chg="undo custSel addSld delSld modSld sldOrd">
      <pc:chgData name="SUMA K G" userId="c26ce1b90fa457b4" providerId="LiveId" clId="{38DC9925-B960-41A9-8270-78D1B17E25AB}" dt="2024-04-23T01:05:09.277" v="679" actId="6549"/>
      <pc:docMkLst>
        <pc:docMk/>
      </pc:docMkLst>
      <pc:sldChg chg="del">
        <pc:chgData name="SUMA K G" userId="c26ce1b90fa457b4" providerId="LiveId" clId="{38DC9925-B960-41A9-8270-78D1B17E25AB}" dt="2024-04-22T23:55:31.292" v="12" actId="47"/>
        <pc:sldMkLst>
          <pc:docMk/>
          <pc:sldMk cId="1681708856" sldId="261"/>
        </pc:sldMkLst>
      </pc:sldChg>
      <pc:sldChg chg="modSp add mod">
        <pc:chgData name="SUMA K G" userId="c26ce1b90fa457b4" providerId="LiveId" clId="{38DC9925-B960-41A9-8270-78D1B17E25AB}" dt="2024-04-23T01:02:13.614" v="580" actId="13926"/>
        <pc:sldMkLst>
          <pc:docMk/>
          <pc:sldMk cId="1376155376" sldId="262"/>
        </pc:sldMkLst>
        <pc:spChg chg="mod">
          <ac:chgData name="SUMA K G" userId="c26ce1b90fa457b4" providerId="LiveId" clId="{38DC9925-B960-41A9-8270-78D1B17E25AB}" dt="2024-04-23T01:02:13.614" v="580" actId="13926"/>
          <ac:spMkLst>
            <pc:docMk/>
            <pc:sldMk cId="1376155376" sldId="262"/>
            <ac:spMk id="3" creationId="{7D4E399C-0F79-D05C-02E6-4842741B3DD4}"/>
          </ac:spMkLst>
        </pc:spChg>
      </pc:sldChg>
      <pc:sldChg chg="add del">
        <pc:chgData name="SUMA K G" userId="c26ce1b90fa457b4" providerId="LiveId" clId="{38DC9925-B960-41A9-8270-78D1B17E25AB}" dt="2024-04-23T00:27:52.850" v="103" actId="47"/>
        <pc:sldMkLst>
          <pc:docMk/>
          <pc:sldMk cId="3688591682" sldId="624"/>
        </pc:sldMkLst>
      </pc:sldChg>
      <pc:sldChg chg="del">
        <pc:chgData name="SUMA K G" userId="c26ce1b90fa457b4" providerId="LiveId" clId="{38DC9925-B960-41A9-8270-78D1B17E25AB}" dt="2024-04-22T23:55:24.691" v="1" actId="47"/>
        <pc:sldMkLst>
          <pc:docMk/>
          <pc:sldMk cId="5574369" sldId="625"/>
        </pc:sldMkLst>
      </pc:sldChg>
      <pc:sldChg chg="del">
        <pc:chgData name="SUMA K G" userId="c26ce1b90fa457b4" providerId="LiveId" clId="{38DC9925-B960-41A9-8270-78D1B17E25AB}" dt="2024-04-23T00:27:51.999" v="101" actId="47"/>
        <pc:sldMkLst>
          <pc:docMk/>
          <pc:sldMk cId="2183999383" sldId="626"/>
        </pc:sldMkLst>
      </pc:sldChg>
      <pc:sldChg chg="del">
        <pc:chgData name="SUMA K G" userId="c26ce1b90fa457b4" providerId="LiveId" clId="{38DC9925-B960-41A9-8270-78D1B17E25AB}" dt="2024-04-22T23:55:24.829" v="2" actId="47"/>
        <pc:sldMkLst>
          <pc:docMk/>
          <pc:sldMk cId="1079000560" sldId="627"/>
        </pc:sldMkLst>
      </pc:sldChg>
      <pc:sldChg chg="del">
        <pc:chgData name="SUMA K G" userId="c26ce1b90fa457b4" providerId="LiveId" clId="{38DC9925-B960-41A9-8270-78D1B17E25AB}" dt="2024-04-22T23:55:24.995" v="3" actId="47"/>
        <pc:sldMkLst>
          <pc:docMk/>
          <pc:sldMk cId="3025231543" sldId="628"/>
        </pc:sldMkLst>
      </pc:sldChg>
      <pc:sldChg chg="del">
        <pc:chgData name="SUMA K G" userId="c26ce1b90fa457b4" providerId="LiveId" clId="{38DC9925-B960-41A9-8270-78D1B17E25AB}" dt="2024-04-23T00:27:52.435" v="102" actId="47"/>
        <pc:sldMkLst>
          <pc:docMk/>
          <pc:sldMk cId="2576912853" sldId="629"/>
        </pc:sldMkLst>
      </pc:sldChg>
      <pc:sldChg chg="del">
        <pc:chgData name="SUMA K G" userId="c26ce1b90fa457b4" providerId="LiveId" clId="{38DC9925-B960-41A9-8270-78D1B17E25AB}" dt="2024-04-22T23:55:25.575" v="4" actId="47"/>
        <pc:sldMkLst>
          <pc:docMk/>
          <pc:sldMk cId="1979828649" sldId="630"/>
        </pc:sldMkLst>
      </pc:sldChg>
      <pc:sldChg chg="modSp new mod">
        <pc:chgData name="SUMA K G" userId="c26ce1b90fa457b4" providerId="LiveId" clId="{38DC9925-B960-41A9-8270-78D1B17E25AB}" dt="2024-04-23T00:17:20.131" v="37" actId="20577"/>
        <pc:sldMkLst>
          <pc:docMk/>
          <pc:sldMk cId="3510979788" sldId="630"/>
        </pc:sldMkLst>
        <pc:spChg chg="mod">
          <ac:chgData name="SUMA K G" userId="c26ce1b90fa457b4" providerId="LiveId" clId="{38DC9925-B960-41A9-8270-78D1B17E25AB}" dt="2024-04-22T23:58:35.006" v="16" actId="20577"/>
          <ac:spMkLst>
            <pc:docMk/>
            <pc:sldMk cId="3510979788" sldId="630"/>
            <ac:spMk id="2" creationId="{443780FD-A6E1-B9CA-8629-CE171BDE02DE}"/>
          </ac:spMkLst>
        </pc:spChg>
        <pc:spChg chg="mod">
          <ac:chgData name="SUMA K G" userId="c26ce1b90fa457b4" providerId="LiveId" clId="{38DC9925-B960-41A9-8270-78D1B17E25AB}" dt="2024-04-23T00:17:20.131" v="37" actId="20577"/>
          <ac:spMkLst>
            <pc:docMk/>
            <pc:sldMk cId="3510979788" sldId="630"/>
            <ac:spMk id="3" creationId="{E399DA83-57D9-9272-ACAF-0413CC1B5EB9}"/>
          </ac:spMkLst>
        </pc:spChg>
      </pc:sldChg>
      <pc:sldChg chg="del">
        <pc:chgData name="SUMA K G" userId="c26ce1b90fa457b4" providerId="LiveId" clId="{38DC9925-B960-41A9-8270-78D1B17E25AB}" dt="2024-04-22T23:55:25.755" v="5" actId="47"/>
        <pc:sldMkLst>
          <pc:docMk/>
          <pc:sldMk cId="1276906849" sldId="631"/>
        </pc:sldMkLst>
      </pc:sldChg>
      <pc:sldChg chg="modSp new mod ord">
        <pc:chgData name="SUMA K G" userId="c26ce1b90fa457b4" providerId="LiveId" clId="{38DC9925-B960-41A9-8270-78D1B17E25AB}" dt="2024-04-23T01:03:18.337" v="614" actId="20577"/>
        <pc:sldMkLst>
          <pc:docMk/>
          <pc:sldMk cId="2115586567" sldId="631"/>
        </pc:sldMkLst>
        <pc:spChg chg="mod">
          <ac:chgData name="SUMA K G" userId="c26ce1b90fa457b4" providerId="LiveId" clId="{38DC9925-B960-41A9-8270-78D1B17E25AB}" dt="2024-04-23T01:03:18.337" v="614" actId="20577"/>
          <ac:spMkLst>
            <pc:docMk/>
            <pc:sldMk cId="2115586567" sldId="631"/>
            <ac:spMk id="2" creationId="{80712622-0EAB-70BB-54B7-D7838E98FC23}"/>
          </ac:spMkLst>
        </pc:spChg>
        <pc:spChg chg="mod">
          <ac:chgData name="SUMA K G" userId="c26ce1b90fa457b4" providerId="LiveId" clId="{38DC9925-B960-41A9-8270-78D1B17E25AB}" dt="2024-04-23T01:03:09.777" v="598" actId="13926"/>
          <ac:spMkLst>
            <pc:docMk/>
            <pc:sldMk cId="2115586567" sldId="631"/>
            <ac:spMk id="3" creationId="{59F86E6C-01C3-917E-57DA-142DF78519B7}"/>
          </ac:spMkLst>
        </pc:spChg>
      </pc:sldChg>
      <pc:sldChg chg="modSp new mod">
        <pc:chgData name="SUMA K G" userId="c26ce1b90fa457b4" providerId="LiveId" clId="{38DC9925-B960-41A9-8270-78D1B17E25AB}" dt="2024-04-23T01:03:03.750" v="596" actId="123"/>
        <pc:sldMkLst>
          <pc:docMk/>
          <pc:sldMk cId="2140396993" sldId="632"/>
        </pc:sldMkLst>
        <pc:spChg chg="mod">
          <ac:chgData name="SUMA K G" userId="c26ce1b90fa457b4" providerId="LiveId" clId="{38DC9925-B960-41A9-8270-78D1B17E25AB}" dt="2024-04-23T01:02:50.778" v="590" actId="20577"/>
          <ac:spMkLst>
            <pc:docMk/>
            <pc:sldMk cId="2140396993" sldId="632"/>
            <ac:spMk id="2" creationId="{ABC5FC96-A151-8F4F-02B2-A1B03E193593}"/>
          </ac:spMkLst>
        </pc:spChg>
        <pc:spChg chg="mod">
          <ac:chgData name="SUMA K G" userId="c26ce1b90fa457b4" providerId="LiveId" clId="{38DC9925-B960-41A9-8270-78D1B17E25AB}" dt="2024-04-23T01:03:03.750" v="596" actId="123"/>
          <ac:spMkLst>
            <pc:docMk/>
            <pc:sldMk cId="2140396993" sldId="632"/>
            <ac:spMk id="3" creationId="{7E3B465C-D001-FD38-A2B4-820946B1BCE2}"/>
          </ac:spMkLst>
        </pc:spChg>
      </pc:sldChg>
      <pc:sldChg chg="del">
        <pc:chgData name="SUMA K G" userId="c26ce1b90fa457b4" providerId="LiveId" clId="{38DC9925-B960-41A9-8270-78D1B17E25AB}" dt="2024-04-22T23:55:26.935" v="8" actId="47"/>
        <pc:sldMkLst>
          <pc:docMk/>
          <pc:sldMk cId="3496471170" sldId="632"/>
        </pc:sldMkLst>
      </pc:sldChg>
      <pc:sldChg chg="modSp new mod">
        <pc:chgData name="SUMA K G" userId="c26ce1b90fa457b4" providerId="LiveId" clId="{38DC9925-B960-41A9-8270-78D1B17E25AB}" dt="2024-04-23T00:18:04.381" v="48" actId="14100"/>
        <pc:sldMkLst>
          <pc:docMk/>
          <pc:sldMk cId="3062081970" sldId="633"/>
        </pc:sldMkLst>
        <pc:spChg chg="mod">
          <ac:chgData name="SUMA K G" userId="c26ce1b90fa457b4" providerId="LiveId" clId="{38DC9925-B960-41A9-8270-78D1B17E25AB}" dt="2024-04-23T00:17:33.748" v="40"/>
          <ac:spMkLst>
            <pc:docMk/>
            <pc:sldMk cId="3062081970" sldId="633"/>
            <ac:spMk id="2" creationId="{C254FB77-B599-9E55-4802-C9ACD29A671E}"/>
          </ac:spMkLst>
        </pc:spChg>
        <pc:spChg chg="mod">
          <ac:chgData name="SUMA K G" userId="c26ce1b90fa457b4" providerId="LiveId" clId="{38DC9925-B960-41A9-8270-78D1B17E25AB}" dt="2024-04-23T00:18:04.381" v="48" actId="14100"/>
          <ac:spMkLst>
            <pc:docMk/>
            <pc:sldMk cId="3062081970" sldId="633"/>
            <ac:spMk id="3" creationId="{8CB9644F-DAB4-A707-EDAA-56B280572136}"/>
          </ac:spMkLst>
        </pc:spChg>
      </pc:sldChg>
      <pc:sldChg chg="del">
        <pc:chgData name="SUMA K G" userId="c26ce1b90fa457b4" providerId="LiveId" clId="{38DC9925-B960-41A9-8270-78D1B17E25AB}" dt="2024-04-22T23:55:26.592" v="7" actId="47"/>
        <pc:sldMkLst>
          <pc:docMk/>
          <pc:sldMk cId="3427076272" sldId="633"/>
        </pc:sldMkLst>
      </pc:sldChg>
      <pc:sldChg chg="del">
        <pc:chgData name="SUMA K G" userId="c26ce1b90fa457b4" providerId="LiveId" clId="{38DC9925-B960-41A9-8270-78D1B17E25AB}" dt="2024-04-22T23:55:26.190" v="6" actId="47"/>
        <pc:sldMkLst>
          <pc:docMk/>
          <pc:sldMk cId="245699020" sldId="634"/>
        </pc:sldMkLst>
      </pc:sldChg>
      <pc:sldChg chg="modSp new mod">
        <pc:chgData name="SUMA K G" userId="c26ce1b90fa457b4" providerId="LiveId" clId="{38DC9925-B960-41A9-8270-78D1B17E25AB}" dt="2024-04-23T00:31:02.226" v="126" actId="14100"/>
        <pc:sldMkLst>
          <pc:docMk/>
          <pc:sldMk cId="3295295101" sldId="634"/>
        </pc:sldMkLst>
        <pc:spChg chg="mod">
          <ac:chgData name="SUMA K G" userId="c26ce1b90fa457b4" providerId="LiveId" clId="{38DC9925-B960-41A9-8270-78D1B17E25AB}" dt="2024-04-23T00:21:25.875" v="57"/>
          <ac:spMkLst>
            <pc:docMk/>
            <pc:sldMk cId="3295295101" sldId="634"/>
            <ac:spMk id="2" creationId="{41D85B95-8CF9-7CBD-FFB5-E0998BA81D96}"/>
          </ac:spMkLst>
        </pc:spChg>
        <pc:spChg chg="mod">
          <ac:chgData name="SUMA K G" userId="c26ce1b90fa457b4" providerId="LiveId" clId="{38DC9925-B960-41A9-8270-78D1B17E25AB}" dt="2024-04-23T00:31:02.226" v="126" actId="14100"/>
          <ac:spMkLst>
            <pc:docMk/>
            <pc:sldMk cId="3295295101" sldId="634"/>
            <ac:spMk id="3" creationId="{8FD72C92-EDA0-1763-317A-649CD843A71D}"/>
          </ac:spMkLst>
        </pc:spChg>
      </pc:sldChg>
      <pc:sldChg chg="modSp new mod">
        <pc:chgData name="SUMA K G" userId="c26ce1b90fa457b4" providerId="LiveId" clId="{38DC9925-B960-41A9-8270-78D1B17E25AB}" dt="2024-04-23T00:21:57.292" v="62" actId="255"/>
        <pc:sldMkLst>
          <pc:docMk/>
          <pc:sldMk cId="612893306" sldId="635"/>
        </pc:sldMkLst>
        <pc:spChg chg="mod">
          <ac:chgData name="SUMA K G" userId="c26ce1b90fa457b4" providerId="LiveId" clId="{38DC9925-B960-41A9-8270-78D1B17E25AB}" dt="2024-04-23T00:21:29.686" v="58"/>
          <ac:spMkLst>
            <pc:docMk/>
            <pc:sldMk cId="612893306" sldId="635"/>
            <ac:spMk id="2" creationId="{A1138C31-A103-6694-BDC2-6293C2D771FF}"/>
          </ac:spMkLst>
        </pc:spChg>
        <pc:spChg chg="mod">
          <ac:chgData name="SUMA K G" userId="c26ce1b90fa457b4" providerId="LiveId" clId="{38DC9925-B960-41A9-8270-78D1B17E25AB}" dt="2024-04-23T00:21:57.292" v="62" actId="255"/>
          <ac:spMkLst>
            <pc:docMk/>
            <pc:sldMk cId="612893306" sldId="635"/>
            <ac:spMk id="3" creationId="{6BF69ECA-585B-8E9B-506E-6C9E7A3FC932}"/>
          </ac:spMkLst>
        </pc:spChg>
      </pc:sldChg>
      <pc:sldChg chg="del">
        <pc:chgData name="SUMA K G" userId="c26ce1b90fa457b4" providerId="LiveId" clId="{38DC9925-B960-41A9-8270-78D1B17E25AB}" dt="2024-04-22T23:55:27.481" v="9" actId="47"/>
        <pc:sldMkLst>
          <pc:docMk/>
          <pc:sldMk cId="2624533526" sldId="635"/>
        </pc:sldMkLst>
      </pc:sldChg>
      <pc:sldChg chg="addSp modSp new mod">
        <pc:chgData name="SUMA K G" userId="c26ce1b90fa457b4" providerId="LiveId" clId="{38DC9925-B960-41A9-8270-78D1B17E25AB}" dt="2024-04-23T00:56:32.816" v="536"/>
        <pc:sldMkLst>
          <pc:docMk/>
          <pc:sldMk cId="2337312035" sldId="636"/>
        </pc:sldMkLst>
        <pc:spChg chg="mod">
          <ac:chgData name="SUMA K G" userId="c26ce1b90fa457b4" providerId="LiveId" clId="{38DC9925-B960-41A9-8270-78D1B17E25AB}" dt="2024-04-23T00:21:43.538" v="60" actId="108"/>
          <ac:spMkLst>
            <pc:docMk/>
            <pc:sldMk cId="2337312035" sldId="636"/>
            <ac:spMk id="2" creationId="{E2E4F836-DF8C-0904-EE9A-2D93AB0A50C5}"/>
          </ac:spMkLst>
        </pc:spChg>
        <pc:spChg chg="mod">
          <ac:chgData name="SUMA K G" userId="c26ce1b90fa457b4" providerId="LiveId" clId="{38DC9925-B960-41A9-8270-78D1B17E25AB}" dt="2024-04-23T00:56:24.220" v="532" actId="20577"/>
          <ac:spMkLst>
            <pc:docMk/>
            <pc:sldMk cId="2337312035" sldId="636"/>
            <ac:spMk id="3" creationId="{E605FC44-7205-4B61-1267-9585F2405F72}"/>
          </ac:spMkLst>
        </pc:spChg>
        <pc:picChg chg="add mod">
          <ac:chgData name="SUMA K G" userId="c26ce1b90fa457b4" providerId="LiveId" clId="{38DC9925-B960-41A9-8270-78D1B17E25AB}" dt="2024-04-23T00:56:32.816" v="536"/>
          <ac:picMkLst>
            <pc:docMk/>
            <pc:sldMk cId="2337312035" sldId="636"/>
            <ac:picMk id="5" creationId="{E091FE48-19C7-970B-226C-5D2BD52BC54E}"/>
          </ac:picMkLst>
        </pc:picChg>
      </pc:sldChg>
      <pc:sldChg chg="addSp delSp modSp new mod">
        <pc:chgData name="SUMA K G" userId="c26ce1b90fa457b4" providerId="LiveId" clId="{38DC9925-B960-41A9-8270-78D1B17E25AB}" dt="2024-04-23T00:58:19.385" v="553" actId="123"/>
        <pc:sldMkLst>
          <pc:docMk/>
          <pc:sldMk cId="749676599" sldId="637"/>
        </pc:sldMkLst>
        <pc:spChg chg="mod">
          <ac:chgData name="SUMA K G" userId="c26ce1b90fa457b4" providerId="LiveId" clId="{38DC9925-B960-41A9-8270-78D1B17E25AB}" dt="2024-04-23T00:25:15.122" v="97" actId="313"/>
          <ac:spMkLst>
            <pc:docMk/>
            <pc:sldMk cId="749676599" sldId="637"/>
            <ac:spMk id="2" creationId="{940A3B97-9596-B822-6A1A-D378D5EE649A}"/>
          </ac:spMkLst>
        </pc:spChg>
        <pc:spChg chg="add del mod">
          <ac:chgData name="SUMA K G" userId="c26ce1b90fa457b4" providerId="LiveId" clId="{38DC9925-B960-41A9-8270-78D1B17E25AB}" dt="2024-04-23T00:58:19.385" v="553" actId="123"/>
          <ac:spMkLst>
            <pc:docMk/>
            <pc:sldMk cId="749676599" sldId="637"/>
            <ac:spMk id="3" creationId="{1EB8E007-8B6D-6B41-95C2-AF037CC0912C}"/>
          </ac:spMkLst>
        </pc:spChg>
        <pc:picChg chg="add mod">
          <ac:chgData name="SUMA K G" userId="c26ce1b90fa457b4" providerId="LiveId" clId="{38DC9925-B960-41A9-8270-78D1B17E25AB}" dt="2024-04-23T00:57:10.351" v="539" actId="1076"/>
          <ac:picMkLst>
            <pc:docMk/>
            <pc:sldMk cId="749676599" sldId="637"/>
            <ac:picMk id="5" creationId="{6DA0A22B-B3AF-0E70-EC24-5302A034E1A8}"/>
          </ac:picMkLst>
        </pc:picChg>
        <pc:picChg chg="add del mod">
          <ac:chgData name="SUMA K G" userId="c26ce1b90fa457b4" providerId="LiveId" clId="{38DC9925-B960-41A9-8270-78D1B17E25AB}" dt="2024-04-23T00:58:01.302" v="546" actId="21"/>
          <ac:picMkLst>
            <pc:docMk/>
            <pc:sldMk cId="749676599" sldId="637"/>
            <ac:picMk id="7" creationId="{B30E2A8A-87A1-CDBC-91B9-D9DC3F573ED8}"/>
          </ac:picMkLst>
        </pc:picChg>
        <pc:picChg chg="add mod">
          <ac:chgData name="SUMA K G" userId="c26ce1b90fa457b4" providerId="LiveId" clId="{38DC9925-B960-41A9-8270-78D1B17E25AB}" dt="2024-04-23T00:58:06.991" v="549"/>
          <ac:picMkLst>
            <pc:docMk/>
            <pc:sldMk cId="749676599" sldId="637"/>
            <ac:picMk id="8" creationId="{3FF3BB19-886A-7A5A-538D-DEEF2FE050C1}"/>
          </ac:picMkLst>
        </pc:picChg>
      </pc:sldChg>
      <pc:sldChg chg="addSp modSp new mod">
        <pc:chgData name="SUMA K G" userId="c26ce1b90fa457b4" providerId="LiveId" clId="{38DC9925-B960-41A9-8270-78D1B17E25AB}" dt="2024-04-23T00:27:08.833" v="100"/>
        <pc:sldMkLst>
          <pc:docMk/>
          <pc:sldMk cId="1244791872" sldId="638"/>
        </pc:sldMkLst>
        <pc:picChg chg="add mod">
          <ac:chgData name="SUMA K G" userId="c26ce1b90fa457b4" providerId="LiveId" clId="{38DC9925-B960-41A9-8270-78D1B17E25AB}" dt="2024-04-23T00:27:08.833" v="100"/>
          <ac:picMkLst>
            <pc:docMk/>
            <pc:sldMk cId="1244791872" sldId="638"/>
            <ac:picMk id="5" creationId="{D0925233-B06E-6954-19B0-6B238DDE2106}"/>
          </ac:picMkLst>
        </pc:picChg>
      </pc:sldChg>
      <pc:sldChg chg="addSp modSp new mod ord">
        <pc:chgData name="SUMA K G" userId="c26ce1b90fa457b4" providerId="LiveId" clId="{38DC9925-B960-41A9-8270-78D1B17E25AB}" dt="2024-04-23T00:58:46.825" v="559"/>
        <pc:sldMkLst>
          <pc:docMk/>
          <pc:sldMk cId="1725908813" sldId="639"/>
        </pc:sldMkLst>
        <pc:spChg chg="mod">
          <ac:chgData name="SUMA K G" userId="c26ce1b90fa457b4" providerId="LiveId" clId="{38DC9925-B960-41A9-8270-78D1B17E25AB}" dt="2024-04-23T00:27:56.267" v="105"/>
          <ac:spMkLst>
            <pc:docMk/>
            <pc:sldMk cId="1725908813" sldId="639"/>
            <ac:spMk id="2" creationId="{5A80D62D-CB42-43AC-1B16-C172FB72E8B7}"/>
          </ac:spMkLst>
        </pc:spChg>
        <pc:spChg chg="mod">
          <ac:chgData name="SUMA K G" userId="c26ce1b90fa457b4" providerId="LiveId" clId="{38DC9925-B960-41A9-8270-78D1B17E25AB}" dt="2024-04-23T00:30:01.932" v="121" actId="27636"/>
          <ac:spMkLst>
            <pc:docMk/>
            <pc:sldMk cId="1725908813" sldId="639"/>
            <ac:spMk id="3" creationId="{4542C24E-3978-436E-6786-F1E3D8D67FDF}"/>
          </ac:spMkLst>
        </pc:spChg>
        <pc:picChg chg="add mod">
          <ac:chgData name="SUMA K G" userId="c26ce1b90fa457b4" providerId="LiveId" clId="{38DC9925-B960-41A9-8270-78D1B17E25AB}" dt="2024-04-23T00:30:10.238" v="124" actId="1076"/>
          <ac:picMkLst>
            <pc:docMk/>
            <pc:sldMk cId="1725908813" sldId="639"/>
            <ac:picMk id="5" creationId="{00B67D73-0866-CB49-5807-D65F404BDDD1}"/>
          </ac:picMkLst>
        </pc:picChg>
        <pc:picChg chg="add mod">
          <ac:chgData name="SUMA K G" userId="c26ce1b90fa457b4" providerId="LiveId" clId="{38DC9925-B960-41A9-8270-78D1B17E25AB}" dt="2024-04-23T00:30:05.413" v="122" actId="1076"/>
          <ac:picMkLst>
            <pc:docMk/>
            <pc:sldMk cId="1725908813" sldId="639"/>
            <ac:picMk id="1026" creationId="{BCFBB935-751C-2E24-B9DE-9EADB5DEE542}"/>
          </ac:picMkLst>
        </pc:picChg>
      </pc:sldChg>
      <pc:sldChg chg="addSp new del mod">
        <pc:chgData name="SUMA K G" userId="c26ce1b90fa457b4" providerId="LiveId" clId="{38DC9925-B960-41A9-8270-78D1B17E25AB}" dt="2024-04-23T01:03:27.520" v="615" actId="47"/>
        <pc:sldMkLst>
          <pc:docMk/>
          <pc:sldMk cId="1167023974" sldId="640"/>
        </pc:sldMkLst>
        <pc:picChg chg="add">
          <ac:chgData name="SUMA K G" userId="c26ce1b90fa457b4" providerId="LiveId" clId="{38DC9925-B960-41A9-8270-78D1B17E25AB}" dt="2024-04-23T00:29:55.156" v="119" actId="22"/>
          <ac:picMkLst>
            <pc:docMk/>
            <pc:sldMk cId="1167023974" sldId="640"/>
            <ac:picMk id="5" creationId="{6FB2E921-97E7-9748-9259-BA7A336A0111}"/>
          </ac:picMkLst>
        </pc:picChg>
      </pc:sldChg>
      <pc:sldChg chg="new del">
        <pc:chgData name="SUMA K G" userId="c26ce1b90fa457b4" providerId="LiveId" clId="{38DC9925-B960-41A9-8270-78D1B17E25AB}" dt="2024-04-23T00:59:10.593" v="562" actId="47"/>
        <pc:sldMkLst>
          <pc:docMk/>
          <pc:sldMk cId="1259870680" sldId="641"/>
        </pc:sldMkLst>
      </pc:sldChg>
      <pc:sldChg chg="modSp new mod">
        <pc:chgData name="SUMA K G" userId="c26ce1b90fa457b4" providerId="LiveId" clId="{38DC9925-B960-41A9-8270-78D1B17E25AB}" dt="2024-04-23T00:32:31.319" v="157" actId="14100"/>
        <pc:sldMkLst>
          <pc:docMk/>
          <pc:sldMk cId="291496963" sldId="642"/>
        </pc:sldMkLst>
        <pc:spChg chg="mod">
          <ac:chgData name="SUMA K G" userId="c26ce1b90fa457b4" providerId="LiveId" clId="{38DC9925-B960-41A9-8270-78D1B17E25AB}" dt="2024-04-23T00:32:28.881" v="156" actId="14100"/>
          <ac:spMkLst>
            <pc:docMk/>
            <pc:sldMk cId="291496963" sldId="642"/>
            <ac:spMk id="2" creationId="{76F822B3-A3E8-FAB0-CCCA-9CDA87190FFB}"/>
          </ac:spMkLst>
        </pc:spChg>
        <pc:spChg chg="mod">
          <ac:chgData name="SUMA K G" userId="c26ce1b90fa457b4" providerId="LiveId" clId="{38DC9925-B960-41A9-8270-78D1B17E25AB}" dt="2024-04-23T00:32:31.319" v="157" actId="14100"/>
          <ac:spMkLst>
            <pc:docMk/>
            <pc:sldMk cId="291496963" sldId="642"/>
            <ac:spMk id="3" creationId="{E5A5A7E0-9741-55DC-2435-EC03F10F036E}"/>
          </ac:spMkLst>
        </pc:spChg>
      </pc:sldChg>
      <pc:sldChg chg="modSp new mod">
        <pc:chgData name="SUMA K G" userId="c26ce1b90fa457b4" providerId="LiveId" clId="{38DC9925-B960-41A9-8270-78D1B17E25AB}" dt="2024-04-23T00:44:40.992" v="181" actId="255"/>
        <pc:sldMkLst>
          <pc:docMk/>
          <pc:sldMk cId="1496755845" sldId="643"/>
        </pc:sldMkLst>
        <pc:spChg chg="mod">
          <ac:chgData name="SUMA K G" userId="c26ce1b90fa457b4" providerId="LiveId" clId="{38DC9925-B960-41A9-8270-78D1B17E25AB}" dt="2024-04-23T00:44:15.010" v="173" actId="108"/>
          <ac:spMkLst>
            <pc:docMk/>
            <pc:sldMk cId="1496755845" sldId="643"/>
            <ac:spMk id="2" creationId="{EB94F6B2-DC4F-9316-E96B-4C74EBC906AA}"/>
          </ac:spMkLst>
        </pc:spChg>
        <pc:spChg chg="mod">
          <ac:chgData name="SUMA K G" userId="c26ce1b90fa457b4" providerId="LiveId" clId="{38DC9925-B960-41A9-8270-78D1B17E25AB}" dt="2024-04-23T00:44:40.992" v="181" actId="255"/>
          <ac:spMkLst>
            <pc:docMk/>
            <pc:sldMk cId="1496755845" sldId="643"/>
            <ac:spMk id="3" creationId="{29507F18-5586-05CF-9D56-4004DC78378F}"/>
          </ac:spMkLst>
        </pc:spChg>
      </pc:sldChg>
      <pc:sldChg chg="modSp new mod">
        <pc:chgData name="SUMA K G" userId="c26ce1b90fa457b4" providerId="LiveId" clId="{38DC9925-B960-41A9-8270-78D1B17E25AB}" dt="2024-04-23T00:45:49.816" v="236" actId="20577"/>
        <pc:sldMkLst>
          <pc:docMk/>
          <pc:sldMk cId="2619659469" sldId="644"/>
        </pc:sldMkLst>
        <pc:spChg chg="mod">
          <ac:chgData name="SUMA K G" userId="c26ce1b90fa457b4" providerId="LiveId" clId="{38DC9925-B960-41A9-8270-78D1B17E25AB}" dt="2024-04-23T00:44:49.667" v="182" actId="108"/>
          <ac:spMkLst>
            <pc:docMk/>
            <pc:sldMk cId="2619659469" sldId="644"/>
            <ac:spMk id="2" creationId="{493268E6-623C-BFB9-0026-EBEB0BF59291}"/>
          </ac:spMkLst>
        </pc:spChg>
        <pc:spChg chg="mod">
          <ac:chgData name="SUMA K G" userId="c26ce1b90fa457b4" providerId="LiveId" clId="{38DC9925-B960-41A9-8270-78D1B17E25AB}" dt="2024-04-23T00:45:49.816" v="236" actId="20577"/>
          <ac:spMkLst>
            <pc:docMk/>
            <pc:sldMk cId="2619659469" sldId="644"/>
            <ac:spMk id="3" creationId="{97E66499-60EF-6F04-DFE4-653BA3DDE623}"/>
          </ac:spMkLst>
        </pc:spChg>
      </pc:sldChg>
      <pc:sldChg chg="addSp modSp new mod ord">
        <pc:chgData name="SUMA K G" userId="c26ce1b90fa457b4" providerId="LiveId" clId="{38DC9925-B960-41A9-8270-78D1B17E25AB}" dt="2024-04-23T00:46:17.333" v="252"/>
        <pc:sldMkLst>
          <pc:docMk/>
          <pc:sldMk cId="1369358000" sldId="645"/>
        </pc:sldMkLst>
        <pc:spChg chg="mod">
          <ac:chgData name="SUMA K G" userId="c26ce1b90fa457b4" providerId="LiveId" clId="{38DC9925-B960-41A9-8270-78D1B17E25AB}" dt="2024-04-23T00:46:17.333" v="252"/>
          <ac:spMkLst>
            <pc:docMk/>
            <pc:sldMk cId="1369358000" sldId="645"/>
            <ac:spMk id="2" creationId="{164693A4-8DDD-4D18-269E-1348DF1316BC}"/>
          </ac:spMkLst>
        </pc:spChg>
        <pc:picChg chg="add mod">
          <ac:chgData name="SUMA K G" userId="c26ce1b90fa457b4" providerId="LiveId" clId="{38DC9925-B960-41A9-8270-78D1B17E25AB}" dt="2024-04-23T00:46:06.091" v="249" actId="1076"/>
          <ac:picMkLst>
            <pc:docMk/>
            <pc:sldMk cId="1369358000" sldId="645"/>
            <ac:picMk id="2050" creationId="{10EB6872-2103-0370-7633-E423EC780790}"/>
          </ac:picMkLst>
        </pc:picChg>
      </pc:sldChg>
      <pc:sldChg chg="modSp new mod">
        <pc:chgData name="SUMA K G" userId="c26ce1b90fa457b4" providerId="LiveId" clId="{38DC9925-B960-41A9-8270-78D1B17E25AB}" dt="2024-04-23T00:50:40.625" v="313" actId="20577"/>
        <pc:sldMkLst>
          <pc:docMk/>
          <pc:sldMk cId="1959660540" sldId="646"/>
        </pc:sldMkLst>
        <pc:spChg chg="mod">
          <ac:chgData name="SUMA K G" userId="c26ce1b90fa457b4" providerId="LiveId" clId="{38DC9925-B960-41A9-8270-78D1B17E25AB}" dt="2024-04-23T00:46:42.295" v="257"/>
          <ac:spMkLst>
            <pc:docMk/>
            <pc:sldMk cId="1959660540" sldId="646"/>
            <ac:spMk id="2" creationId="{53266403-3F07-49B3-71F2-843D25D9A48D}"/>
          </ac:spMkLst>
        </pc:spChg>
        <pc:spChg chg="mod">
          <ac:chgData name="SUMA K G" userId="c26ce1b90fa457b4" providerId="LiveId" clId="{38DC9925-B960-41A9-8270-78D1B17E25AB}" dt="2024-04-23T00:50:40.625" v="313" actId="20577"/>
          <ac:spMkLst>
            <pc:docMk/>
            <pc:sldMk cId="1959660540" sldId="646"/>
            <ac:spMk id="3" creationId="{D0A47302-A510-CB16-4B28-54C65DBB6E26}"/>
          </ac:spMkLst>
        </pc:spChg>
      </pc:sldChg>
      <pc:sldChg chg="modSp new mod">
        <pc:chgData name="SUMA K G" userId="c26ce1b90fa457b4" providerId="LiveId" clId="{38DC9925-B960-41A9-8270-78D1B17E25AB}" dt="2024-04-23T00:51:37.424" v="380" actId="14100"/>
        <pc:sldMkLst>
          <pc:docMk/>
          <pc:sldMk cId="2785153132" sldId="647"/>
        </pc:sldMkLst>
        <pc:spChg chg="mod">
          <ac:chgData name="SUMA K G" userId="c26ce1b90fa457b4" providerId="LiveId" clId="{38DC9925-B960-41A9-8270-78D1B17E25AB}" dt="2024-04-23T00:51:35.221" v="379" actId="27636"/>
          <ac:spMkLst>
            <pc:docMk/>
            <pc:sldMk cId="2785153132" sldId="647"/>
            <ac:spMk id="2" creationId="{34F9072C-E762-06BC-6D7A-77A2AC733C67}"/>
          </ac:spMkLst>
        </pc:spChg>
        <pc:spChg chg="mod">
          <ac:chgData name="SUMA K G" userId="c26ce1b90fa457b4" providerId="LiveId" clId="{38DC9925-B960-41A9-8270-78D1B17E25AB}" dt="2024-04-23T00:51:37.424" v="380" actId="14100"/>
          <ac:spMkLst>
            <pc:docMk/>
            <pc:sldMk cId="2785153132" sldId="647"/>
            <ac:spMk id="3" creationId="{BA730D11-EC78-0CD6-FD12-AD902D242946}"/>
          </ac:spMkLst>
        </pc:spChg>
      </pc:sldChg>
      <pc:sldChg chg="modSp add mod">
        <pc:chgData name="SUMA K G" userId="c26ce1b90fa457b4" providerId="LiveId" clId="{38DC9925-B960-41A9-8270-78D1B17E25AB}" dt="2024-04-23T00:46:49.731" v="260" actId="14100"/>
        <pc:sldMkLst>
          <pc:docMk/>
          <pc:sldMk cId="4238709060" sldId="648"/>
        </pc:sldMkLst>
        <pc:spChg chg="mod">
          <ac:chgData name="SUMA K G" userId="c26ce1b90fa457b4" providerId="LiveId" clId="{38DC9925-B960-41A9-8270-78D1B17E25AB}" dt="2024-04-23T00:46:46.018" v="258" actId="14100"/>
          <ac:spMkLst>
            <pc:docMk/>
            <pc:sldMk cId="4238709060" sldId="648"/>
            <ac:spMk id="2" creationId="{493268E6-623C-BFB9-0026-EBEB0BF59291}"/>
          </ac:spMkLst>
        </pc:spChg>
        <pc:spChg chg="mod">
          <ac:chgData name="SUMA K G" userId="c26ce1b90fa457b4" providerId="LiveId" clId="{38DC9925-B960-41A9-8270-78D1B17E25AB}" dt="2024-04-23T00:46:49.731" v="260" actId="14100"/>
          <ac:spMkLst>
            <pc:docMk/>
            <pc:sldMk cId="4238709060" sldId="648"/>
            <ac:spMk id="3" creationId="{97E66499-60EF-6F04-DFE4-653BA3DDE623}"/>
          </ac:spMkLst>
        </pc:spChg>
      </pc:sldChg>
      <pc:sldChg chg="addSp delSp modSp new mod">
        <pc:chgData name="SUMA K G" userId="c26ce1b90fa457b4" providerId="LiveId" clId="{38DC9925-B960-41A9-8270-78D1B17E25AB}" dt="2024-04-23T00:52:11.864" v="396"/>
        <pc:sldMkLst>
          <pc:docMk/>
          <pc:sldMk cId="491176430" sldId="649"/>
        </pc:sldMkLst>
        <pc:spChg chg="del">
          <ac:chgData name="SUMA K G" userId="c26ce1b90fa457b4" providerId="LiveId" clId="{38DC9925-B960-41A9-8270-78D1B17E25AB}" dt="2024-04-23T00:52:11.114" v="395" actId="478"/>
          <ac:spMkLst>
            <pc:docMk/>
            <pc:sldMk cId="491176430" sldId="649"/>
            <ac:spMk id="2" creationId="{2D7E9B91-96A0-AFEC-A2F5-BEEFB94A95AE}"/>
          </ac:spMkLst>
        </pc:spChg>
        <pc:spChg chg="mod">
          <ac:chgData name="SUMA K G" userId="c26ce1b90fa457b4" providerId="LiveId" clId="{38DC9925-B960-41A9-8270-78D1B17E25AB}" dt="2024-04-23T00:52:02.722" v="394" actId="5793"/>
          <ac:spMkLst>
            <pc:docMk/>
            <pc:sldMk cId="491176430" sldId="649"/>
            <ac:spMk id="3" creationId="{993C0BB2-17DD-8B66-5D76-7278D31AFD36}"/>
          </ac:spMkLst>
        </pc:spChg>
        <pc:spChg chg="add mod">
          <ac:chgData name="SUMA K G" userId="c26ce1b90fa457b4" providerId="LiveId" clId="{38DC9925-B960-41A9-8270-78D1B17E25AB}" dt="2024-04-23T00:52:11.864" v="396"/>
          <ac:spMkLst>
            <pc:docMk/>
            <pc:sldMk cId="491176430" sldId="649"/>
            <ac:spMk id="4" creationId="{54D7D643-5738-AB44-BBFA-65824DBC01DE}"/>
          </ac:spMkLst>
        </pc:spChg>
        <pc:picChg chg="add">
          <ac:chgData name="SUMA K G" userId="c26ce1b90fa457b4" providerId="LiveId" clId="{38DC9925-B960-41A9-8270-78D1B17E25AB}" dt="2024-04-23T00:47:32.684" v="267"/>
          <ac:picMkLst>
            <pc:docMk/>
            <pc:sldMk cId="491176430" sldId="649"/>
            <ac:picMk id="3074" creationId="{D00C8782-F6E6-324D-478A-0EA3383C4F59}"/>
          </ac:picMkLst>
        </pc:picChg>
      </pc:sldChg>
      <pc:sldChg chg="modSp new mod">
        <pc:chgData name="SUMA K G" userId="c26ce1b90fa457b4" providerId="LiveId" clId="{38DC9925-B960-41A9-8270-78D1B17E25AB}" dt="2024-04-23T00:52:43.801" v="421" actId="20577"/>
        <pc:sldMkLst>
          <pc:docMk/>
          <pc:sldMk cId="818399057" sldId="650"/>
        </pc:sldMkLst>
        <pc:spChg chg="mod">
          <ac:chgData name="SUMA K G" userId="c26ce1b90fa457b4" providerId="LiveId" clId="{38DC9925-B960-41A9-8270-78D1B17E25AB}" dt="2024-04-23T00:52:21.547" v="398" actId="14100"/>
          <ac:spMkLst>
            <pc:docMk/>
            <pc:sldMk cId="818399057" sldId="650"/>
            <ac:spMk id="2" creationId="{BC27572D-58D8-6675-534D-438B4E284FFF}"/>
          </ac:spMkLst>
        </pc:spChg>
        <pc:spChg chg="mod">
          <ac:chgData name="SUMA K G" userId="c26ce1b90fa457b4" providerId="LiveId" clId="{38DC9925-B960-41A9-8270-78D1B17E25AB}" dt="2024-04-23T00:52:43.801" v="421" actId="20577"/>
          <ac:spMkLst>
            <pc:docMk/>
            <pc:sldMk cId="818399057" sldId="650"/>
            <ac:spMk id="3" creationId="{F4C05794-D750-6102-35C3-35338C884F25}"/>
          </ac:spMkLst>
        </pc:spChg>
      </pc:sldChg>
      <pc:sldChg chg="addSp delSp modSp new mod">
        <pc:chgData name="SUMA K G" userId="c26ce1b90fa457b4" providerId="LiveId" clId="{38DC9925-B960-41A9-8270-78D1B17E25AB}" dt="2024-04-23T00:53:24.307" v="448" actId="123"/>
        <pc:sldMkLst>
          <pc:docMk/>
          <pc:sldMk cId="800709261" sldId="651"/>
        </pc:sldMkLst>
        <pc:spChg chg="del">
          <ac:chgData name="SUMA K G" userId="c26ce1b90fa457b4" providerId="LiveId" clId="{38DC9925-B960-41A9-8270-78D1B17E25AB}" dt="2024-04-23T00:52:51.533" v="422" actId="478"/>
          <ac:spMkLst>
            <pc:docMk/>
            <pc:sldMk cId="800709261" sldId="651"/>
            <ac:spMk id="2" creationId="{E63B5BC6-4EA8-C04B-9A5C-AC7C3ABFA01A}"/>
          </ac:spMkLst>
        </pc:spChg>
        <pc:spChg chg="mod">
          <ac:chgData name="SUMA K G" userId="c26ce1b90fa457b4" providerId="LiveId" clId="{38DC9925-B960-41A9-8270-78D1B17E25AB}" dt="2024-04-23T00:53:24.307" v="448" actId="123"/>
          <ac:spMkLst>
            <pc:docMk/>
            <pc:sldMk cId="800709261" sldId="651"/>
            <ac:spMk id="3" creationId="{B5388E45-A7C0-92E5-C2EF-C9F6060CEAB2}"/>
          </ac:spMkLst>
        </pc:spChg>
        <pc:spChg chg="add mod">
          <ac:chgData name="SUMA K G" userId="c26ce1b90fa457b4" providerId="LiveId" clId="{38DC9925-B960-41A9-8270-78D1B17E25AB}" dt="2024-04-23T00:52:52.051" v="423"/>
          <ac:spMkLst>
            <pc:docMk/>
            <pc:sldMk cId="800709261" sldId="651"/>
            <ac:spMk id="4" creationId="{CE97EFF6-246F-AD34-41A7-6FD5C3B98084}"/>
          </ac:spMkLst>
        </pc:spChg>
        <pc:picChg chg="add mod">
          <ac:chgData name="SUMA K G" userId="c26ce1b90fa457b4" providerId="LiveId" clId="{38DC9925-B960-41A9-8270-78D1B17E25AB}" dt="2024-04-23T00:53:07.467" v="439" actId="1076"/>
          <ac:picMkLst>
            <pc:docMk/>
            <pc:sldMk cId="800709261" sldId="651"/>
            <ac:picMk id="4098" creationId="{D16E7109-17CD-5C3F-71DE-1134065A51A8}"/>
          </ac:picMkLst>
        </pc:picChg>
      </pc:sldChg>
      <pc:sldChg chg="addSp delSp modSp new mod">
        <pc:chgData name="SUMA K G" userId="c26ce1b90fa457b4" providerId="LiveId" clId="{38DC9925-B960-41A9-8270-78D1B17E25AB}" dt="2024-04-23T00:54:43.759" v="525" actId="20577"/>
        <pc:sldMkLst>
          <pc:docMk/>
          <pc:sldMk cId="3632805150" sldId="652"/>
        </pc:sldMkLst>
        <pc:spChg chg="del mod">
          <ac:chgData name="SUMA K G" userId="c26ce1b90fa457b4" providerId="LiveId" clId="{38DC9925-B960-41A9-8270-78D1B17E25AB}" dt="2024-04-23T00:53:54.108" v="488" actId="478"/>
          <ac:spMkLst>
            <pc:docMk/>
            <pc:sldMk cId="3632805150" sldId="652"/>
            <ac:spMk id="2" creationId="{CD46EB37-BEDB-430A-C53E-892186FCCF15}"/>
          </ac:spMkLst>
        </pc:spChg>
        <pc:spChg chg="mod">
          <ac:chgData name="SUMA K G" userId="c26ce1b90fa457b4" providerId="LiveId" clId="{38DC9925-B960-41A9-8270-78D1B17E25AB}" dt="2024-04-23T00:54:43.759" v="525" actId="20577"/>
          <ac:spMkLst>
            <pc:docMk/>
            <pc:sldMk cId="3632805150" sldId="652"/>
            <ac:spMk id="3" creationId="{1B84F989-B71E-0EE7-6713-8958C4859273}"/>
          </ac:spMkLst>
        </pc:spChg>
        <pc:spChg chg="add mod">
          <ac:chgData name="SUMA K G" userId="c26ce1b90fa457b4" providerId="LiveId" clId="{38DC9925-B960-41A9-8270-78D1B17E25AB}" dt="2024-04-23T00:53:46.017" v="468" actId="20577"/>
          <ac:spMkLst>
            <pc:docMk/>
            <pc:sldMk cId="3632805150" sldId="652"/>
            <ac:spMk id="4" creationId="{AB625D04-E574-8F8E-BBBC-512269FE1283}"/>
          </ac:spMkLst>
        </pc:spChg>
      </pc:sldChg>
      <pc:sldChg chg="modSp new mod">
        <pc:chgData name="SUMA K G" userId="c26ce1b90fa457b4" providerId="LiveId" clId="{38DC9925-B960-41A9-8270-78D1B17E25AB}" dt="2024-04-23T00:55:02.920" v="529" actId="108"/>
        <pc:sldMkLst>
          <pc:docMk/>
          <pc:sldMk cId="2327921478" sldId="653"/>
        </pc:sldMkLst>
        <pc:spChg chg="mod">
          <ac:chgData name="SUMA K G" userId="c26ce1b90fa457b4" providerId="LiveId" clId="{38DC9925-B960-41A9-8270-78D1B17E25AB}" dt="2024-04-23T00:55:02.920" v="529" actId="108"/>
          <ac:spMkLst>
            <pc:docMk/>
            <pc:sldMk cId="2327921478" sldId="653"/>
            <ac:spMk id="2" creationId="{858CFDC2-A869-732D-C9F4-3E5966A6DA10}"/>
          </ac:spMkLst>
        </pc:spChg>
        <pc:spChg chg="mod">
          <ac:chgData name="SUMA K G" userId="c26ce1b90fa457b4" providerId="LiveId" clId="{38DC9925-B960-41A9-8270-78D1B17E25AB}" dt="2024-04-23T00:54:57.566" v="528" actId="5793"/>
          <ac:spMkLst>
            <pc:docMk/>
            <pc:sldMk cId="2327921478" sldId="653"/>
            <ac:spMk id="3" creationId="{FAD7FF7D-0EA0-2F91-EA1D-A2CBB73485FF}"/>
          </ac:spMkLst>
        </pc:spChg>
      </pc:sldChg>
      <pc:sldChg chg="addSp modSp new mod">
        <pc:chgData name="SUMA K G" userId="c26ce1b90fa457b4" providerId="LiveId" clId="{38DC9925-B960-41A9-8270-78D1B17E25AB}" dt="2024-04-23T00:58:39.476" v="557"/>
        <pc:sldMkLst>
          <pc:docMk/>
          <pc:sldMk cId="484685258" sldId="654"/>
        </pc:sldMkLst>
        <pc:spChg chg="mod">
          <ac:chgData name="SUMA K G" userId="c26ce1b90fa457b4" providerId="LiveId" clId="{38DC9925-B960-41A9-8270-78D1B17E25AB}" dt="2024-04-23T00:58:39.476" v="557"/>
          <ac:spMkLst>
            <pc:docMk/>
            <pc:sldMk cId="484685258" sldId="654"/>
            <ac:spMk id="2" creationId="{0A335883-F01B-5517-957D-A5CDFB1F3FF8}"/>
          </ac:spMkLst>
        </pc:spChg>
        <pc:spChg chg="mod">
          <ac:chgData name="SUMA K G" userId="c26ce1b90fa457b4" providerId="LiveId" clId="{38DC9925-B960-41A9-8270-78D1B17E25AB}" dt="2024-04-23T00:58:35.035" v="556" actId="255"/>
          <ac:spMkLst>
            <pc:docMk/>
            <pc:sldMk cId="484685258" sldId="654"/>
            <ac:spMk id="3" creationId="{5153518C-58B5-4049-741B-282168FE0835}"/>
          </ac:spMkLst>
        </pc:spChg>
        <pc:picChg chg="add mod">
          <ac:chgData name="SUMA K G" userId="c26ce1b90fa457b4" providerId="LiveId" clId="{38DC9925-B960-41A9-8270-78D1B17E25AB}" dt="2024-04-23T00:58:02.791" v="547"/>
          <ac:picMkLst>
            <pc:docMk/>
            <pc:sldMk cId="484685258" sldId="654"/>
            <ac:picMk id="7" creationId="{B30E2A8A-87A1-CDBC-91B9-D9DC3F573ED8}"/>
          </ac:picMkLst>
        </pc:picChg>
      </pc:sldChg>
      <pc:sldChg chg="modSp new mod">
        <pc:chgData name="SUMA K G" userId="c26ce1b90fa457b4" providerId="LiveId" clId="{38DC9925-B960-41A9-8270-78D1B17E25AB}" dt="2024-04-23T01:04:35.616" v="662" actId="14100"/>
        <pc:sldMkLst>
          <pc:docMk/>
          <pc:sldMk cId="2361540044" sldId="655"/>
        </pc:sldMkLst>
        <pc:spChg chg="mod">
          <ac:chgData name="SUMA K G" userId="c26ce1b90fa457b4" providerId="LiveId" clId="{38DC9925-B960-41A9-8270-78D1B17E25AB}" dt="2024-04-23T01:04:35.616" v="662" actId="14100"/>
          <ac:spMkLst>
            <pc:docMk/>
            <pc:sldMk cId="2361540044" sldId="655"/>
            <ac:spMk id="2" creationId="{EE058D8B-C696-1038-0574-918E8B584F9D}"/>
          </ac:spMkLst>
        </pc:spChg>
        <pc:spChg chg="mod">
          <ac:chgData name="SUMA K G" userId="c26ce1b90fa457b4" providerId="LiveId" clId="{38DC9925-B960-41A9-8270-78D1B17E25AB}" dt="2024-04-23T01:04:09.341" v="647" actId="20577"/>
          <ac:spMkLst>
            <pc:docMk/>
            <pc:sldMk cId="2361540044" sldId="655"/>
            <ac:spMk id="3" creationId="{A0BBC1DB-EF31-A6CC-8A7E-3CFBC0901F63}"/>
          </ac:spMkLst>
        </pc:spChg>
      </pc:sldChg>
      <pc:sldChg chg="modSp add mod">
        <pc:chgData name="SUMA K G" userId="c26ce1b90fa457b4" providerId="LiveId" clId="{38DC9925-B960-41A9-8270-78D1B17E25AB}" dt="2024-04-23T01:04:37.415" v="663"/>
        <pc:sldMkLst>
          <pc:docMk/>
          <pc:sldMk cId="4198953775" sldId="656"/>
        </pc:sldMkLst>
        <pc:spChg chg="mod">
          <ac:chgData name="SUMA K G" userId="c26ce1b90fa457b4" providerId="LiveId" clId="{38DC9925-B960-41A9-8270-78D1B17E25AB}" dt="2024-04-23T01:04:37.415" v="663"/>
          <ac:spMkLst>
            <pc:docMk/>
            <pc:sldMk cId="4198953775" sldId="656"/>
            <ac:spMk id="2" creationId="{EE058D8B-C696-1038-0574-918E8B584F9D}"/>
          </ac:spMkLst>
        </pc:spChg>
        <pc:spChg chg="mod">
          <ac:chgData name="SUMA K G" userId="c26ce1b90fa457b4" providerId="LiveId" clId="{38DC9925-B960-41A9-8270-78D1B17E25AB}" dt="2024-04-23T01:04:30.680" v="661" actId="20577"/>
          <ac:spMkLst>
            <pc:docMk/>
            <pc:sldMk cId="4198953775" sldId="656"/>
            <ac:spMk id="3" creationId="{A0BBC1DB-EF31-A6CC-8A7E-3CFBC0901F63}"/>
          </ac:spMkLst>
        </pc:spChg>
      </pc:sldChg>
      <pc:sldChg chg="modSp add mod">
        <pc:chgData name="SUMA K G" userId="c26ce1b90fa457b4" providerId="LiveId" clId="{38DC9925-B960-41A9-8270-78D1B17E25AB}" dt="2024-04-23T01:05:09.277" v="679" actId="6549"/>
        <pc:sldMkLst>
          <pc:docMk/>
          <pc:sldMk cId="187819370" sldId="657"/>
        </pc:sldMkLst>
        <pc:spChg chg="mod">
          <ac:chgData name="SUMA K G" userId="c26ce1b90fa457b4" providerId="LiveId" clId="{38DC9925-B960-41A9-8270-78D1B17E25AB}" dt="2024-04-23T01:04:39.433" v="664"/>
          <ac:spMkLst>
            <pc:docMk/>
            <pc:sldMk cId="187819370" sldId="657"/>
            <ac:spMk id="2" creationId="{EE058D8B-C696-1038-0574-918E8B584F9D}"/>
          </ac:spMkLst>
        </pc:spChg>
        <pc:spChg chg="mod">
          <ac:chgData name="SUMA K G" userId="c26ce1b90fa457b4" providerId="LiveId" clId="{38DC9925-B960-41A9-8270-78D1B17E25AB}" dt="2024-04-23T01:05:09.277" v="679" actId="6549"/>
          <ac:spMkLst>
            <pc:docMk/>
            <pc:sldMk cId="187819370" sldId="657"/>
            <ac:spMk id="3" creationId="{A0BBC1DB-EF31-A6CC-8A7E-3CFBC0901F63}"/>
          </ac:spMkLst>
        </pc:spChg>
      </pc:sldChg>
    </pc:docChg>
  </pc:docChgLst>
  <pc:docChgLst>
    <pc:chgData name="SUMA K G" userId="c26ce1b90fa457b4" providerId="LiveId" clId="{CA8F7656-5DB0-445D-AE24-78FC8ECCCAE9}"/>
    <pc:docChg chg="custSel addSld modSld sldOrd">
      <pc:chgData name="SUMA K G" userId="c26ce1b90fa457b4" providerId="LiveId" clId="{CA8F7656-5DB0-445D-AE24-78FC8ECCCAE9}" dt="2024-04-18T06:28:28.189" v="58"/>
      <pc:docMkLst>
        <pc:docMk/>
      </pc:docMkLst>
      <pc:sldChg chg="modSp mod">
        <pc:chgData name="SUMA K G" userId="c26ce1b90fa457b4" providerId="LiveId" clId="{CA8F7656-5DB0-445D-AE24-78FC8ECCCAE9}" dt="2024-04-18T05:18:39.087" v="6" actId="13926"/>
        <pc:sldMkLst>
          <pc:docMk/>
          <pc:sldMk cId="1681708856" sldId="261"/>
        </pc:sldMkLst>
        <pc:spChg chg="mod">
          <ac:chgData name="SUMA K G" userId="c26ce1b90fa457b4" providerId="LiveId" clId="{CA8F7656-5DB0-445D-AE24-78FC8ECCCAE9}" dt="2024-04-18T05:18:39.087" v="6" actId="13926"/>
          <ac:spMkLst>
            <pc:docMk/>
            <pc:sldMk cId="1681708856" sldId="261"/>
            <ac:spMk id="3" creationId="{5E6B5C7E-6EC4-577C-8C8F-0E6F897E4AD5}"/>
          </ac:spMkLst>
        </pc:spChg>
      </pc:sldChg>
      <pc:sldChg chg="modSp mod">
        <pc:chgData name="SUMA K G" userId="c26ce1b90fa457b4" providerId="LiveId" clId="{CA8F7656-5DB0-445D-AE24-78FC8ECCCAE9}" dt="2024-04-16T01:08:14.054" v="5" actId="20577"/>
        <pc:sldMkLst>
          <pc:docMk/>
          <pc:sldMk cId="2773029733" sldId="585"/>
        </pc:sldMkLst>
        <pc:spChg chg="mod">
          <ac:chgData name="SUMA K G" userId="c26ce1b90fa457b4" providerId="LiveId" clId="{CA8F7656-5DB0-445D-AE24-78FC8ECCCAE9}" dt="2024-04-16T01:08:14.054" v="5" actId="20577"/>
          <ac:spMkLst>
            <pc:docMk/>
            <pc:sldMk cId="2773029733" sldId="585"/>
            <ac:spMk id="3" creationId="{FD6B1D31-C4E7-8A73-DE3F-694072EBD1FA}"/>
          </ac:spMkLst>
        </pc:spChg>
      </pc:sldChg>
      <pc:sldChg chg="ord">
        <pc:chgData name="SUMA K G" userId="c26ce1b90fa457b4" providerId="LiveId" clId="{CA8F7656-5DB0-445D-AE24-78FC8ECCCAE9}" dt="2024-04-18T06:28:28.189" v="58"/>
        <pc:sldMkLst>
          <pc:docMk/>
          <pc:sldMk cId="3427076272" sldId="633"/>
        </pc:sldMkLst>
      </pc:sldChg>
      <pc:sldChg chg="ord">
        <pc:chgData name="SUMA K G" userId="c26ce1b90fa457b4" providerId="LiveId" clId="{CA8F7656-5DB0-445D-AE24-78FC8ECCCAE9}" dt="2024-04-18T06:28:05.830" v="56"/>
        <pc:sldMkLst>
          <pc:docMk/>
          <pc:sldMk cId="245699020" sldId="634"/>
        </pc:sldMkLst>
      </pc:sldChg>
      <pc:sldChg chg="new">
        <pc:chgData name="SUMA K G" userId="c26ce1b90fa457b4" providerId="LiveId" clId="{CA8F7656-5DB0-445D-AE24-78FC8ECCCAE9}" dt="2024-04-18T05:22:06.596" v="7" actId="680"/>
        <pc:sldMkLst>
          <pc:docMk/>
          <pc:sldMk cId="1987563163" sldId="635"/>
        </pc:sldMkLst>
      </pc:sldChg>
      <pc:sldChg chg="addSp modSp new mod">
        <pc:chgData name="SUMA K G" userId="c26ce1b90fa457b4" providerId="LiveId" clId="{CA8F7656-5DB0-445D-AE24-78FC8ECCCAE9}" dt="2024-04-18T05:25:23.209" v="35" actId="108"/>
        <pc:sldMkLst>
          <pc:docMk/>
          <pc:sldMk cId="1419288676" sldId="636"/>
        </pc:sldMkLst>
        <pc:spChg chg="mod">
          <ac:chgData name="SUMA K G" userId="c26ce1b90fa457b4" providerId="LiveId" clId="{CA8F7656-5DB0-445D-AE24-78FC8ECCCAE9}" dt="2024-04-18T05:25:23.209" v="35" actId="108"/>
          <ac:spMkLst>
            <pc:docMk/>
            <pc:sldMk cId="1419288676" sldId="636"/>
            <ac:spMk id="2" creationId="{693D0D86-99F8-9C59-3A93-FC1D87F559D1}"/>
          </ac:spMkLst>
        </pc:spChg>
        <pc:spChg chg="mod">
          <ac:chgData name="SUMA K G" userId="c26ce1b90fa457b4" providerId="LiveId" clId="{CA8F7656-5DB0-445D-AE24-78FC8ECCCAE9}" dt="2024-04-18T05:25:05.153" v="33" actId="14100"/>
          <ac:spMkLst>
            <pc:docMk/>
            <pc:sldMk cId="1419288676" sldId="636"/>
            <ac:spMk id="3" creationId="{4CB5564B-026D-2821-7984-842434FD9D20}"/>
          </ac:spMkLst>
        </pc:spChg>
        <pc:spChg chg="add">
          <ac:chgData name="SUMA K G" userId="c26ce1b90fa457b4" providerId="LiveId" clId="{CA8F7656-5DB0-445D-AE24-78FC8ECCCAE9}" dt="2024-04-18T05:22:52.997" v="12"/>
          <ac:spMkLst>
            <pc:docMk/>
            <pc:sldMk cId="1419288676" sldId="636"/>
            <ac:spMk id="4" creationId="{9FE786CE-90E5-A3F5-8E7E-9AB9CE5DE7E2}"/>
          </ac:spMkLst>
        </pc:spChg>
      </pc:sldChg>
      <pc:sldChg chg="modSp new mod">
        <pc:chgData name="SUMA K G" userId="c26ce1b90fa457b4" providerId="LiveId" clId="{CA8F7656-5DB0-445D-AE24-78FC8ECCCAE9}" dt="2024-04-18T05:27:17.831" v="37"/>
        <pc:sldMkLst>
          <pc:docMk/>
          <pc:sldMk cId="819810491" sldId="637"/>
        </pc:sldMkLst>
        <pc:spChg chg="mod">
          <ac:chgData name="SUMA K G" userId="c26ce1b90fa457b4" providerId="LiveId" clId="{CA8F7656-5DB0-445D-AE24-78FC8ECCCAE9}" dt="2024-04-18T05:27:17.831" v="37"/>
          <ac:spMkLst>
            <pc:docMk/>
            <pc:sldMk cId="819810491" sldId="637"/>
            <ac:spMk id="3" creationId="{62BB6D0A-9B9E-FC85-849D-4B9C45C10A71}"/>
          </ac:spMkLst>
        </pc:spChg>
      </pc:sldChg>
      <pc:sldChg chg="modSp new mod">
        <pc:chgData name="SUMA K G" userId="c26ce1b90fa457b4" providerId="LiveId" clId="{CA8F7656-5DB0-445D-AE24-78FC8ECCCAE9}" dt="2024-04-18T05:27:24.790" v="39"/>
        <pc:sldMkLst>
          <pc:docMk/>
          <pc:sldMk cId="507728473" sldId="638"/>
        </pc:sldMkLst>
        <pc:spChg chg="mod">
          <ac:chgData name="SUMA K G" userId="c26ce1b90fa457b4" providerId="LiveId" clId="{CA8F7656-5DB0-445D-AE24-78FC8ECCCAE9}" dt="2024-04-18T05:27:24.790" v="39"/>
          <ac:spMkLst>
            <pc:docMk/>
            <pc:sldMk cId="507728473" sldId="638"/>
            <ac:spMk id="3" creationId="{2B07E5C4-8C1F-E824-70BB-65CA5382EC4E}"/>
          </ac:spMkLst>
        </pc:spChg>
      </pc:sldChg>
      <pc:sldChg chg="modSp new mod">
        <pc:chgData name="SUMA K G" userId="c26ce1b90fa457b4" providerId="LiveId" clId="{CA8F7656-5DB0-445D-AE24-78FC8ECCCAE9}" dt="2024-04-18T05:27:31.790" v="41"/>
        <pc:sldMkLst>
          <pc:docMk/>
          <pc:sldMk cId="988576893" sldId="639"/>
        </pc:sldMkLst>
        <pc:spChg chg="mod">
          <ac:chgData name="SUMA K G" userId="c26ce1b90fa457b4" providerId="LiveId" clId="{CA8F7656-5DB0-445D-AE24-78FC8ECCCAE9}" dt="2024-04-18T05:27:31.790" v="41"/>
          <ac:spMkLst>
            <pc:docMk/>
            <pc:sldMk cId="988576893" sldId="639"/>
            <ac:spMk id="3" creationId="{63CB8FAA-346F-D1B1-EE6C-48AA90D56A34}"/>
          </ac:spMkLst>
        </pc:spChg>
      </pc:sldChg>
      <pc:sldChg chg="modSp new mod">
        <pc:chgData name="SUMA K G" userId="c26ce1b90fa457b4" providerId="LiveId" clId="{CA8F7656-5DB0-445D-AE24-78FC8ECCCAE9}" dt="2024-04-18T05:27:42.533" v="44" actId="27636"/>
        <pc:sldMkLst>
          <pc:docMk/>
          <pc:sldMk cId="3522732739" sldId="640"/>
        </pc:sldMkLst>
        <pc:spChg chg="mod">
          <ac:chgData name="SUMA K G" userId="c26ce1b90fa457b4" providerId="LiveId" clId="{CA8F7656-5DB0-445D-AE24-78FC8ECCCAE9}" dt="2024-04-18T05:27:42.533" v="44" actId="27636"/>
          <ac:spMkLst>
            <pc:docMk/>
            <pc:sldMk cId="3522732739" sldId="640"/>
            <ac:spMk id="3" creationId="{FBBB7EB8-7398-6DA5-EF77-50BC28BD4285}"/>
          </ac:spMkLst>
        </pc:spChg>
      </pc:sldChg>
      <pc:sldChg chg="modSp new mod">
        <pc:chgData name="SUMA K G" userId="c26ce1b90fa457b4" providerId="LiveId" clId="{CA8F7656-5DB0-445D-AE24-78FC8ECCCAE9}" dt="2024-04-18T05:27:48.972" v="46"/>
        <pc:sldMkLst>
          <pc:docMk/>
          <pc:sldMk cId="1079847262" sldId="641"/>
        </pc:sldMkLst>
        <pc:spChg chg="mod">
          <ac:chgData name="SUMA K G" userId="c26ce1b90fa457b4" providerId="LiveId" clId="{CA8F7656-5DB0-445D-AE24-78FC8ECCCAE9}" dt="2024-04-18T05:27:48.972" v="46"/>
          <ac:spMkLst>
            <pc:docMk/>
            <pc:sldMk cId="1079847262" sldId="641"/>
            <ac:spMk id="3" creationId="{28C6777B-6E37-00AE-045A-23255C5A477C}"/>
          </ac:spMkLst>
        </pc:spChg>
      </pc:sldChg>
      <pc:sldChg chg="addSp modSp new mod">
        <pc:chgData name="SUMA K G" userId="c26ce1b90fa457b4" providerId="LiveId" clId="{CA8F7656-5DB0-445D-AE24-78FC8ECCCAE9}" dt="2024-04-18T05:28:39.171" v="50" actId="1076"/>
        <pc:sldMkLst>
          <pc:docMk/>
          <pc:sldMk cId="4088100188" sldId="642"/>
        </pc:sldMkLst>
        <pc:spChg chg="mod">
          <ac:chgData name="SUMA K G" userId="c26ce1b90fa457b4" providerId="LiveId" clId="{CA8F7656-5DB0-445D-AE24-78FC8ECCCAE9}" dt="2024-04-18T05:28:20.457" v="48"/>
          <ac:spMkLst>
            <pc:docMk/>
            <pc:sldMk cId="4088100188" sldId="642"/>
            <ac:spMk id="2" creationId="{CFE770D0-7EBB-227A-FDAE-6552E83160D4}"/>
          </ac:spMkLst>
        </pc:spChg>
        <pc:picChg chg="add mod">
          <ac:chgData name="SUMA K G" userId="c26ce1b90fa457b4" providerId="LiveId" clId="{CA8F7656-5DB0-445D-AE24-78FC8ECCCAE9}" dt="2024-04-18T05:28:39.171" v="50" actId="1076"/>
          <ac:picMkLst>
            <pc:docMk/>
            <pc:sldMk cId="4088100188" sldId="642"/>
            <ac:picMk id="5" creationId="{2DE51D4F-77F6-0E57-93A3-E20D7EB13103}"/>
          </ac:picMkLst>
        </pc:picChg>
      </pc:sldChg>
      <pc:sldChg chg="addSp new mod">
        <pc:chgData name="SUMA K G" userId="c26ce1b90fa457b4" providerId="LiveId" clId="{CA8F7656-5DB0-445D-AE24-78FC8ECCCAE9}" dt="2024-04-18T05:30:03.857" v="52" actId="22"/>
        <pc:sldMkLst>
          <pc:docMk/>
          <pc:sldMk cId="2987693076" sldId="643"/>
        </pc:sldMkLst>
        <pc:picChg chg="add">
          <ac:chgData name="SUMA K G" userId="c26ce1b90fa457b4" providerId="LiveId" clId="{CA8F7656-5DB0-445D-AE24-78FC8ECCCAE9}" dt="2024-04-18T05:30:03.857" v="52" actId="22"/>
          <ac:picMkLst>
            <pc:docMk/>
            <pc:sldMk cId="2987693076" sldId="643"/>
            <ac:picMk id="5" creationId="{5513EF85-AD2E-F032-7AD9-3933DA1D6750}"/>
          </ac:picMkLst>
        </pc:picChg>
      </pc:sldChg>
      <pc:sldChg chg="addSp new mod">
        <pc:chgData name="SUMA K G" userId="c26ce1b90fa457b4" providerId="LiveId" clId="{CA8F7656-5DB0-445D-AE24-78FC8ECCCAE9}" dt="2024-04-18T05:30:26.553" v="54" actId="22"/>
        <pc:sldMkLst>
          <pc:docMk/>
          <pc:sldMk cId="391541390" sldId="644"/>
        </pc:sldMkLst>
        <pc:picChg chg="add">
          <ac:chgData name="SUMA K G" userId="c26ce1b90fa457b4" providerId="LiveId" clId="{CA8F7656-5DB0-445D-AE24-78FC8ECCCAE9}" dt="2024-04-18T05:30:26.553" v="54" actId="22"/>
          <ac:picMkLst>
            <pc:docMk/>
            <pc:sldMk cId="391541390" sldId="644"/>
            <ac:picMk id="5" creationId="{EAA84D87-E3AE-2158-CD82-AA69B1CED00C}"/>
          </ac:picMkLst>
        </pc:picChg>
      </pc:sldChg>
    </pc:docChg>
  </pc:docChgLst>
  <pc:docChgLst>
    <pc:chgData name="SUMA K G" userId="c26ce1b90fa457b4" providerId="LiveId" clId="{3B533533-5614-4869-B234-223698070E15}"/>
    <pc:docChg chg="undo custSel addSld delSld modSld sldOrd">
      <pc:chgData name="SUMA K G" userId="c26ce1b90fa457b4" providerId="LiveId" clId="{3B533533-5614-4869-B234-223698070E15}" dt="2024-02-16T01:03:04.391" v="588" actId="207"/>
      <pc:docMkLst>
        <pc:docMk/>
      </pc:docMkLst>
      <pc:sldChg chg="modSp mod">
        <pc:chgData name="SUMA K G" userId="c26ce1b90fa457b4" providerId="LiveId" clId="{3B533533-5614-4869-B234-223698070E15}" dt="2024-02-16T01:02:20.779" v="581" actId="13926"/>
        <pc:sldMkLst>
          <pc:docMk/>
          <pc:sldMk cId="2490700207" sldId="258"/>
        </pc:sldMkLst>
        <pc:spChg chg="mod">
          <ac:chgData name="SUMA K G" userId="c26ce1b90fa457b4" providerId="LiveId" clId="{3B533533-5614-4869-B234-223698070E15}" dt="2024-02-16T01:02:20.779" v="581" actId="13926"/>
          <ac:spMkLst>
            <pc:docMk/>
            <pc:sldMk cId="2490700207" sldId="258"/>
            <ac:spMk id="3" creationId="{ACEFEE70-766E-082E-93D6-2985CA4B76CE}"/>
          </ac:spMkLst>
        </pc:spChg>
      </pc:sldChg>
      <pc:sldChg chg="modSp del mod">
        <pc:chgData name="SUMA K G" userId="c26ce1b90fa457b4" providerId="LiveId" clId="{3B533533-5614-4869-B234-223698070E15}" dt="2024-02-16T01:02:08.701" v="572" actId="47"/>
        <pc:sldMkLst>
          <pc:docMk/>
          <pc:sldMk cId="4134621147" sldId="259"/>
        </pc:sldMkLst>
        <pc:spChg chg="mod">
          <ac:chgData name="SUMA K G" userId="c26ce1b90fa457b4" providerId="LiveId" clId="{3B533533-5614-4869-B234-223698070E15}" dt="2024-02-13T00:44:57.185" v="206" actId="255"/>
          <ac:spMkLst>
            <pc:docMk/>
            <pc:sldMk cId="4134621147" sldId="259"/>
            <ac:spMk id="2" creationId="{7AD63AA2-13BA-64FE-82AB-888CB3A5980B}"/>
          </ac:spMkLst>
        </pc:spChg>
        <pc:spChg chg="mod">
          <ac:chgData name="SUMA K G" userId="c26ce1b90fa457b4" providerId="LiveId" clId="{3B533533-5614-4869-B234-223698070E15}" dt="2024-02-13T00:44:03.931" v="192" actId="1076"/>
          <ac:spMkLst>
            <pc:docMk/>
            <pc:sldMk cId="4134621147" sldId="259"/>
            <ac:spMk id="3" creationId="{CBE9D3E8-A776-8B86-6BB5-94FD22EA7A86}"/>
          </ac:spMkLst>
        </pc:spChg>
      </pc:sldChg>
      <pc:sldChg chg="del">
        <pc:chgData name="SUMA K G" userId="c26ce1b90fa457b4" providerId="LiveId" clId="{3B533533-5614-4869-B234-223698070E15}" dt="2024-02-13T00:25:21.483" v="4" actId="47"/>
        <pc:sldMkLst>
          <pc:docMk/>
          <pc:sldMk cId="4079793207" sldId="260"/>
        </pc:sldMkLst>
      </pc:sldChg>
      <pc:sldChg chg="del">
        <pc:chgData name="SUMA K G" userId="c26ce1b90fa457b4" providerId="LiveId" clId="{3B533533-5614-4869-B234-223698070E15}" dt="2024-02-13T00:25:22.133" v="7" actId="47"/>
        <pc:sldMkLst>
          <pc:docMk/>
          <pc:sldMk cId="4065008350" sldId="261"/>
        </pc:sldMkLst>
      </pc:sldChg>
      <pc:sldChg chg="del">
        <pc:chgData name="SUMA K G" userId="c26ce1b90fa457b4" providerId="LiveId" clId="{3B533533-5614-4869-B234-223698070E15}" dt="2024-02-13T00:25:22.053" v="6" actId="47"/>
        <pc:sldMkLst>
          <pc:docMk/>
          <pc:sldMk cId="1287036282" sldId="262"/>
        </pc:sldMkLst>
      </pc:sldChg>
      <pc:sldChg chg="del">
        <pc:chgData name="SUMA K G" userId="c26ce1b90fa457b4" providerId="LiveId" clId="{3B533533-5614-4869-B234-223698070E15}" dt="2024-02-13T00:25:22.004" v="5" actId="47"/>
        <pc:sldMkLst>
          <pc:docMk/>
          <pc:sldMk cId="3258583922" sldId="263"/>
        </pc:sldMkLst>
      </pc:sldChg>
      <pc:sldChg chg="del">
        <pc:chgData name="SUMA K G" userId="c26ce1b90fa457b4" providerId="LiveId" clId="{3B533533-5614-4869-B234-223698070E15}" dt="2024-02-13T00:25:22.203" v="9" actId="47"/>
        <pc:sldMkLst>
          <pc:docMk/>
          <pc:sldMk cId="1078908389" sldId="264"/>
        </pc:sldMkLst>
      </pc:sldChg>
      <pc:sldChg chg="del">
        <pc:chgData name="SUMA K G" userId="c26ce1b90fa457b4" providerId="LiveId" clId="{3B533533-5614-4869-B234-223698070E15}" dt="2024-02-13T00:25:22.156" v="8" actId="47"/>
        <pc:sldMkLst>
          <pc:docMk/>
          <pc:sldMk cId="2699818377" sldId="265"/>
        </pc:sldMkLst>
      </pc:sldChg>
      <pc:sldChg chg="del">
        <pc:chgData name="SUMA K G" userId="c26ce1b90fa457b4" providerId="LiveId" clId="{3B533533-5614-4869-B234-223698070E15}" dt="2024-02-13T00:25:22.295" v="11" actId="47"/>
        <pc:sldMkLst>
          <pc:docMk/>
          <pc:sldMk cId="4192721814" sldId="267"/>
        </pc:sldMkLst>
      </pc:sldChg>
      <pc:sldChg chg="del">
        <pc:chgData name="SUMA K G" userId="c26ce1b90fa457b4" providerId="LiveId" clId="{3B533533-5614-4869-B234-223698070E15}" dt="2024-02-13T00:25:22.353" v="12" actId="47"/>
        <pc:sldMkLst>
          <pc:docMk/>
          <pc:sldMk cId="2841957408" sldId="268"/>
        </pc:sldMkLst>
      </pc:sldChg>
      <pc:sldChg chg="del">
        <pc:chgData name="SUMA K G" userId="c26ce1b90fa457b4" providerId="LiveId" clId="{3B533533-5614-4869-B234-223698070E15}" dt="2024-02-13T00:25:22.421" v="13" actId="47"/>
        <pc:sldMkLst>
          <pc:docMk/>
          <pc:sldMk cId="2281057350" sldId="269"/>
        </pc:sldMkLst>
      </pc:sldChg>
      <pc:sldChg chg="del">
        <pc:chgData name="SUMA K G" userId="c26ce1b90fa457b4" providerId="LiveId" clId="{3B533533-5614-4869-B234-223698070E15}" dt="2024-02-13T00:25:22.625" v="14" actId="47"/>
        <pc:sldMkLst>
          <pc:docMk/>
          <pc:sldMk cId="3814415489" sldId="271"/>
        </pc:sldMkLst>
      </pc:sldChg>
      <pc:sldChg chg="del">
        <pc:chgData name="SUMA K G" userId="c26ce1b90fa457b4" providerId="LiveId" clId="{3B533533-5614-4869-B234-223698070E15}" dt="2024-02-13T00:25:22.783" v="15" actId="47"/>
        <pc:sldMkLst>
          <pc:docMk/>
          <pc:sldMk cId="2095036919" sldId="272"/>
        </pc:sldMkLst>
      </pc:sldChg>
      <pc:sldChg chg="del">
        <pc:chgData name="SUMA K G" userId="c26ce1b90fa457b4" providerId="LiveId" clId="{3B533533-5614-4869-B234-223698070E15}" dt="2024-02-13T00:25:22.964" v="16" actId="47"/>
        <pc:sldMkLst>
          <pc:docMk/>
          <pc:sldMk cId="1927936738" sldId="273"/>
        </pc:sldMkLst>
      </pc:sldChg>
      <pc:sldChg chg="del">
        <pc:chgData name="SUMA K G" userId="c26ce1b90fa457b4" providerId="LiveId" clId="{3B533533-5614-4869-B234-223698070E15}" dt="2024-02-13T00:25:22.990" v="17" actId="47"/>
        <pc:sldMkLst>
          <pc:docMk/>
          <pc:sldMk cId="1806475550" sldId="274"/>
        </pc:sldMkLst>
      </pc:sldChg>
      <pc:sldChg chg="del">
        <pc:chgData name="SUMA K G" userId="c26ce1b90fa457b4" providerId="LiveId" clId="{3B533533-5614-4869-B234-223698070E15}" dt="2024-02-13T00:25:23.061" v="18" actId="47"/>
        <pc:sldMkLst>
          <pc:docMk/>
          <pc:sldMk cId="3246801322" sldId="276"/>
        </pc:sldMkLst>
      </pc:sldChg>
      <pc:sldChg chg="del">
        <pc:chgData name="SUMA K G" userId="c26ce1b90fa457b4" providerId="LiveId" clId="{3B533533-5614-4869-B234-223698070E15}" dt="2024-02-13T00:25:23.264" v="19" actId="47"/>
        <pc:sldMkLst>
          <pc:docMk/>
          <pc:sldMk cId="4099467783" sldId="277"/>
        </pc:sldMkLst>
      </pc:sldChg>
      <pc:sldChg chg="del">
        <pc:chgData name="SUMA K G" userId="c26ce1b90fa457b4" providerId="LiveId" clId="{3B533533-5614-4869-B234-223698070E15}" dt="2024-02-13T00:25:23.437" v="20" actId="47"/>
        <pc:sldMkLst>
          <pc:docMk/>
          <pc:sldMk cId="2251027253" sldId="278"/>
        </pc:sldMkLst>
      </pc:sldChg>
      <pc:sldChg chg="del">
        <pc:chgData name="SUMA K G" userId="c26ce1b90fa457b4" providerId="LiveId" clId="{3B533533-5614-4869-B234-223698070E15}" dt="2024-02-13T00:25:23.517" v="21" actId="47"/>
        <pc:sldMkLst>
          <pc:docMk/>
          <pc:sldMk cId="845934390" sldId="279"/>
        </pc:sldMkLst>
      </pc:sldChg>
      <pc:sldChg chg="del">
        <pc:chgData name="SUMA K G" userId="c26ce1b90fa457b4" providerId="LiveId" clId="{3B533533-5614-4869-B234-223698070E15}" dt="2024-02-13T00:25:23.727" v="22" actId="47"/>
        <pc:sldMkLst>
          <pc:docMk/>
          <pc:sldMk cId="827125950" sldId="280"/>
        </pc:sldMkLst>
      </pc:sldChg>
      <pc:sldChg chg="del">
        <pc:chgData name="SUMA K G" userId="c26ce1b90fa457b4" providerId="LiveId" clId="{3B533533-5614-4869-B234-223698070E15}" dt="2024-02-13T00:25:23.891" v="23" actId="47"/>
        <pc:sldMkLst>
          <pc:docMk/>
          <pc:sldMk cId="4111550437" sldId="281"/>
        </pc:sldMkLst>
      </pc:sldChg>
      <pc:sldChg chg="del">
        <pc:chgData name="SUMA K G" userId="c26ce1b90fa457b4" providerId="LiveId" clId="{3B533533-5614-4869-B234-223698070E15}" dt="2024-02-13T00:25:24.036" v="24" actId="47"/>
        <pc:sldMkLst>
          <pc:docMk/>
          <pc:sldMk cId="580189302" sldId="282"/>
        </pc:sldMkLst>
      </pc:sldChg>
      <pc:sldChg chg="del">
        <pc:chgData name="SUMA K G" userId="c26ce1b90fa457b4" providerId="LiveId" clId="{3B533533-5614-4869-B234-223698070E15}" dt="2024-02-13T00:25:24.235" v="25" actId="47"/>
        <pc:sldMkLst>
          <pc:docMk/>
          <pc:sldMk cId="1852791192" sldId="284"/>
        </pc:sldMkLst>
      </pc:sldChg>
      <pc:sldChg chg="del">
        <pc:chgData name="SUMA K G" userId="c26ce1b90fa457b4" providerId="LiveId" clId="{3B533533-5614-4869-B234-223698070E15}" dt="2024-02-13T00:25:24.403" v="26" actId="47"/>
        <pc:sldMkLst>
          <pc:docMk/>
          <pc:sldMk cId="3676871844" sldId="285"/>
        </pc:sldMkLst>
      </pc:sldChg>
      <pc:sldChg chg="del">
        <pc:chgData name="SUMA K G" userId="c26ce1b90fa457b4" providerId="LiveId" clId="{3B533533-5614-4869-B234-223698070E15}" dt="2024-02-13T00:25:24.555" v="27" actId="47"/>
        <pc:sldMkLst>
          <pc:docMk/>
          <pc:sldMk cId="2016034462" sldId="286"/>
        </pc:sldMkLst>
      </pc:sldChg>
      <pc:sldChg chg="del">
        <pc:chgData name="SUMA K G" userId="c26ce1b90fa457b4" providerId="LiveId" clId="{3B533533-5614-4869-B234-223698070E15}" dt="2024-02-13T00:25:24.696" v="28" actId="47"/>
        <pc:sldMkLst>
          <pc:docMk/>
          <pc:sldMk cId="2019221169" sldId="287"/>
        </pc:sldMkLst>
      </pc:sldChg>
      <pc:sldChg chg="del">
        <pc:chgData name="SUMA K G" userId="c26ce1b90fa457b4" providerId="LiveId" clId="{3B533533-5614-4869-B234-223698070E15}" dt="2024-02-13T00:25:24.845" v="29" actId="47"/>
        <pc:sldMkLst>
          <pc:docMk/>
          <pc:sldMk cId="2094704421" sldId="288"/>
        </pc:sldMkLst>
      </pc:sldChg>
      <pc:sldChg chg="del">
        <pc:chgData name="SUMA K G" userId="c26ce1b90fa457b4" providerId="LiveId" clId="{3B533533-5614-4869-B234-223698070E15}" dt="2024-02-13T00:25:22.233" v="10" actId="47"/>
        <pc:sldMkLst>
          <pc:docMk/>
          <pc:sldMk cId="2888962568" sldId="290"/>
        </pc:sldMkLst>
      </pc:sldChg>
      <pc:sldChg chg="modSp mod">
        <pc:chgData name="SUMA K G" userId="c26ce1b90fa457b4" providerId="LiveId" clId="{3B533533-5614-4869-B234-223698070E15}" dt="2024-02-16T01:03:04.391" v="588" actId="207"/>
        <pc:sldMkLst>
          <pc:docMk/>
          <pc:sldMk cId="2773029733" sldId="585"/>
        </pc:sldMkLst>
        <pc:spChg chg="mod">
          <ac:chgData name="SUMA K G" userId="c26ce1b90fa457b4" providerId="LiveId" clId="{3B533533-5614-4869-B234-223698070E15}" dt="2024-02-16T01:03:04.391" v="588" actId="207"/>
          <ac:spMkLst>
            <pc:docMk/>
            <pc:sldMk cId="2773029733" sldId="585"/>
            <ac:spMk id="3" creationId="{FD6B1D31-C4E7-8A73-DE3F-694072EBD1FA}"/>
          </ac:spMkLst>
        </pc:spChg>
      </pc:sldChg>
      <pc:sldChg chg="modSp new del mod">
        <pc:chgData name="SUMA K G" userId="c26ce1b90fa457b4" providerId="LiveId" clId="{3B533533-5614-4869-B234-223698070E15}" dt="2024-02-16T01:02:09.613" v="574" actId="47"/>
        <pc:sldMkLst>
          <pc:docMk/>
          <pc:sldMk cId="2480680137" sldId="586"/>
        </pc:sldMkLst>
        <pc:spChg chg="mod">
          <ac:chgData name="SUMA K G" userId="c26ce1b90fa457b4" providerId="LiveId" clId="{3B533533-5614-4869-B234-223698070E15}" dt="2024-02-13T00:45:10.798" v="208" actId="207"/>
          <ac:spMkLst>
            <pc:docMk/>
            <pc:sldMk cId="2480680137" sldId="586"/>
            <ac:spMk id="2" creationId="{37189312-B23B-34D9-1080-A18C99143532}"/>
          </ac:spMkLst>
        </pc:spChg>
        <pc:spChg chg="mod">
          <ac:chgData name="SUMA K G" userId="c26ce1b90fa457b4" providerId="LiveId" clId="{3B533533-5614-4869-B234-223698070E15}" dt="2024-02-13T05:26:20.368" v="444" actId="20577"/>
          <ac:spMkLst>
            <pc:docMk/>
            <pc:sldMk cId="2480680137" sldId="586"/>
            <ac:spMk id="3" creationId="{B605CBB8-1C26-7544-ECB5-899EC8FE9C36}"/>
          </ac:spMkLst>
        </pc:spChg>
      </pc:sldChg>
      <pc:sldChg chg="addSp modSp new del mod">
        <pc:chgData name="SUMA K G" userId="c26ce1b90fa457b4" providerId="LiveId" clId="{3B533533-5614-4869-B234-223698070E15}" dt="2024-02-16T01:02:10.066" v="575" actId="47"/>
        <pc:sldMkLst>
          <pc:docMk/>
          <pc:sldMk cId="3636751241" sldId="587"/>
        </pc:sldMkLst>
        <pc:spChg chg="mod">
          <ac:chgData name="SUMA K G" userId="c26ce1b90fa457b4" providerId="LiveId" clId="{3B533533-5614-4869-B234-223698070E15}" dt="2024-02-13T00:48:17.651" v="248"/>
          <ac:spMkLst>
            <pc:docMk/>
            <pc:sldMk cId="3636751241" sldId="587"/>
            <ac:spMk id="2" creationId="{80B3F729-34CE-F294-1135-1330F029467A}"/>
          </ac:spMkLst>
        </pc:spChg>
        <pc:spChg chg="mod">
          <ac:chgData name="SUMA K G" userId="c26ce1b90fa457b4" providerId="LiveId" clId="{3B533533-5614-4869-B234-223698070E15}" dt="2024-02-13T00:46:52.121" v="229" actId="21"/>
          <ac:spMkLst>
            <pc:docMk/>
            <pc:sldMk cId="3636751241" sldId="587"/>
            <ac:spMk id="3" creationId="{33299FAA-4045-1EE3-B86C-438A209947B3}"/>
          </ac:spMkLst>
        </pc:spChg>
        <pc:picChg chg="add mod">
          <ac:chgData name="SUMA K G" userId="c26ce1b90fa457b4" providerId="LiveId" clId="{3B533533-5614-4869-B234-223698070E15}" dt="2024-02-13T00:26:20.046" v="42" actId="1076"/>
          <ac:picMkLst>
            <pc:docMk/>
            <pc:sldMk cId="3636751241" sldId="587"/>
            <ac:picMk id="1026" creationId="{BC669F11-65DC-72AF-38D7-264A7E9FEAFF}"/>
          </ac:picMkLst>
        </pc:picChg>
      </pc:sldChg>
      <pc:sldChg chg="addSp modSp new del mod">
        <pc:chgData name="SUMA K G" userId="c26ce1b90fa457b4" providerId="LiveId" clId="{3B533533-5614-4869-B234-223698070E15}" dt="2024-02-16T01:02:10.360" v="576" actId="47"/>
        <pc:sldMkLst>
          <pc:docMk/>
          <pc:sldMk cId="4249310126" sldId="588"/>
        </pc:sldMkLst>
        <pc:spChg chg="mod">
          <ac:chgData name="SUMA K G" userId="c26ce1b90fa457b4" providerId="LiveId" clId="{3B533533-5614-4869-B234-223698070E15}" dt="2024-02-13T00:48:19.752" v="249"/>
          <ac:spMkLst>
            <pc:docMk/>
            <pc:sldMk cId="4249310126" sldId="588"/>
            <ac:spMk id="2" creationId="{937A6C3B-9615-9F73-C1D0-FE6A3673F7E3}"/>
          </ac:spMkLst>
        </pc:spChg>
        <pc:spChg chg="mod">
          <ac:chgData name="SUMA K G" userId="c26ce1b90fa457b4" providerId="LiveId" clId="{3B533533-5614-4869-B234-223698070E15}" dt="2024-02-13T00:48:08.833" v="247" actId="20577"/>
          <ac:spMkLst>
            <pc:docMk/>
            <pc:sldMk cId="4249310126" sldId="588"/>
            <ac:spMk id="3" creationId="{0791EB00-BF26-BE4C-B282-C44679159D55}"/>
          </ac:spMkLst>
        </pc:spChg>
        <pc:picChg chg="add mod">
          <ac:chgData name="SUMA K G" userId="c26ce1b90fa457b4" providerId="LiveId" clId="{3B533533-5614-4869-B234-223698070E15}" dt="2024-02-13T00:47:12.132" v="238" actId="1076"/>
          <ac:picMkLst>
            <pc:docMk/>
            <pc:sldMk cId="4249310126" sldId="588"/>
            <ac:picMk id="2050" creationId="{B5F8EF5F-DE89-CB27-82AF-884D55BDDF0C}"/>
          </ac:picMkLst>
        </pc:picChg>
      </pc:sldChg>
      <pc:sldChg chg="modSp new del mod">
        <pc:chgData name="SUMA K G" userId="c26ce1b90fa457b4" providerId="LiveId" clId="{3B533533-5614-4869-B234-223698070E15}" dt="2024-02-16T01:02:10.674" v="577" actId="47"/>
        <pc:sldMkLst>
          <pc:docMk/>
          <pc:sldMk cId="2326483373" sldId="589"/>
        </pc:sldMkLst>
        <pc:spChg chg="mod">
          <ac:chgData name="SUMA K G" userId="c26ce1b90fa457b4" providerId="LiveId" clId="{3B533533-5614-4869-B234-223698070E15}" dt="2024-02-13T00:48:26.052" v="251" actId="14100"/>
          <ac:spMkLst>
            <pc:docMk/>
            <pc:sldMk cId="2326483373" sldId="589"/>
            <ac:spMk id="2" creationId="{169BE13A-EDCA-FFB8-14DF-1DAAE31DCF52}"/>
          </ac:spMkLst>
        </pc:spChg>
        <pc:spChg chg="mod">
          <ac:chgData name="SUMA K G" userId="c26ce1b90fa457b4" providerId="LiveId" clId="{3B533533-5614-4869-B234-223698070E15}" dt="2024-02-13T00:49:19.018" v="263" actId="255"/>
          <ac:spMkLst>
            <pc:docMk/>
            <pc:sldMk cId="2326483373" sldId="589"/>
            <ac:spMk id="3" creationId="{D3572CA7-3F4A-360B-5D7B-C4FB9A9787A5}"/>
          </ac:spMkLst>
        </pc:spChg>
      </pc:sldChg>
      <pc:sldChg chg="addSp delSp modSp new del mod">
        <pc:chgData name="SUMA K G" userId="c26ce1b90fa457b4" providerId="LiveId" clId="{3B533533-5614-4869-B234-223698070E15}" dt="2024-02-16T01:02:11.111" v="578" actId="47"/>
        <pc:sldMkLst>
          <pc:docMk/>
          <pc:sldMk cId="502794606" sldId="590"/>
        </pc:sldMkLst>
        <pc:spChg chg="mod">
          <ac:chgData name="SUMA K G" userId="c26ce1b90fa457b4" providerId="LiveId" clId="{3B533533-5614-4869-B234-223698070E15}" dt="2024-02-13T00:54:13.796" v="294"/>
          <ac:spMkLst>
            <pc:docMk/>
            <pc:sldMk cId="502794606" sldId="590"/>
            <ac:spMk id="2" creationId="{E90D4A00-CDC9-187E-073C-9535FBD66F21}"/>
          </ac:spMkLst>
        </pc:spChg>
        <pc:spChg chg="add del mod">
          <ac:chgData name="SUMA K G" userId="c26ce1b90fa457b4" providerId="LiveId" clId="{3B533533-5614-4869-B234-223698070E15}" dt="2024-02-13T00:54:19.284" v="295" actId="13926"/>
          <ac:spMkLst>
            <pc:docMk/>
            <pc:sldMk cId="502794606" sldId="590"/>
            <ac:spMk id="3" creationId="{96039125-7EBD-72E6-583C-414A75576537}"/>
          </ac:spMkLst>
        </pc:spChg>
        <pc:spChg chg="add mod">
          <ac:chgData name="SUMA K G" userId="c26ce1b90fa457b4" providerId="LiveId" clId="{3B533533-5614-4869-B234-223698070E15}" dt="2024-02-13T00:27:15.230" v="60"/>
          <ac:spMkLst>
            <pc:docMk/>
            <pc:sldMk cId="502794606" sldId="590"/>
            <ac:spMk id="4" creationId="{9B9E6369-E412-728E-F9A1-954C24ED7D89}"/>
          </ac:spMkLst>
        </pc:spChg>
      </pc:sldChg>
      <pc:sldChg chg="modSp new del mod">
        <pc:chgData name="SUMA K G" userId="c26ce1b90fa457b4" providerId="LiveId" clId="{3B533533-5614-4869-B234-223698070E15}" dt="2024-02-16T01:02:11.437" v="579" actId="47"/>
        <pc:sldMkLst>
          <pc:docMk/>
          <pc:sldMk cId="2665073112" sldId="591"/>
        </pc:sldMkLst>
        <pc:spChg chg="mod">
          <ac:chgData name="SUMA K G" userId="c26ce1b90fa457b4" providerId="LiveId" clId="{3B533533-5614-4869-B234-223698070E15}" dt="2024-02-13T00:55:23.474" v="297"/>
          <ac:spMkLst>
            <pc:docMk/>
            <pc:sldMk cId="2665073112" sldId="591"/>
            <ac:spMk id="2" creationId="{CC96B6C2-BABA-BE88-5B4B-82E45FE684F7}"/>
          </ac:spMkLst>
        </pc:spChg>
        <pc:spChg chg="mod">
          <ac:chgData name="SUMA K G" userId="c26ce1b90fa457b4" providerId="LiveId" clId="{3B533533-5614-4869-B234-223698070E15}" dt="2024-02-13T00:55:18.039" v="296" actId="108"/>
          <ac:spMkLst>
            <pc:docMk/>
            <pc:sldMk cId="2665073112" sldId="591"/>
            <ac:spMk id="3" creationId="{F46A05D0-3BA3-D691-0771-38AE179676E4}"/>
          </ac:spMkLst>
        </pc:spChg>
      </pc:sldChg>
      <pc:sldChg chg="modSp new del mod">
        <pc:chgData name="SUMA K G" userId="c26ce1b90fa457b4" providerId="LiveId" clId="{3B533533-5614-4869-B234-223698070E15}" dt="2024-02-16T01:02:11.731" v="580" actId="47"/>
        <pc:sldMkLst>
          <pc:docMk/>
          <pc:sldMk cId="2813934145" sldId="592"/>
        </pc:sldMkLst>
        <pc:spChg chg="mod">
          <ac:chgData name="SUMA K G" userId="c26ce1b90fa457b4" providerId="LiveId" clId="{3B533533-5614-4869-B234-223698070E15}" dt="2024-02-13T00:55:27.115" v="298" actId="207"/>
          <ac:spMkLst>
            <pc:docMk/>
            <pc:sldMk cId="2813934145" sldId="592"/>
            <ac:spMk id="2" creationId="{B3DBD0D6-DC00-41CC-ABA0-1F847AD33105}"/>
          </ac:spMkLst>
        </pc:spChg>
        <pc:spChg chg="mod">
          <ac:chgData name="SUMA K G" userId="c26ce1b90fa457b4" providerId="LiveId" clId="{3B533533-5614-4869-B234-223698070E15}" dt="2024-02-13T01:06:58.962" v="420" actId="14100"/>
          <ac:spMkLst>
            <pc:docMk/>
            <pc:sldMk cId="2813934145" sldId="592"/>
            <ac:spMk id="3" creationId="{C19AC3DC-6E75-1C67-0254-A6DF66E51E6D}"/>
          </ac:spMkLst>
        </pc:spChg>
      </pc:sldChg>
      <pc:sldChg chg="modSp new mod">
        <pc:chgData name="SUMA K G" userId="c26ce1b90fa457b4" providerId="LiveId" clId="{3B533533-5614-4869-B234-223698070E15}" dt="2024-02-16T01:02:26.941" v="582" actId="13926"/>
        <pc:sldMkLst>
          <pc:docMk/>
          <pc:sldMk cId="696438992" sldId="593"/>
        </pc:sldMkLst>
        <pc:spChg chg="mod">
          <ac:chgData name="SUMA K G" userId="c26ce1b90fa457b4" providerId="LiveId" clId="{3B533533-5614-4869-B234-223698070E15}" dt="2024-02-13T00:30:05.904" v="70" actId="27636"/>
          <ac:spMkLst>
            <pc:docMk/>
            <pc:sldMk cId="696438992" sldId="593"/>
            <ac:spMk id="2" creationId="{203FE5D9-CC72-F34F-90EB-E225629E3302}"/>
          </ac:spMkLst>
        </pc:spChg>
        <pc:spChg chg="mod">
          <ac:chgData name="SUMA K G" userId="c26ce1b90fa457b4" providerId="LiveId" clId="{3B533533-5614-4869-B234-223698070E15}" dt="2024-02-16T01:02:26.941" v="582" actId="13926"/>
          <ac:spMkLst>
            <pc:docMk/>
            <pc:sldMk cId="696438992" sldId="593"/>
            <ac:spMk id="3" creationId="{B74A0FA9-95BF-0E25-9306-9A9AE5B2E076}"/>
          </ac:spMkLst>
        </pc:spChg>
      </pc:sldChg>
      <pc:sldChg chg="addSp modSp new mod">
        <pc:chgData name="SUMA K G" userId="c26ce1b90fa457b4" providerId="LiveId" clId="{3B533533-5614-4869-B234-223698070E15}" dt="2024-02-13T00:58:18.652" v="327" actId="1076"/>
        <pc:sldMkLst>
          <pc:docMk/>
          <pc:sldMk cId="2927117963" sldId="594"/>
        </pc:sldMkLst>
        <pc:spChg chg="mod">
          <ac:chgData name="SUMA K G" userId="c26ce1b90fa457b4" providerId="LiveId" clId="{3B533533-5614-4869-B234-223698070E15}" dt="2024-02-13T00:56:57.636" v="315" actId="27636"/>
          <ac:spMkLst>
            <pc:docMk/>
            <pc:sldMk cId="2927117963" sldId="594"/>
            <ac:spMk id="2" creationId="{52F6FAE3-7383-F969-9ECD-C7C7A5A7858A}"/>
          </ac:spMkLst>
        </pc:spChg>
        <pc:spChg chg="mod">
          <ac:chgData name="SUMA K G" userId="c26ce1b90fa457b4" providerId="LiveId" clId="{3B533533-5614-4869-B234-223698070E15}" dt="2024-02-13T00:58:15.501" v="326" actId="20577"/>
          <ac:spMkLst>
            <pc:docMk/>
            <pc:sldMk cId="2927117963" sldId="594"/>
            <ac:spMk id="3" creationId="{010E91A3-D580-BC40-9437-F1D6C8E11FFF}"/>
          </ac:spMkLst>
        </pc:spChg>
        <pc:picChg chg="add mod">
          <ac:chgData name="SUMA K G" userId="c26ce1b90fa457b4" providerId="LiveId" clId="{3B533533-5614-4869-B234-223698070E15}" dt="2024-02-13T00:58:18.652" v="327" actId="1076"/>
          <ac:picMkLst>
            <pc:docMk/>
            <pc:sldMk cId="2927117963" sldId="594"/>
            <ac:picMk id="4098" creationId="{A9AB5304-C92D-9673-0B5B-B00391095CE1}"/>
          </ac:picMkLst>
        </pc:picChg>
      </pc:sldChg>
      <pc:sldChg chg="addSp delSp modSp new mod ord">
        <pc:chgData name="SUMA K G" userId="c26ce1b90fa457b4" providerId="LiveId" clId="{3B533533-5614-4869-B234-223698070E15}" dt="2024-02-15T05:04:56.002" v="471"/>
        <pc:sldMkLst>
          <pc:docMk/>
          <pc:sldMk cId="231275377" sldId="595"/>
        </pc:sldMkLst>
        <pc:spChg chg="mod">
          <ac:chgData name="SUMA K G" userId="c26ce1b90fa457b4" providerId="LiveId" clId="{3B533533-5614-4869-B234-223698070E15}" dt="2024-02-13T00:31:28.317" v="90"/>
          <ac:spMkLst>
            <pc:docMk/>
            <pc:sldMk cId="231275377" sldId="595"/>
            <ac:spMk id="2" creationId="{F19DDB4D-16B2-64C1-C364-7DB976306D20}"/>
          </ac:spMkLst>
        </pc:spChg>
        <pc:spChg chg="del">
          <ac:chgData name="SUMA K G" userId="c26ce1b90fa457b4" providerId="LiveId" clId="{3B533533-5614-4869-B234-223698070E15}" dt="2024-02-13T00:31:34.734" v="91"/>
          <ac:spMkLst>
            <pc:docMk/>
            <pc:sldMk cId="231275377" sldId="595"/>
            <ac:spMk id="3" creationId="{B7D6E7A7-1E72-363C-ECAA-1FBF973E02EB}"/>
          </ac:spMkLst>
        </pc:spChg>
        <pc:spChg chg="add mod">
          <ac:chgData name="SUMA K G" userId="c26ce1b90fa457b4" providerId="LiveId" clId="{3B533533-5614-4869-B234-223698070E15}" dt="2024-02-13T00:58:35.456" v="336" actId="5793"/>
          <ac:spMkLst>
            <pc:docMk/>
            <pc:sldMk cId="231275377" sldId="595"/>
            <ac:spMk id="4" creationId="{35BA439F-99B8-76E8-DA4B-0219D7A92FBC}"/>
          </ac:spMkLst>
        </pc:spChg>
      </pc:sldChg>
      <pc:sldChg chg="addSp delSp modSp new mod">
        <pc:chgData name="SUMA K G" userId="c26ce1b90fa457b4" providerId="LiveId" clId="{3B533533-5614-4869-B234-223698070E15}" dt="2024-02-13T00:59:54.344" v="349" actId="1076"/>
        <pc:sldMkLst>
          <pc:docMk/>
          <pc:sldMk cId="725756034" sldId="596"/>
        </pc:sldMkLst>
        <pc:spChg chg="mod">
          <ac:chgData name="SUMA K G" userId="c26ce1b90fa457b4" providerId="LiveId" clId="{3B533533-5614-4869-B234-223698070E15}" dt="2024-02-13T00:32:38.869" v="104"/>
          <ac:spMkLst>
            <pc:docMk/>
            <pc:sldMk cId="725756034" sldId="596"/>
            <ac:spMk id="2" creationId="{7DE0DA7C-2C15-C59E-CD9B-53ED93D199F1}"/>
          </ac:spMkLst>
        </pc:spChg>
        <pc:spChg chg="mod">
          <ac:chgData name="SUMA K G" userId="c26ce1b90fa457b4" providerId="LiveId" clId="{3B533533-5614-4869-B234-223698070E15}" dt="2024-02-13T00:59:43.464" v="348" actId="123"/>
          <ac:spMkLst>
            <pc:docMk/>
            <pc:sldMk cId="725756034" sldId="596"/>
            <ac:spMk id="3" creationId="{8D7F6797-E2ED-68B5-326F-D72940CE8CBC}"/>
          </ac:spMkLst>
        </pc:spChg>
        <pc:spChg chg="add">
          <ac:chgData name="SUMA K G" userId="c26ce1b90fa457b4" providerId="LiveId" clId="{3B533533-5614-4869-B234-223698070E15}" dt="2024-02-13T00:32:54.756" v="109"/>
          <ac:spMkLst>
            <pc:docMk/>
            <pc:sldMk cId="725756034" sldId="596"/>
            <ac:spMk id="4" creationId="{38F2CAA3-4871-CD69-D577-F9025625A30C}"/>
          </ac:spMkLst>
        </pc:spChg>
        <pc:spChg chg="add del">
          <ac:chgData name="SUMA K G" userId="c26ce1b90fa457b4" providerId="LiveId" clId="{3B533533-5614-4869-B234-223698070E15}" dt="2024-02-13T00:33:08.793" v="112" actId="478"/>
          <ac:spMkLst>
            <pc:docMk/>
            <pc:sldMk cId="725756034" sldId="596"/>
            <ac:spMk id="5" creationId="{00BC9C7B-B38E-E571-A71A-D70B037BD4FA}"/>
          </ac:spMkLst>
        </pc:spChg>
        <pc:spChg chg="add del">
          <ac:chgData name="SUMA K G" userId="c26ce1b90fa457b4" providerId="LiveId" clId="{3B533533-5614-4869-B234-223698070E15}" dt="2024-02-13T00:33:32.012" v="120" actId="478"/>
          <ac:spMkLst>
            <pc:docMk/>
            <pc:sldMk cId="725756034" sldId="596"/>
            <ac:spMk id="6" creationId="{8818B979-6EC6-735E-09CC-632E361189DF}"/>
          </ac:spMkLst>
        </pc:spChg>
        <pc:picChg chg="add mod">
          <ac:chgData name="SUMA K G" userId="c26ce1b90fa457b4" providerId="LiveId" clId="{3B533533-5614-4869-B234-223698070E15}" dt="2024-02-13T00:59:54.344" v="349" actId="1076"/>
          <ac:picMkLst>
            <pc:docMk/>
            <pc:sldMk cId="725756034" sldId="596"/>
            <ac:picMk id="6149" creationId="{742BA8DD-6B0D-08BE-D8EA-0B9DDBAC18E2}"/>
          </ac:picMkLst>
        </pc:picChg>
      </pc:sldChg>
      <pc:sldChg chg="modSp new mod">
        <pc:chgData name="SUMA K G" userId="c26ce1b90fa457b4" providerId="LiveId" clId="{3B533533-5614-4869-B234-223698070E15}" dt="2024-02-13T01:01:57.790" v="360" actId="14100"/>
        <pc:sldMkLst>
          <pc:docMk/>
          <pc:sldMk cId="3320839937" sldId="597"/>
        </pc:sldMkLst>
        <pc:spChg chg="mod">
          <ac:chgData name="SUMA K G" userId="c26ce1b90fa457b4" providerId="LiveId" clId="{3B533533-5614-4869-B234-223698070E15}" dt="2024-02-13T01:01:08.951" v="354"/>
          <ac:spMkLst>
            <pc:docMk/>
            <pc:sldMk cId="3320839937" sldId="597"/>
            <ac:spMk id="2" creationId="{12535F47-BE19-6A53-D6CF-E0182F6CFC6E}"/>
          </ac:spMkLst>
        </pc:spChg>
        <pc:spChg chg="mod">
          <ac:chgData name="SUMA K G" userId="c26ce1b90fa457b4" providerId="LiveId" clId="{3B533533-5614-4869-B234-223698070E15}" dt="2024-02-13T01:01:57.790" v="360" actId="14100"/>
          <ac:spMkLst>
            <pc:docMk/>
            <pc:sldMk cId="3320839937" sldId="597"/>
            <ac:spMk id="3" creationId="{1B5F24E0-F4EC-32D4-BBF4-1E4E1B9F6C17}"/>
          </ac:spMkLst>
        </pc:spChg>
      </pc:sldChg>
      <pc:sldChg chg="addSp delSp modSp new mod">
        <pc:chgData name="SUMA K G" userId="c26ce1b90fa457b4" providerId="LiveId" clId="{3B533533-5614-4869-B234-223698070E15}" dt="2024-02-15T04:47:19.099" v="448" actId="13926"/>
        <pc:sldMkLst>
          <pc:docMk/>
          <pc:sldMk cId="632400608" sldId="598"/>
        </pc:sldMkLst>
        <pc:spChg chg="mod">
          <ac:chgData name="SUMA K G" userId="c26ce1b90fa457b4" providerId="LiveId" clId="{3B533533-5614-4869-B234-223698070E15}" dt="2024-02-13T00:36:41.154" v="127"/>
          <ac:spMkLst>
            <pc:docMk/>
            <pc:sldMk cId="632400608" sldId="598"/>
            <ac:spMk id="2" creationId="{F9DD560D-66F7-08CF-769E-4A390973E042}"/>
          </ac:spMkLst>
        </pc:spChg>
        <pc:spChg chg="add del">
          <ac:chgData name="SUMA K G" userId="c26ce1b90fa457b4" providerId="LiveId" clId="{3B533533-5614-4869-B234-223698070E15}" dt="2024-02-13T00:37:03.609" v="132"/>
          <ac:spMkLst>
            <pc:docMk/>
            <pc:sldMk cId="632400608" sldId="598"/>
            <ac:spMk id="3" creationId="{833FF419-DD06-C116-D0E8-78DA88FE9EF4}"/>
          </ac:spMkLst>
        </pc:spChg>
        <pc:spChg chg="add mod">
          <ac:chgData name="SUMA K G" userId="c26ce1b90fa457b4" providerId="LiveId" clId="{3B533533-5614-4869-B234-223698070E15}" dt="2024-02-13T00:36:49.450" v="129"/>
          <ac:spMkLst>
            <pc:docMk/>
            <pc:sldMk cId="632400608" sldId="598"/>
            <ac:spMk id="4" creationId="{B43CA3B6-4701-C2A3-2408-B636C6AAFB64}"/>
          </ac:spMkLst>
        </pc:spChg>
        <pc:spChg chg="add mod">
          <ac:chgData name="SUMA K G" userId="c26ce1b90fa457b4" providerId="LiveId" clId="{3B533533-5614-4869-B234-223698070E15}" dt="2024-02-13T00:36:55.998" v="131"/>
          <ac:spMkLst>
            <pc:docMk/>
            <pc:sldMk cId="632400608" sldId="598"/>
            <ac:spMk id="5" creationId="{9D2AE8C5-1625-602D-FCBC-FE858D2E4885}"/>
          </ac:spMkLst>
        </pc:spChg>
        <pc:spChg chg="add del mod">
          <ac:chgData name="SUMA K G" userId="c26ce1b90fa457b4" providerId="LiveId" clId="{3B533533-5614-4869-B234-223698070E15}" dt="2024-02-13T00:37:57.321" v="148" actId="478"/>
          <ac:spMkLst>
            <pc:docMk/>
            <pc:sldMk cId="632400608" sldId="598"/>
            <ac:spMk id="6" creationId="{9574079A-D9D6-2CFF-8394-E9FA7BD0EADA}"/>
          </ac:spMkLst>
        </pc:spChg>
        <pc:spChg chg="add mod">
          <ac:chgData name="SUMA K G" userId="c26ce1b90fa457b4" providerId="LiveId" clId="{3B533533-5614-4869-B234-223698070E15}" dt="2024-02-15T04:47:19.099" v="448" actId="13926"/>
          <ac:spMkLst>
            <pc:docMk/>
            <pc:sldMk cId="632400608" sldId="598"/>
            <ac:spMk id="7" creationId="{E461144F-3DC8-BDE9-F7A3-1DE888F9E0BA}"/>
          </ac:spMkLst>
        </pc:spChg>
        <pc:spChg chg="add del mod">
          <ac:chgData name="SUMA K G" userId="c26ce1b90fa457b4" providerId="LiveId" clId="{3B533533-5614-4869-B234-223698070E15}" dt="2024-02-13T00:38:07.240" v="150" actId="478"/>
          <ac:spMkLst>
            <pc:docMk/>
            <pc:sldMk cId="632400608" sldId="598"/>
            <ac:spMk id="8" creationId="{277EE3C0-811D-B81D-98D2-18542E1E464E}"/>
          </ac:spMkLst>
        </pc:spChg>
        <pc:picChg chg="add mod">
          <ac:chgData name="SUMA K G" userId="c26ce1b90fa457b4" providerId="LiveId" clId="{3B533533-5614-4869-B234-223698070E15}" dt="2024-02-13T01:08:10.161" v="425" actId="1076"/>
          <ac:picMkLst>
            <pc:docMk/>
            <pc:sldMk cId="632400608" sldId="598"/>
            <ac:picMk id="7173" creationId="{9EC0FC20-7D68-EB21-1A5A-BF9FA137417E}"/>
          </ac:picMkLst>
        </pc:picChg>
      </pc:sldChg>
      <pc:sldChg chg="addSp delSp modSp new mod">
        <pc:chgData name="SUMA K G" userId="c26ce1b90fa457b4" providerId="LiveId" clId="{3B533533-5614-4869-B234-223698070E15}" dt="2024-02-15T04:46:59.244" v="447" actId="13926"/>
        <pc:sldMkLst>
          <pc:docMk/>
          <pc:sldMk cId="2356889741" sldId="599"/>
        </pc:sldMkLst>
        <pc:spChg chg="mod">
          <ac:chgData name="SUMA K G" userId="c26ce1b90fa457b4" providerId="LiveId" clId="{3B533533-5614-4869-B234-223698070E15}" dt="2024-02-13T00:39:38.981" v="163"/>
          <ac:spMkLst>
            <pc:docMk/>
            <pc:sldMk cId="2356889741" sldId="599"/>
            <ac:spMk id="2" creationId="{DAE2391E-1346-14C4-406F-9CFCFFC79BBD}"/>
          </ac:spMkLst>
        </pc:spChg>
        <pc:spChg chg="add del mod">
          <ac:chgData name="SUMA K G" userId="c26ce1b90fa457b4" providerId="LiveId" clId="{3B533533-5614-4869-B234-223698070E15}" dt="2024-02-15T04:46:59.244" v="447" actId="13926"/>
          <ac:spMkLst>
            <pc:docMk/>
            <pc:sldMk cId="2356889741" sldId="599"/>
            <ac:spMk id="3" creationId="{14A27C9C-F92C-AFD1-E6E2-B22BBB1C0321}"/>
          </ac:spMkLst>
        </pc:spChg>
        <pc:spChg chg="add mod">
          <ac:chgData name="SUMA K G" userId="c26ce1b90fa457b4" providerId="LiveId" clId="{3B533533-5614-4869-B234-223698070E15}" dt="2024-02-13T00:40:01.337" v="167"/>
          <ac:spMkLst>
            <pc:docMk/>
            <pc:sldMk cId="2356889741" sldId="599"/>
            <ac:spMk id="4" creationId="{32411E8A-6F0B-DCC1-7860-06E303EECAC9}"/>
          </ac:spMkLst>
        </pc:spChg>
      </pc:sldChg>
      <pc:sldChg chg="modSp new del mod">
        <pc:chgData name="SUMA K G" userId="c26ce1b90fa457b4" providerId="LiveId" clId="{3B533533-5614-4869-B234-223698070E15}" dt="2024-02-16T01:02:09.192" v="573" actId="47"/>
        <pc:sldMkLst>
          <pc:docMk/>
          <pc:sldMk cId="3782998508" sldId="600"/>
        </pc:sldMkLst>
        <pc:spChg chg="mod">
          <ac:chgData name="SUMA K G" userId="c26ce1b90fa457b4" providerId="LiveId" clId="{3B533533-5614-4869-B234-223698070E15}" dt="2024-02-13T00:45:02.847" v="207" actId="255"/>
          <ac:spMkLst>
            <pc:docMk/>
            <pc:sldMk cId="3782998508" sldId="600"/>
            <ac:spMk id="2" creationId="{EC347BBA-75AE-653A-2B39-AD888929484A}"/>
          </ac:spMkLst>
        </pc:spChg>
        <pc:spChg chg="mod">
          <ac:chgData name="SUMA K G" userId="c26ce1b90fa457b4" providerId="LiveId" clId="{3B533533-5614-4869-B234-223698070E15}" dt="2024-02-13T01:06:09.312" v="419" actId="27636"/>
          <ac:spMkLst>
            <pc:docMk/>
            <pc:sldMk cId="3782998508" sldId="600"/>
            <ac:spMk id="3" creationId="{7D532118-D35A-1E40-4C65-6C6E8E5D0C17}"/>
          </ac:spMkLst>
        </pc:spChg>
      </pc:sldChg>
      <pc:sldChg chg="addSp delSp modSp new mod">
        <pc:chgData name="SUMA K G" userId="c26ce1b90fa457b4" providerId="LiveId" clId="{3B533533-5614-4869-B234-223698070E15}" dt="2024-02-15T04:47:38.286" v="449" actId="20577"/>
        <pc:sldMkLst>
          <pc:docMk/>
          <pc:sldMk cId="3846129185" sldId="601"/>
        </pc:sldMkLst>
        <pc:spChg chg="mod">
          <ac:chgData name="SUMA K G" userId="c26ce1b90fa457b4" providerId="LiveId" clId="{3B533533-5614-4869-B234-223698070E15}" dt="2024-02-13T01:03:26.027" v="368"/>
          <ac:spMkLst>
            <pc:docMk/>
            <pc:sldMk cId="3846129185" sldId="601"/>
            <ac:spMk id="2" creationId="{FA0E2C29-6830-10A4-F576-E3946DD432F9}"/>
          </ac:spMkLst>
        </pc:spChg>
        <pc:spChg chg="add del mod">
          <ac:chgData name="SUMA K G" userId="c26ce1b90fa457b4" providerId="LiveId" clId="{3B533533-5614-4869-B234-223698070E15}" dt="2024-02-15T04:47:38.286" v="449" actId="20577"/>
          <ac:spMkLst>
            <pc:docMk/>
            <pc:sldMk cId="3846129185" sldId="601"/>
            <ac:spMk id="3" creationId="{FABF0774-FB82-3674-DC2C-B7FD411EC2E3}"/>
          </ac:spMkLst>
        </pc:spChg>
        <pc:spChg chg="add mod">
          <ac:chgData name="SUMA K G" userId="c26ce1b90fa457b4" providerId="LiveId" clId="{3B533533-5614-4869-B234-223698070E15}" dt="2024-02-13T01:03:37.533" v="372"/>
          <ac:spMkLst>
            <pc:docMk/>
            <pc:sldMk cId="3846129185" sldId="601"/>
            <ac:spMk id="4" creationId="{C3C1AA23-4705-4031-9BED-EDB9B96F156B}"/>
          </ac:spMkLst>
        </pc:spChg>
      </pc:sldChg>
      <pc:sldChg chg="addSp modSp new mod">
        <pc:chgData name="SUMA K G" userId="c26ce1b90fa457b4" providerId="LiveId" clId="{3B533533-5614-4869-B234-223698070E15}" dt="2024-02-15T04:56:59.620" v="462" actId="20577"/>
        <pc:sldMkLst>
          <pc:docMk/>
          <pc:sldMk cId="2465350823" sldId="602"/>
        </pc:sldMkLst>
        <pc:spChg chg="mod">
          <ac:chgData name="SUMA K G" userId="c26ce1b90fa457b4" providerId="LiveId" clId="{3B533533-5614-4869-B234-223698070E15}" dt="2024-02-15T04:56:38.977" v="454" actId="14100"/>
          <ac:spMkLst>
            <pc:docMk/>
            <pc:sldMk cId="2465350823" sldId="602"/>
            <ac:spMk id="2" creationId="{CFA99758-D957-DF73-6B93-294205B3BAFA}"/>
          </ac:spMkLst>
        </pc:spChg>
        <pc:spChg chg="mod">
          <ac:chgData name="SUMA K G" userId="c26ce1b90fa457b4" providerId="LiveId" clId="{3B533533-5614-4869-B234-223698070E15}" dt="2024-02-15T04:56:59.620" v="462" actId="20577"/>
          <ac:spMkLst>
            <pc:docMk/>
            <pc:sldMk cId="2465350823" sldId="602"/>
            <ac:spMk id="3" creationId="{41CF98ED-70BF-D915-7042-A2507EECC632}"/>
          </ac:spMkLst>
        </pc:spChg>
        <pc:picChg chg="add mod">
          <ac:chgData name="SUMA K G" userId="c26ce1b90fa457b4" providerId="LiveId" clId="{3B533533-5614-4869-B234-223698070E15}" dt="2024-02-15T04:56:48.404" v="458" actId="1076"/>
          <ac:picMkLst>
            <pc:docMk/>
            <pc:sldMk cId="2465350823" sldId="602"/>
            <ac:picMk id="10242" creationId="{1DBB61E6-3154-1CF8-40DC-85681C363057}"/>
          </ac:picMkLst>
        </pc:picChg>
      </pc:sldChg>
      <pc:sldChg chg="addSp delSp modSp new mod">
        <pc:chgData name="SUMA K G" userId="c26ce1b90fa457b4" providerId="LiveId" clId="{3B533533-5614-4869-B234-223698070E15}" dt="2024-02-15T05:09:45.140" v="531" actId="6549"/>
        <pc:sldMkLst>
          <pc:docMk/>
          <pc:sldMk cId="160196092" sldId="603"/>
        </pc:sldMkLst>
        <pc:spChg chg="mod">
          <ac:chgData name="SUMA K G" userId="c26ce1b90fa457b4" providerId="LiveId" clId="{3B533533-5614-4869-B234-223698070E15}" dt="2024-02-15T05:05:17.398" v="473"/>
          <ac:spMkLst>
            <pc:docMk/>
            <pc:sldMk cId="160196092" sldId="603"/>
            <ac:spMk id="2" creationId="{90F0DC6C-9E1B-6D9A-A89B-D250328703F1}"/>
          </ac:spMkLst>
        </pc:spChg>
        <pc:spChg chg="add del mod">
          <ac:chgData name="SUMA K G" userId="c26ce1b90fa457b4" providerId="LiveId" clId="{3B533533-5614-4869-B234-223698070E15}" dt="2024-02-15T05:09:45.140" v="531" actId="6549"/>
          <ac:spMkLst>
            <pc:docMk/>
            <pc:sldMk cId="160196092" sldId="603"/>
            <ac:spMk id="3" creationId="{51EB0757-C4AE-89C1-E7FC-3337F71B4BFD}"/>
          </ac:spMkLst>
        </pc:spChg>
        <pc:spChg chg="add mod">
          <ac:chgData name="SUMA K G" userId="c26ce1b90fa457b4" providerId="LiveId" clId="{3B533533-5614-4869-B234-223698070E15}" dt="2024-02-15T05:05:28.594" v="475"/>
          <ac:spMkLst>
            <pc:docMk/>
            <pc:sldMk cId="160196092" sldId="603"/>
            <ac:spMk id="4" creationId="{E6067C46-7EBD-AF07-344B-A9DEF3669D84}"/>
          </ac:spMkLst>
        </pc:spChg>
        <pc:spChg chg="add mod">
          <ac:chgData name="SUMA K G" userId="c26ce1b90fa457b4" providerId="LiveId" clId="{3B533533-5614-4869-B234-223698070E15}" dt="2024-02-15T05:05:41.713" v="477"/>
          <ac:spMkLst>
            <pc:docMk/>
            <pc:sldMk cId="160196092" sldId="603"/>
            <ac:spMk id="5" creationId="{A52C99DE-EB5E-87F4-E27A-C6EF9009610C}"/>
          </ac:spMkLst>
        </pc:spChg>
        <pc:spChg chg="add mod">
          <ac:chgData name="SUMA K G" userId="c26ce1b90fa457b4" providerId="LiveId" clId="{3B533533-5614-4869-B234-223698070E15}" dt="2024-02-15T05:05:54.318" v="479"/>
          <ac:spMkLst>
            <pc:docMk/>
            <pc:sldMk cId="160196092" sldId="603"/>
            <ac:spMk id="6" creationId="{EC5C1AB6-33A3-DF2A-271B-FC32A98F64C6}"/>
          </ac:spMkLst>
        </pc:spChg>
      </pc:sldChg>
      <pc:sldChg chg="addSp modSp new mod">
        <pc:chgData name="SUMA K G" userId="c26ce1b90fa457b4" providerId="LiveId" clId="{3B533533-5614-4869-B234-223698070E15}" dt="2024-02-15T05:10:22.915" v="540" actId="20577"/>
        <pc:sldMkLst>
          <pc:docMk/>
          <pc:sldMk cId="1308951125" sldId="604"/>
        </pc:sldMkLst>
        <pc:spChg chg="mod">
          <ac:chgData name="SUMA K G" userId="c26ce1b90fa457b4" providerId="LiveId" clId="{3B533533-5614-4869-B234-223698070E15}" dt="2024-02-15T05:08:03.584" v="509"/>
          <ac:spMkLst>
            <pc:docMk/>
            <pc:sldMk cId="1308951125" sldId="604"/>
            <ac:spMk id="2" creationId="{3805A284-9D77-53E2-3828-4547BFAAFE6C}"/>
          </ac:spMkLst>
        </pc:spChg>
        <pc:spChg chg="mod">
          <ac:chgData name="SUMA K G" userId="c26ce1b90fa457b4" providerId="LiveId" clId="{3B533533-5614-4869-B234-223698070E15}" dt="2024-02-15T05:10:22.915" v="540" actId="20577"/>
          <ac:spMkLst>
            <pc:docMk/>
            <pc:sldMk cId="1308951125" sldId="604"/>
            <ac:spMk id="3" creationId="{CB2BF858-DE1E-278A-1D4D-7463433259B3}"/>
          </ac:spMkLst>
        </pc:spChg>
        <pc:picChg chg="add mod">
          <ac:chgData name="SUMA K G" userId="c26ce1b90fa457b4" providerId="LiveId" clId="{3B533533-5614-4869-B234-223698070E15}" dt="2024-02-15T05:09:51.026" v="532" actId="1076"/>
          <ac:picMkLst>
            <pc:docMk/>
            <pc:sldMk cId="1308951125" sldId="604"/>
            <ac:picMk id="5" creationId="{A98D8586-A6C2-C239-D62E-D65FC7D4622E}"/>
          </ac:picMkLst>
        </pc:picChg>
      </pc:sldChg>
      <pc:sldChg chg="addSp modSp new mod">
        <pc:chgData name="SUMA K G" userId="c26ce1b90fa457b4" providerId="LiveId" clId="{3B533533-5614-4869-B234-223698070E15}" dt="2024-02-15T05:35:02.299" v="570"/>
        <pc:sldMkLst>
          <pc:docMk/>
          <pc:sldMk cId="2517161550" sldId="605"/>
        </pc:sldMkLst>
        <pc:spChg chg="mod">
          <ac:chgData name="SUMA K G" userId="c26ce1b90fa457b4" providerId="LiveId" clId="{3B533533-5614-4869-B234-223698070E15}" dt="2024-02-15T05:35:02.299" v="570"/>
          <ac:spMkLst>
            <pc:docMk/>
            <pc:sldMk cId="2517161550" sldId="605"/>
            <ac:spMk id="2" creationId="{DF4C5AD4-CC25-F276-8A65-1E1824C34B04}"/>
          </ac:spMkLst>
        </pc:spChg>
        <pc:spChg chg="mod">
          <ac:chgData name="SUMA K G" userId="c26ce1b90fa457b4" providerId="LiveId" clId="{3B533533-5614-4869-B234-223698070E15}" dt="2024-02-15T05:11:04.418" v="549" actId="123"/>
          <ac:spMkLst>
            <pc:docMk/>
            <pc:sldMk cId="2517161550" sldId="605"/>
            <ac:spMk id="3" creationId="{C7720220-FCD0-C618-DDF0-4D9D3001EC2D}"/>
          </ac:spMkLst>
        </pc:spChg>
        <pc:picChg chg="add mod">
          <ac:chgData name="SUMA K G" userId="c26ce1b90fa457b4" providerId="LiveId" clId="{3B533533-5614-4869-B234-223698070E15}" dt="2024-02-15T05:11:18.238" v="551" actId="1076"/>
          <ac:picMkLst>
            <pc:docMk/>
            <pc:sldMk cId="2517161550" sldId="605"/>
            <ac:picMk id="5" creationId="{592BB16A-BDBA-D2B5-32D9-79D30010A495}"/>
          </ac:picMkLst>
        </pc:picChg>
      </pc:sldChg>
      <pc:sldChg chg="modSp new mod">
        <pc:chgData name="SUMA K G" userId="c26ce1b90fa457b4" providerId="LiveId" clId="{3B533533-5614-4869-B234-223698070E15}" dt="2024-02-15T05:30:21.225" v="565" actId="13926"/>
        <pc:sldMkLst>
          <pc:docMk/>
          <pc:sldMk cId="3770136847" sldId="606"/>
        </pc:sldMkLst>
        <pc:spChg chg="mod">
          <ac:chgData name="SUMA K G" userId="c26ce1b90fa457b4" providerId="LiveId" clId="{3B533533-5614-4869-B234-223698070E15}" dt="2024-02-15T05:11:39.888" v="553"/>
          <ac:spMkLst>
            <pc:docMk/>
            <pc:sldMk cId="3770136847" sldId="606"/>
            <ac:spMk id="2" creationId="{D54163EB-5FB7-913D-6830-B8CFFC362B11}"/>
          </ac:spMkLst>
        </pc:spChg>
        <pc:spChg chg="mod">
          <ac:chgData name="SUMA K G" userId="c26ce1b90fa457b4" providerId="LiveId" clId="{3B533533-5614-4869-B234-223698070E15}" dt="2024-02-15T05:30:21.225" v="565" actId="13926"/>
          <ac:spMkLst>
            <pc:docMk/>
            <pc:sldMk cId="3770136847" sldId="606"/>
            <ac:spMk id="3" creationId="{94593BC9-242D-D228-2DD6-D77E0CEA633C}"/>
          </ac:spMkLst>
        </pc:spChg>
      </pc:sldChg>
      <pc:sldChg chg="addSp delSp modSp new mod">
        <pc:chgData name="SUMA K G" userId="c26ce1b90fa457b4" providerId="LiveId" clId="{3B533533-5614-4869-B234-223698070E15}" dt="2024-02-15T06:22:30.183" v="571" actId="13926"/>
        <pc:sldMkLst>
          <pc:docMk/>
          <pc:sldMk cId="3099718690" sldId="607"/>
        </pc:sldMkLst>
        <pc:spChg chg="mod">
          <ac:chgData name="SUMA K G" userId="c26ce1b90fa457b4" providerId="LiveId" clId="{3B533533-5614-4869-B234-223698070E15}" dt="2024-02-15T05:30:47.863" v="569"/>
          <ac:spMkLst>
            <pc:docMk/>
            <pc:sldMk cId="3099718690" sldId="607"/>
            <ac:spMk id="2" creationId="{E822E034-4E19-23F8-E396-A64D45565818}"/>
          </ac:spMkLst>
        </pc:spChg>
        <pc:spChg chg="mod">
          <ac:chgData name="SUMA K G" userId="c26ce1b90fa457b4" providerId="LiveId" clId="{3B533533-5614-4869-B234-223698070E15}" dt="2024-02-15T06:22:30.183" v="571" actId="13926"/>
          <ac:spMkLst>
            <pc:docMk/>
            <pc:sldMk cId="3099718690" sldId="607"/>
            <ac:spMk id="3" creationId="{A2CD7ECE-B31C-0B5C-E495-1D5FE1AB5455}"/>
          </ac:spMkLst>
        </pc:spChg>
        <pc:spChg chg="add del">
          <ac:chgData name="SUMA K G" userId="c26ce1b90fa457b4" providerId="LiveId" clId="{3B533533-5614-4869-B234-223698070E15}" dt="2024-02-15T05:12:18.122" v="561" actId="478"/>
          <ac:spMkLst>
            <pc:docMk/>
            <pc:sldMk cId="3099718690" sldId="607"/>
            <ac:spMk id="4" creationId="{04DB6427-C9E9-1E03-197E-84219A044A9F}"/>
          </ac:spMkLst>
        </pc:spChg>
      </pc:sldChg>
    </pc:docChg>
  </pc:docChgLst>
  <pc:docChgLst>
    <pc:chgData name="SUMA K G" userId="c26ce1b90fa457b4" providerId="LiveId" clId="{F45D26DE-3639-43ED-95EF-97A01FFF84BC}"/>
    <pc:docChg chg="modSld">
      <pc:chgData name="SUMA K G" userId="c26ce1b90fa457b4" providerId="LiveId" clId="{F45D26DE-3639-43ED-95EF-97A01FFF84BC}" dt="2024-04-25T18:55:05.779" v="8" actId="13926"/>
      <pc:docMkLst>
        <pc:docMk/>
      </pc:docMkLst>
      <pc:sldChg chg="modSp mod">
        <pc:chgData name="SUMA K G" userId="c26ce1b90fa457b4" providerId="LiveId" clId="{F45D26DE-3639-43ED-95EF-97A01FFF84BC}" dt="2024-04-25T18:55:05.779" v="8" actId="13926"/>
        <pc:sldMkLst>
          <pc:docMk/>
          <pc:sldMk cId="2140396993" sldId="632"/>
        </pc:sldMkLst>
        <pc:spChg chg="mod">
          <ac:chgData name="SUMA K G" userId="c26ce1b90fa457b4" providerId="LiveId" clId="{F45D26DE-3639-43ED-95EF-97A01FFF84BC}" dt="2024-04-25T18:55:05.779" v="8" actId="13926"/>
          <ac:spMkLst>
            <pc:docMk/>
            <pc:sldMk cId="2140396993" sldId="632"/>
            <ac:spMk id="3" creationId="{7E3B465C-D001-FD38-A2B4-820946B1BCE2}"/>
          </ac:spMkLst>
        </pc:spChg>
      </pc:sldChg>
    </pc:docChg>
  </pc:docChgLst>
  <pc:docChgLst>
    <pc:chgData name="SUMA K G" userId="c26ce1b90fa457b4" providerId="LiveId" clId="{4A6DAEE7-13E1-4516-8EEA-7FFD6F8B8A29}"/>
    <pc:docChg chg="modSld">
      <pc:chgData name="SUMA K G" userId="c26ce1b90fa457b4" providerId="LiveId" clId="{4A6DAEE7-13E1-4516-8EEA-7FFD6F8B8A29}" dt="2024-02-20T10:24:13.991" v="2" actId="1076"/>
      <pc:docMkLst>
        <pc:docMk/>
      </pc:docMkLst>
      <pc:sldChg chg="modSp mod">
        <pc:chgData name="SUMA K G" userId="c26ce1b90fa457b4" providerId="LiveId" clId="{4A6DAEE7-13E1-4516-8EEA-7FFD6F8B8A29}" dt="2024-02-20T10:24:05.892" v="0" actId="14100"/>
        <pc:sldMkLst>
          <pc:docMk/>
          <pc:sldMk cId="4248383774" sldId="587"/>
        </pc:sldMkLst>
        <pc:spChg chg="mod">
          <ac:chgData name="SUMA K G" userId="c26ce1b90fa457b4" providerId="LiveId" clId="{4A6DAEE7-13E1-4516-8EEA-7FFD6F8B8A29}" dt="2024-02-20T10:24:05.892" v="0" actId="14100"/>
          <ac:spMkLst>
            <pc:docMk/>
            <pc:sldMk cId="4248383774" sldId="587"/>
            <ac:spMk id="3" creationId="{FFA16F68-2E4A-28E9-83C4-69FC2108B755}"/>
          </ac:spMkLst>
        </pc:spChg>
      </pc:sldChg>
      <pc:sldChg chg="modSp mod">
        <pc:chgData name="SUMA K G" userId="c26ce1b90fa457b4" providerId="LiveId" clId="{4A6DAEE7-13E1-4516-8EEA-7FFD6F8B8A29}" dt="2024-02-20T10:24:13.991" v="2" actId="1076"/>
        <pc:sldMkLst>
          <pc:docMk/>
          <pc:sldMk cId="1385666533" sldId="588"/>
        </pc:sldMkLst>
        <pc:spChg chg="mod">
          <ac:chgData name="SUMA K G" userId="c26ce1b90fa457b4" providerId="LiveId" clId="{4A6DAEE7-13E1-4516-8EEA-7FFD6F8B8A29}" dt="2024-02-20T10:24:11.630" v="1" actId="14100"/>
          <ac:spMkLst>
            <pc:docMk/>
            <pc:sldMk cId="1385666533" sldId="588"/>
            <ac:spMk id="3" creationId="{68565180-B8C7-AE0F-55EC-D6640F3F8106}"/>
          </ac:spMkLst>
        </pc:spChg>
        <pc:picChg chg="mod">
          <ac:chgData name="SUMA K G" userId="c26ce1b90fa457b4" providerId="LiveId" clId="{4A6DAEE7-13E1-4516-8EEA-7FFD6F8B8A29}" dt="2024-02-20T10:24:13.991" v="2" actId="1076"/>
          <ac:picMkLst>
            <pc:docMk/>
            <pc:sldMk cId="1385666533" sldId="588"/>
            <ac:picMk id="5" creationId="{3A54B05F-1368-21E2-0617-BC1ED8267135}"/>
          </ac:picMkLst>
        </pc:picChg>
      </pc:sldChg>
    </pc:docChg>
  </pc:docChgLst>
  <pc:docChgLst>
    <pc:chgData name="SUMA K G" userId="c26ce1b90fa457b4" providerId="LiveId" clId="{DC4C0661-57E9-4B11-9704-F1D72310967A}"/>
    <pc:docChg chg="undo custSel addSld delSld modSld sldOrd">
      <pc:chgData name="SUMA K G" userId="c26ce1b90fa457b4" providerId="LiveId" clId="{DC4C0661-57E9-4B11-9704-F1D72310967A}" dt="2024-03-05T00:05:09.291" v="677" actId="47"/>
      <pc:docMkLst>
        <pc:docMk/>
      </pc:docMkLst>
      <pc:sldChg chg="del">
        <pc:chgData name="SUMA K G" userId="c26ce1b90fa457b4" providerId="LiveId" clId="{DC4C0661-57E9-4B11-9704-F1D72310967A}" dt="2024-02-27T00:42:04.271" v="19" actId="47"/>
        <pc:sldMkLst>
          <pc:docMk/>
          <pc:sldMk cId="2490700207" sldId="258"/>
        </pc:sldMkLst>
      </pc:sldChg>
      <pc:sldChg chg="modSp add mod">
        <pc:chgData name="SUMA K G" userId="c26ce1b90fa457b4" providerId="LiveId" clId="{DC4C0661-57E9-4B11-9704-F1D72310967A}" dt="2024-02-27T01:08:48.091" v="314" actId="13926"/>
        <pc:sldMkLst>
          <pc:docMk/>
          <pc:sldMk cId="3675906361" sldId="259"/>
        </pc:sldMkLst>
        <pc:spChg chg="mod">
          <ac:chgData name="SUMA K G" userId="c26ce1b90fa457b4" providerId="LiveId" clId="{DC4C0661-57E9-4B11-9704-F1D72310967A}" dt="2024-02-27T01:08:48.091" v="314" actId="13926"/>
          <ac:spMkLst>
            <pc:docMk/>
            <pc:sldMk cId="3675906361" sldId="259"/>
            <ac:spMk id="3" creationId="{632B5889-C715-DE89-F8F4-3E6322765093}"/>
          </ac:spMkLst>
        </pc:spChg>
      </pc:sldChg>
      <pc:sldChg chg="modSp mod">
        <pc:chgData name="SUMA K G" userId="c26ce1b90fa457b4" providerId="LiveId" clId="{DC4C0661-57E9-4B11-9704-F1D72310967A}" dt="2024-02-27T01:08:42.557" v="313" actId="20577"/>
        <pc:sldMkLst>
          <pc:docMk/>
          <pc:sldMk cId="2773029733" sldId="585"/>
        </pc:sldMkLst>
        <pc:spChg chg="mod">
          <ac:chgData name="SUMA K G" userId="c26ce1b90fa457b4" providerId="LiveId" clId="{DC4C0661-57E9-4B11-9704-F1D72310967A}" dt="2024-02-27T01:08:42.557" v="313" actId="20577"/>
          <ac:spMkLst>
            <pc:docMk/>
            <pc:sldMk cId="2773029733" sldId="585"/>
            <ac:spMk id="3" creationId="{FD6B1D31-C4E7-8A73-DE3F-694072EBD1FA}"/>
          </ac:spMkLst>
        </pc:spChg>
      </pc:sldChg>
      <pc:sldChg chg="modSp mod">
        <pc:chgData name="SUMA K G" userId="c26ce1b90fa457b4" providerId="LiveId" clId="{DC4C0661-57E9-4B11-9704-F1D72310967A}" dt="2024-02-27T01:00:39.043" v="184" actId="108"/>
        <pc:sldMkLst>
          <pc:docMk/>
          <pc:sldMk cId="3159541835" sldId="586"/>
        </pc:sldMkLst>
        <pc:spChg chg="mod">
          <ac:chgData name="SUMA K G" userId="c26ce1b90fa457b4" providerId="LiveId" clId="{DC4C0661-57E9-4B11-9704-F1D72310967A}" dt="2024-02-27T01:00:39.043" v="184" actId="108"/>
          <ac:spMkLst>
            <pc:docMk/>
            <pc:sldMk cId="3159541835" sldId="586"/>
            <ac:spMk id="2" creationId="{3EADA319-6AE5-DA38-2A32-DD7ED363A492}"/>
          </ac:spMkLst>
        </pc:spChg>
        <pc:spChg chg="mod">
          <ac:chgData name="SUMA K G" userId="c26ce1b90fa457b4" providerId="LiveId" clId="{DC4C0661-57E9-4B11-9704-F1D72310967A}" dt="2024-02-27T00:43:54.163" v="32" actId="20577"/>
          <ac:spMkLst>
            <pc:docMk/>
            <pc:sldMk cId="3159541835" sldId="586"/>
            <ac:spMk id="3" creationId="{F98C3217-5BF2-26F0-863C-0E11CDA4FB98}"/>
          </ac:spMkLst>
        </pc:spChg>
      </pc:sldChg>
      <pc:sldChg chg="modSp new mod">
        <pc:chgData name="SUMA K G" userId="c26ce1b90fa457b4" providerId="LiveId" clId="{DC4C0661-57E9-4B11-9704-F1D72310967A}" dt="2024-02-29T04:40:54.734" v="319" actId="13926"/>
        <pc:sldMkLst>
          <pc:docMk/>
          <pc:sldMk cId="2701893301" sldId="587"/>
        </pc:sldMkLst>
        <pc:spChg chg="mod">
          <ac:chgData name="SUMA K G" userId="c26ce1b90fa457b4" providerId="LiveId" clId="{DC4C0661-57E9-4B11-9704-F1D72310967A}" dt="2024-02-27T01:00:42.738" v="185" actId="108"/>
          <ac:spMkLst>
            <pc:docMk/>
            <pc:sldMk cId="2701893301" sldId="587"/>
            <ac:spMk id="2" creationId="{98249640-6CDA-2A2C-2C7F-48B3B9A2C974}"/>
          </ac:spMkLst>
        </pc:spChg>
        <pc:spChg chg="mod">
          <ac:chgData name="SUMA K G" userId="c26ce1b90fa457b4" providerId="LiveId" clId="{DC4C0661-57E9-4B11-9704-F1D72310967A}" dt="2024-02-29T04:40:54.734" v="319" actId="13926"/>
          <ac:spMkLst>
            <pc:docMk/>
            <pc:sldMk cId="2701893301" sldId="587"/>
            <ac:spMk id="3" creationId="{B882342B-FE82-60D3-5BA0-49C499CCC597}"/>
          </ac:spMkLst>
        </pc:spChg>
      </pc:sldChg>
      <pc:sldChg chg="del">
        <pc:chgData name="SUMA K G" userId="c26ce1b90fa457b4" providerId="LiveId" clId="{DC4C0661-57E9-4B11-9704-F1D72310967A}" dt="2024-02-27T00:41:37.481" v="0" actId="47"/>
        <pc:sldMkLst>
          <pc:docMk/>
          <pc:sldMk cId="4248383774" sldId="587"/>
        </pc:sldMkLst>
      </pc:sldChg>
      <pc:sldChg chg="del">
        <pc:chgData name="SUMA K G" userId="c26ce1b90fa457b4" providerId="LiveId" clId="{DC4C0661-57E9-4B11-9704-F1D72310967A}" dt="2024-02-27T00:41:37.561" v="1" actId="47"/>
        <pc:sldMkLst>
          <pc:docMk/>
          <pc:sldMk cId="1385666533" sldId="588"/>
        </pc:sldMkLst>
      </pc:sldChg>
      <pc:sldChg chg="modSp new mod">
        <pc:chgData name="SUMA K G" userId="c26ce1b90fa457b4" providerId="LiveId" clId="{DC4C0661-57E9-4B11-9704-F1D72310967A}" dt="2024-02-27T00:50:49.095" v="60" actId="14100"/>
        <pc:sldMkLst>
          <pc:docMk/>
          <pc:sldMk cId="3800709820" sldId="588"/>
        </pc:sldMkLst>
        <pc:spChg chg="mod">
          <ac:chgData name="SUMA K G" userId="c26ce1b90fa457b4" providerId="LiveId" clId="{DC4C0661-57E9-4B11-9704-F1D72310967A}" dt="2024-02-27T00:45:34.120" v="36"/>
          <ac:spMkLst>
            <pc:docMk/>
            <pc:sldMk cId="3800709820" sldId="588"/>
            <ac:spMk id="2" creationId="{072D6822-A75A-2077-6A93-BF7523FB79C1}"/>
          </ac:spMkLst>
        </pc:spChg>
        <pc:spChg chg="mod">
          <ac:chgData name="SUMA K G" userId="c26ce1b90fa457b4" providerId="LiveId" clId="{DC4C0661-57E9-4B11-9704-F1D72310967A}" dt="2024-02-27T00:50:49.095" v="60" actId="14100"/>
          <ac:spMkLst>
            <pc:docMk/>
            <pc:sldMk cId="3800709820" sldId="588"/>
            <ac:spMk id="3" creationId="{EB94ADE2-D564-931C-145F-54D3590B9F07}"/>
          </ac:spMkLst>
        </pc:spChg>
      </pc:sldChg>
      <pc:sldChg chg="del">
        <pc:chgData name="SUMA K G" userId="c26ce1b90fa457b4" providerId="LiveId" clId="{DC4C0661-57E9-4B11-9704-F1D72310967A}" dt="2024-02-27T00:41:37.694" v="2" actId="47"/>
        <pc:sldMkLst>
          <pc:docMk/>
          <pc:sldMk cId="349020365" sldId="589"/>
        </pc:sldMkLst>
      </pc:sldChg>
      <pc:sldChg chg="modSp new mod">
        <pc:chgData name="SUMA K G" userId="c26ce1b90fa457b4" providerId="LiveId" clId="{DC4C0661-57E9-4B11-9704-F1D72310967A}" dt="2024-02-27T00:50:57.165" v="62"/>
        <pc:sldMkLst>
          <pc:docMk/>
          <pc:sldMk cId="3527457641" sldId="589"/>
        </pc:sldMkLst>
        <pc:spChg chg="mod">
          <ac:chgData name="SUMA K G" userId="c26ce1b90fa457b4" providerId="LiveId" clId="{DC4C0661-57E9-4B11-9704-F1D72310967A}" dt="2024-02-27T00:50:57.165" v="62"/>
          <ac:spMkLst>
            <pc:docMk/>
            <pc:sldMk cId="3527457641" sldId="589"/>
            <ac:spMk id="2" creationId="{903F7DA9-5C5B-9612-3644-098A57580EEF}"/>
          </ac:spMkLst>
        </pc:spChg>
        <pc:spChg chg="mod">
          <ac:chgData name="SUMA K G" userId="c26ce1b90fa457b4" providerId="LiveId" clId="{DC4C0661-57E9-4B11-9704-F1D72310967A}" dt="2024-02-27T00:50:52.916" v="61" actId="255"/>
          <ac:spMkLst>
            <pc:docMk/>
            <pc:sldMk cId="3527457641" sldId="589"/>
            <ac:spMk id="3" creationId="{204C9BB6-7328-6629-28C0-A7B498FC714B}"/>
          </ac:spMkLst>
        </pc:spChg>
      </pc:sldChg>
      <pc:sldChg chg="del">
        <pc:chgData name="SUMA K G" userId="c26ce1b90fa457b4" providerId="LiveId" clId="{DC4C0661-57E9-4B11-9704-F1D72310967A}" dt="2024-02-27T00:41:37.863" v="3" actId="47"/>
        <pc:sldMkLst>
          <pc:docMk/>
          <pc:sldMk cId="3695466333" sldId="590"/>
        </pc:sldMkLst>
      </pc:sldChg>
      <pc:sldChg chg="modSp new mod">
        <pc:chgData name="SUMA K G" userId="c26ce1b90fa457b4" providerId="LiveId" clId="{DC4C0661-57E9-4B11-9704-F1D72310967A}" dt="2024-02-27T00:51:07.434" v="67" actId="20577"/>
        <pc:sldMkLst>
          <pc:docMk/>
          <pc:sldMk cId="4077017567" sldId="590"/>
        </pc:sldMkLst>
        <pc:spChg chg="mod">
          <ac:chgData name="SUMA K G" userId="c26ce1b90fa457b4" providerId="LiveId" clId="{DC4C0661-57E9-4B11-9704-F1D72310967A}" dt="2024-02-27T00:51:00.423" v="63" actId="113"/>
          <ac:spMkLst>
            <pc:docMk/>
            <pc:sldMk cId="4077017567" sldId="590"/>
            <ac:spMk id="2" creationId="{3EF3494A-79F4-0652-BDE1-9E4A86B5111C}"/>
          </ac:spMkLst>
        </pc:spChg>
        <pc:spChg chg="mod">
          <ac:chgData name="SUMA K G" userId="c26ce1b90fa457b4" providerId="LiveId" clId="{DC4C0661-57E9-4B11-9704-F1D72310967A}" dt="2024-02-27T00:51:07.434" v="67" actId="20577"/>
          <ac:spMkLst>
            <pc:docMk/>
            <pc:sldMk cId="4077017567" sldId="590"/>
            <ac:spMk id="3" creationId="{1647939E-4D35-BF42-5E0E-F5438C2B0D34}"/>
          </ac:spMkLst>
        </pc:spChg>
      </pc:sldChg>
      <pc:sldChg chg="modSp new mod">
        <pc:chgData name="SUMA K G" userId="c26ce1b90fa457b4" providerId="LiveId" clId="{DC4C0661-57E9-4B11-9704-F1D72310967A}" dt="2024-02-27T01:02:45.399" v="229" actId="113"/>
        <pc:sldMkLst>
          <pc:docMk/>
          <pc:sldMk cId="3426694462" sldId="591"/>
        </pc:sldMkLst>
        <pc:spChg chg="mod">
          <ac:chgData name="SUMA K G" userId="c26ce1b90fa457b4" providerId="LiveId" clId="{DC4C0661-57E9-4B11-9704-F1D72310967A}" dt="2024-02-27T01:02:45.399" v="229" actId="113"/>
          <ac:spMkLst>
            <pc:docMk/>
            <pc:sldMk cId="3426694462" sldId="591"/>
            <ac:spMk id="2" creationId="{B2075BA3-AFF8-2CB4-8F1D-2A4AA72A2324}"/>
          </ac:spMkLst>
        </pc:spChg>
        <pc:spChg chg="mod">
          <ac:chgData name="SUMA K G" userId="c26ce1b90fa457b4" providerId="LiveId" clId="{DC4C0661-57E9-4B11-9704-F1D72310967A}" dt="2024-02-27T00:51:17.806" v="69" actId="123"/>
          <ac:spMkLst>
            <pc:docMk/>
            <pc:sldMk cId="3426694462" sldId="591"/>
            <ac:spMk id="3" creationId="{FA858516-8F0D-CECE-7390-888E272A3A09}"/>
          </ac:spMkLst>
        </pc:spChg>
      </pc:sldChg>
      <pc:sldChg chg="del">
        <pc:chgData name="SUMA K G" userId="c26ce1b90fa457b4" providerId="LiveId" clId="{DC4C0661-57E9-4B11-9704-F1D72310967A}" dt="2024-02-27T00:41:37.980" v="4" actId="47"/>
        <pc:sldMkLst>
          <pc:docMk/>
          <pc:sldMk cId="4151814252" sldId="591"/>
        </pc:sldMkLst>
      </pc:sldChg>
      <pc:sldChg chg="del">
        <pc:chgData name="SUMA K G" userId="c26ce1b90fa457b4" providerId="LiveId" clId="{DC4C0661-57E9-4B11-9704-F1D72310967A}" dt="2024-02-27T00:41:38.287" v="6" actId="47"/>
        <pc:sldMkLst>
          <pc:docMk/>
          <pc:sldMk cId="447756259" sldId="592"/>
        </pc:sldMkLst>
      </pc:sldChg>
      <pc:sldChg chg="modSp new mod">
        <pc:chgData name="SUMA K G" userId="c26ce1b90fa457b4" providerId="LiveId" clId="{DC4C0661-57E9-4B11-9704-F1D72310967A}" dt="2024-02-27T01:02:49.636" v="230" actId="113"/>
        <pc:sldMkLst>
          <pc:docMk/>
          <pc:sldMk cId="2548196930" sldId="592"/>
        </pc:sldMkLst>
        <pc:spChg chg="mod">
          <ac:chgData name="SUMA K G" userId="c26ce1b90fa457b4" providerId="LiveId" clId="{DC4C0661-57E9-4B11-9704-F1D72310967A}" dt="2024-02-27T01:02:49.636" v="230" actId="113"/>
          <ac:spMkLst>
            <pc:docMk/>
            <pc:sldMk cId="2548196930" sldId="592"/>
            <ac:spMk id="2" creationId="{421E6D7F-246F-FB8B-2481-66C28EA5F8BC}"/>
          </ac:spMkLst>
        </pc:spChg>
        <pc:spChg chg="mod">
          <ac:chgData name="SUMA K G" userId="c26ce1b90fa457b4" providerId="LiveId" clId="{DC4C0661-57E9-4B11-9704-F1D72310967A}" dt="2024-02-27T00:51:34.808" v="74" actId="14100"/>
          <ac:spMkLst>
            <pc:docMk/>
            <pc:sldMk cId="2548196930" sldId="592"/>
            <ac:spMk id="3" creationId="{CD99C70B-4194-B442-D0FF-27A808DEEA74}"/>
          </ac:spMkLst>
        </pc:spChg>
      </pc:sldChg>
      <pc:sldChg chg="modSp new mod">
        <pc:chgData name="SUMA K G" userId="c26ce1b90fa457b4" providerId="LiveId" clId="{DC4C0661-57E9-4B11-9704-F1D72310967A}" dt="2024-02-27T01:02:54.635" v="231" actId="113"/>
        <pc:sldMkLst>
          <pc:docMk/>
          <pc:sldMk cId="1492335786" sldId="593"/>
        </pc:sldMkLst>
        <pc:spChg chg="mod">
          <ac:chgData name="SUMA K G" userId="c26ce1b90fa457b4" providerId="LiveId" clId="{DC4C0661-57E9-4B11-9704-F1D72310967A}" dt="2024-02-27T01:02:54.635" v="231" actId="113"/>
          <ac:spMkLst>
            <pc:docMk/>
            <pc:sldMk cId="1492335786" sldId="593"/>
            <ac:spMk id="2" creationId="{98819586-5792-D415-7CBD-256EF52DBDE4}"/>
          </ac:spMkLst>
        </pc:spChg>
        <pc:spChg chg="mod">
          <ac:chgData name="SUMA K G" userId="c26ce1b90fa457b4" providerId="LiveId" clId="{DC4C0661-57E9-4B11-9704-F1D72310967A}" dt="2024-02-27T00:51:49.352" v="79" actId="14100"/>
          <ac:spMkLst>
            <pc:docMk/>
            <pc:sldMk cId="1492335786" sldId="593"/>
            <ac:spMk id="3" creationId="{B358D988-1C1B-413B-99C9-816CB8BAA687}"/>
          </ac:spMkLst>
        </pc:spChg>
      </pc:sldChg>
      <pc:sldChg chg="del">
        <pc:chgData name="SUMA K G" userId="c26ce1b90fa457b4" providerId="LiveId" clId="{DC4C0661-57E9-4B11-9704-F1D72310967A}" dt="2024-02-27T00:41:38.616" v="7" actId="47"/>
        <pc:sldMkLst>
          <pc:docMk/>
          <pc:sldMk cId="2663146142" sldId="593"/>
        </pc:sldMkLst>
      </pc:sldChg>
      <pc:sldChg chg="modSp new mod">
        <pc:chgData name="SUMA K G" userId="c26ce1b90fa457b4" providerId="LiveId" clId="{DC4C0661-57E9-4B11-9704-F1D72310967A}" dt="2024-02-29T04:42:58.718" v="381" actId="13926"/>
        <pc:sldMkLst>
          <pc:docMk/>
          <pc:sldMk cId="472549772" sldId="594"/>
        </pc:sldMkLst>
        <pc:spChg chg="mod">
          <ac:chgData name="SUMA K G" userId="c26ce1b90fa457b4" providerId="LiveId" clId="{DC4C0661-57E9-4B11-9704-F1D72310967A}" dt="2024-02-27T00:53:41.057" v="96"/>
          <ac:spMkLst>
            <pc:docMk/>
            <pc:sldMk cId="472549772" sldId="594"/>
            <ac:spMk id="2" creationId="{A5A55DFF-5E5E-043E-799C-DC2231841AF2}"/>
          </ac:spMkLst>
        </pc:spChg>
        <pc:spChg chg="mod">
          <ac:chgData name="SUMA K G" userId="c26ce1b90fa457b4" providerId="LiveId" clId="{DC4C0661-57E9-4B11-9704-F1D72310967A}" dt="2024-02-29T04:42:58.718" v="381" actId="13926"/>
          <ac:spMkLst>
            <pc:docMk/>
            <pc:sldMk cId="472549772" sldId="594"/>
            <ac:spMk id="3" creationId="{F53EDF17-5BCA-641B-3F76-02E2CB0A705D}"/>
          </ac:spMkLst>
        </pc:spChg>
      </pc:sldChg>
      <pc:sldChg chg="del">
        <pc:chgData name="SUMA K G" userId="c26ce1b90fa457b4" providerId="LiveId" clId="{DC4C0661-57E9-4B11-9704-F1D72310967A}" dt="2024-02-27T00:41:38.831" v="8" actId="47"/>
        <pc:sldMkLst>
          <pc:docMk/>
          <pc:sldMk cId="2420575970" sldId="594"/>
        </pc:sldMkLst>
      </pc:sldChg>
      <pc:sldChg chg="modSp new mod">
        <pc:chgData name="SUMA K G" userId="c26ce1b90fa457b4" providerId="LiveId" clId="{DC4C0661-57E9-4B11-9704-F1D72310967A}" dt="2024-02-29T04:43:15.159" v="383" actId="113"/>
        <pc:sldMkLst>
          <pc:docMk/>
          <pc:sldMk cId="3404864442" sldId="595"/>
        </pc:sldMkLst>
        <pc:spChg chg="mod">
          <ac:chgData name="SUMA K G" userId="c26ce1b90fa457b4" providerId="LiveId" clId="{DC4C0661-57E9-4B11-9704-F1D72310967A}" dt="2024-02-27T00:55:29.622" v="127"/>
          <ac:spMkLst>
            <pc:docMk/>
            <pc:sldMk cId="3404864442" sldId="595"/>
            <ac:spMk id="2" creationId="{F1323713-03F2-4011-2554-FDFEB0561F90}"/>
          </ac:spMkLst>
        </pc:spChg>
        <pc:spChg chg="mod">
          <ac:chgData name="SUMA K G" userId="c26ce1b90fa457b4" providerId="LiveId" clId="{DC4C0661-57E9-4B11-9704-F1D72310967A}" dt="2024-02-29T04:43:15.159" v="383" actId="113"/>
          <ac:spMkLst>
            <pc:docMk/>
            <pc:sldMk cId="3404864442" sldId="595"/>
            <ac:spMk id="3" creationId="{26A6000A-73DC-2AA4-F417-94879D0F2983}"/>
          </ac:spMkLst>
        </pc:spChg>
      </pc:sldChg>
      <pc:sldChg chg="del">
        <pc:chgData name="SUMA K G" userId="c26ce1b90fa457b4" providerId="LiveId" clId="{DC4C0661-57E9-4B11-9704-F1D72310967A}" dt="2024-02-27T00:41:38.977" v="9" actId="47"/>
        <pc:sldMkLst>
          <pc:docMk/>
          <pc:sldMk cId="3735084650" sldId="595"/>
        </pc:sldMkLst>
      </pc:sldChg>
      <pc:sldChg chg="del">
        <pc:chgData name="SUMA K G" userId="c26ce1b90fa457b4" providerId="LiveId" clId="{DC4C0661-57E9-4B11-9704-F1D72310967A}" dt="2024-02-27T00:41:39.173" v="10" actId="47"/>
        <pc:sldMkLst>
          <pc:docMk/>
          <pc:sldMk cId="3699798713" sldId="596"/>
        </pc:sldMkLst>
      </pc:sldChg>
      <pc:sldChg chg="modSp new mod">
        <pc:chgData name="SUMA K G" userId="c26ce1b90fa457b4" providerId="LiveId" clId="{DC4C0661-57E9-4B11-9704-F1D72310967A}" dt="2024-02-29T04:45:29.224" v="395" actId="255"/>
        <pc:sldMkLst>
          <pc:docMk/>
          <pc:sldMk cId="4110850515" sldId="596"/>
        </pc:sldMkLst>
        <pc:spChg chg="mod">
          <ac:chgData name="SUMA K G" userId="c26ce1b90fa457b4" providerId="LiveId" clId="{DC4C0661-57E9-4B11-9704-F1D72310967A}" dt="2024-02-27T01:07:49.987" v="303" actId="113"/>
          <ac:spMkLst>
            <pc:docMk/>
            <pc:sldMk cId="4110850515" sldId="596"/>
            <ac:spMk id="2" creationId="{67696F2D-BD35-F6E3-66BA-670EC4C97D5E}"/>
          </ac:spMkLst>
        </pc:spChg>
        <pc:spChg chg="mod">
          <ac:chgData name="SUMA K G" userId="c26ce1b90fa457b4" providerId="LiveId" clId="{DC4C0661-57E9-4B11-9704-F1D72310967A}" dt="2024-02-29T04:45:29.224" v="395" actId="255"/>
          <ac:spMkLst>
            <pc:docMk/>
            <pc:sldMk cId="4110850515" sldId="596"/>
            <ac:spMk id="3" creationId="{CA8A2BF6-473E-6CEE-8315-A489BE313BB5}"/>
          </ac:spMkLst>
        </pc:spChg>
      </pc:sldChg>
      <pc:sldChg chg="modSp new mod">
        <pc:chgData name="SUMA K G" userId="c26ce1b90fa457b4" providerId="LiveId" clId="{DC4C0661-57E9-4B11-9704-F1D72310967A}" dt="2024-02-29T04:45:37.322" v="398" actId="20577"/>
        <pc:sldMkLst>
          <pc:docMk/>
          <pc:sldMk cId="1191889892" sldId="597"/>
        </pc:sldMkLst>
        <pc:spChg chg="mod">
          <ac:chgData name="SUMA K G" userId="c26ce1b90fa457b4" providerId="LiveId" clId="{DC4C0661-57E9-4B11-9704-F1D72310967A}" dt="2024-02-27T01:07:46.550" v="302" actId="113"/>
          <ac:spMkLst>
            <pc:docMk/>
            <pc:sldMk cId="1191889892" sldId="597"/>
            <ac:spMk id="2" creationId="{FE8D296A-0772-3CE9-10B0-3567E8FC9070}"/>
          </ac:spMkLst>
        </pc:spChg>
        <pc:spChg chg="mod">
          <ac:chgData name="SUMA K G" userId="c26ce1b90fa457b4" providerId="LiveId" clId="{DC4C0661-57E9-4B11-9704-F1D72310967A}" dt="2024-02-29T04:45:37.322" v="398" actId="20577"/>
          <ac:spMkLst>
            <pc:docMk/>
            <pc:sldMk cId="1191889892" sldId="597"/>
            <ac:spMk id="3" creationId="{DA0B6D0A-99E7-B9D4-1328-95C90873CC2C}"/>
          </ac:spMkLst>
        </pc:spChg>
      </pc:sldChg>
      <pc:sldChg chg="del">
        <pc:chgData name="SUMA K G" userId="c26ce1b90fa457b4" providerId="LiveId" clId="{DC4C0661-57E9-4B11-9704-F1D72310967A}" dt="2024-02-27T00:41:39.285" v="11" actId="47"/>
        <pc:sldMkLst>
          <pc:docMk/>
          <pc:sldMk cId="2640137442" sldId="597"/>
        </pc:sldMkLst>
      </pc:sldChg>
      <pc:sldChg chg="modSp new mod">
        <pc:chgData name="SUMA K G" userId="c26ce1b90fa457b4" providerId="LiveId" clId="{DC4C0661-57E9-4B11-9704-F1D72310967A}" dt="2024-02-29T04:49:23.964" v="428" actId="14100"/>
        <pc:sldMkLst>
          <pc:docMk/>
          <pc:sldMk cId="3407410162" sldId="598"/>
        </pc:sldMkLst>
        <pc:spChg chg="mod">
          <ac:chgData name="SUMA K G" userId="c26ce1b90fa457b4" providerId="LiveId" clId="{DC4C0661-57E9-4B11-9704-F1D72310967A}" dt="2024-02-27T01:07:43.144" v="301" actId="113"/>
          <ac:spMkLst>
            <pc:docMk/>
            <pc:sldMk cId="3407410162" sldId="598"/>
            <ac:spMk id="2" creationId="{0CFE0B2F-E4A6-E68B-A367-AEA1EB258AA2}"/>
          </ac:spMkLst>
        </pc:spChg>
        <pc:spChg chg="mod">
          <ac:chgData name="SUMA K G" userId="c26ce1b90fa457b4" providerId="LiveId" clId="{DC4C0661-57E9-4B11-9704-F1D72310967A}" dt="2024-02-29T04:49:23.964" v="428" actId="14100"/>
          <ac:spMkLst>
            <pc:docMk/>
            <pc:sldMk cId="3407410162" sldId="598"/>
            <ac:spMk id="3" creationId="{8ACCC58C-57A6-6C8C-5C38-C15FB66AE00A}"/>
          </ac:spMkLst>
        </pc:spChg>
      </pc:sldChg>
      <pc:sldChg chg="del">
        <pc:chgData name="SUMA K G" userId="c26ce1b90fa457b4" providerId="LiveId" clId="{DC4C0661-57E9-4B11-9704-F1D72310967A}" dt="2024-02-27T00:41:39.698" v="12" actId="47"/>
        <pc:sldMkLst>
          <pc:docMk/>
          <pc:sldMk cId="3475443129" sldId="598"/>
        </pc:sldMkLst>
      </pc:sldChg>
      <pc:sldChg chg="del">
        <pc:chgData name="SUMA K G" userId="c26ce1b90fa457b4" providerId="LiveId" clId="{DC4C0661-57E9-4B11-9704-F1D72310967A}" dt="2024-02-27T00:41:39.884" v="13" actId="47"/>
        <pc:sldMkLst>
          <pc:docMk/>
          <pc:sldMk cId="1362834264" sldId="599"/>
        </pc:sldMkLst>
      </pc:sldChg>
      <pc:sldChg chg="modSp new mod">
        <pc:chgData name="SUMA K G" userId="c26ce1b90fa457b4" providerId="LiveId" clId="{DC4C0661-57E9-4B11-9704-F1D72310967A}" dt="2024-02-29T05:16:55.314" v="512" actId="255"/>
        <pc:sldMkLst>
          <pc:docMk/>
          <pc:sldMk cId="2917933193" sldId="599"/>
        </pc:sldMkLst>
        <pc:spChg chg="mod">
          <ac:chgData name="SUMA K G" userId="c26ce1b90fa457b4" providerId="LiveId" clId="{DC4C0661-57E9-4B11-9704-F1D72310967A}" dt="2024-02-27T00:56:00.108" v="135"/>
          <ac:spMkLst>
            <pc:docMk/>
            <pc:sldMk cId="2917933193" sldId="599"/>
            <ac:spMk id="2" creationId="{C093E51F-F4CD-7515-3DEA-2D6AF4F87EC4}"/>
          </ac:spMkLst>
        </pc:spChg>
        <pc:spChg chg="mod">
          <ac:chgData name="SUMA K G" userId="c26ce1b90fa457b4" providerId="LiveId" clId="{DC4C0661-57E9-4B11-9704-F1D72310967A}" dt="2024-02-29T05:16:55.314" v="512" actId="255"/>
          <ac:spMkLst>
            <pc:docMk/>
            <pc:sldMk cId="2917933193" sldId="599"/>
            <ac:spMk id="3" creationId="{CDD7C22A-F676-43A5-E6C1-19AB99FAE541}"/>
          </ac:spMkLst>
        </pc:spChg>
      </pc:sldChg>
      <pc:sldChg chg="del">
        <pc:chgData name="SUMA K G" userId="c26ce1b90fa457b4" providerId="LiveId" clId="{DC4C0661-57E9-4B11-9704-F1D72310967A}" dt="2024-02-27T00:41:40.085" v="14" actId="47"/>
        <pc:sldMkLst>
          <pc:docMk/>
          <pc:sldMk cId="2310833846" sldId="600"/>
        </pc:sldMkLst>
      </pc:sldChg>
      <pc:sldChg chg="modSp new mod">
        <pc:chgData name="SUMA K G" userId="c26ce1b90fa457b4" providerId="LiveId" clId="{DC4C0661-57E9-4B11-9704-F1D72310967A}" dt="2024-02-29T05:24:24.709" v="599"/>
        <pc:sldMkLst>
          <pc:docMk/>
          <pc:sldMk cId="3063078968" sldId="600"/>
        </pc:sldMkLst>
        <pc:spChg chg="mod">
          <ac:chgData name="SUMA K G" userId="c26ce1b90fa457b4" providerId="LiveId" clId="{DC4C0661-57E9-4B11-9704-F1D72310967A}" dt="2024-02-29T05:24:24.709" v="599"/>
          <ac:spMkLst>
            <pc:docMk/>
            <pc:sldMk cId="3063078968" sldId="600"/>
            <ac:spMk id="2" creationId="{3ECC8BB2-F4AC-F110-DA4F-93F20F491508}"/>
          </ac:spMkLst>
        </pc:spChg>
        <pc:spChg chg="mod">
          <ac:chgData name="SUMA K G" userId="c26ce1b90fa457b4" providerId="LiveId" clId="{DC4C0661-57E9-4B11-9704-F1D72310967A}" dt="2024-02-29T05:12:45.310" v="468" actId="20577"/>
          <ac:spMkLst>
            <pc:docMk/>
            <pc:sldMk cId="3063078968" sldId="600"/>
            <ac:spMk id="3" creationId="{594A0DB5-6426-2FC6-0AD6-7182631DEA10}"/>
          </ac:spMkLst>
        </pc:spChg>
      </pc:sldChg>
      <pc:sldChg chg="addSp modSp new mod">
        <pc:chgData name="SUMA K G" userId="c26ce1b90fa457b4" providerId="LiveId" clId="{DC4C0661-57E9-4B11-9704-F1D72310967A}" dt="2024-02-29T05:26:25.210" v="625" actId="13926"/>
        <pc:sldMkLst>
          <pc:docMk/>
          <pc:sldMk cId="96654972" sldId="601"/>
        </pc:sldMkLst>
        <pc:spChg chg="mod">
          <ac:chgData name="SUMA K G" userId="c26ce1b90fa457b4" providerId="LiveId" clId="{DC4C0661-57E9-4B11-9704-F1D72310967A}" dt="2024-02-29T05:24:26.927" v="600"/>
          <ac:spMkLst>
            <pc:docMk/>
            <pc:sldMk cId="96654972" sldId="601"/>
            <ac:spMk id="2" creationId="{6C6C9B28-BD26-CADB-A4D6-05040E93F5EE}"/>
          </ac:spMkLst>
        </pc:spChg>
        <pc:spChg chg="mod">
          <ac:chgData name="SUMA K G" userId="c26ce1b90fa457b4" providerId="LiveId" clId="{DC4C0661-57E9-4B11-9704-F1D72310967A}" dt="2024-02-29T05:26:25.210" v="625" actId="13926"/>
          <ac:spMkLst>
            <pc:docMk/>
            <pc:sldMk cId="96654972" sldId="601"/>
            <ac:spMk id="3" creationId="{80A4E6F3-E713-D5AD-9DB3-0D9DEB707E3E}"/>
          </ac:spMkLst>
        </pc:spChg>
        <pc:picChg chg="add mod">
          <ac:chgData name="SUMA K G" userId="c26ce1b90fa457b4" providerId="LiveId" clId="{DC4C0661-57E9-4B11-9704-F1D72310967A}" dt="2024-02-29T05:24:31.349" v="601" actId="1076"/>
          <ac:picMkLst>
            <pc:docMk/>
            <pc:sldMk cId="96654972" sldId="601"/>
            <ac:picMk id="1026" creationId="{B8F9F01F-8D1E-DA52-9455-7FE7ECA8B450}"/>
          </ac:picMkLst>
        </pc:picChg>
      </pc:sldChg>
      <pc:sldChg chg="del">
        <pc:chgData name="SUMA K G" userId="c26ce1b90fa457b4" providerId="LiveId" clId="{DC4C0661-57E9-4B11-9704-F1D72310967A}" dt="2024-02-27T00:41:40.390" v="15" actId="47"/>
        <pc:sldMkLst>
          <pc:docMk/>
          <pc:sldMk cId="3092059893" sldId="601"/>
        </pc:sldMkLst>
      </pc:sldChg>
      <pc:sldChg chg="modSp new mod">
        <pc:chgData name="SUMA K G" userId="c26ce1b90fa457b4" providerId="LiveId" clId="{DC4C0661-57E9-4B11-9704-F1D72310967A}" dt="2024-02-29T05:25:24.398" v="614" actId="13926"/>
        <pc:sldMkLst>
          <pc:docMk/>
          <pc:sldMk cId="1275451643" sldId="602"/>
        </pc:sldMkLst>
        <pc:spChg chg="mod">
          <ac:chgData name="SUMA K G" userId="c26ce1b90fa457b4" providerId="LiveId" clId="{DC4C0661-57E9-4B11-9704-F1D72310967A}" dt="2024-02-29T05:24:33.391" v="602"/>
          <ac:spMkLst>
            <pc:docMk/>
            <pc:sldMk cId="1275451643" sldId="602"/>
            <ac:spMk id="2" creationId="{32F9346F-E65C-51B0-CCF1-0C24E34DE2DC}"/>
          </ac:spMkLst>
        </pc:spChg>
        <pc:spChg chg="mod">
          <ac:chgData name="SUMA K G" userId="c26ce1b90fa457b4" providerId="LiveId" clId="{DC4C0661-57E9-4B11-9704-F1D72310967A}" dt="2024-02-29T05:25:24.398" v="614" actId="13926"/>
          <ac:spMkLst>
            <pc:docMk/>
            <pc:sldMk cId="1275451643" sldId="602"/>
            <ac:spMk id="3" creationId="{2E70FE11-8FD3-251C-3D2B-98BAC4E07178}"/>
          </ac:spMkLst>
        </pc:spChg>
      </pc:sldChg>
      <pc:sldChg chg="del">
        <pc:chgData name="SUMA K G" userId="c26ce1b90fa457b4" providerId="LiveId" clId="{DC4C0661-57E9-4B11-9704-F1D72310967A}" dt="2024-02-27T00:41:40.583" v="16" actId="47"/>
        <pc:sldMkLst>
          <pc:docMk/>
          <pc:sldMk cId="1864293295" sldId="602"/>
        </pc:sldMkLst>
      </pc:sldChg>
      <pc:sldChg chg="modSp new mod">
        <pc:chgData name="SUMA K G" userId="c26ce1b90fa457b4" providerId="LiveId" clId="{DC4C0661-57E9-4B11-9704-F1D72310967A}" dt="2024-02-29T05:28:41.604" v="673" actId="20577"/>
        <pc:sldMkLst>
          <pc:docMk/>
          <pc:sldMk cId="592821000" sldId="603"/>
        </pc:sldMkLst>
        <pc:spChg chg="mod">
          <ac:chgData name="SUMA K G" userId="c26ce1b90fa457b4" providerId="LiveId" clId="{DC4C0661-57E9-4B11-9704-F1D72310967A}" dt="2024-02-29T05:24:35.936" v="603"/>
          <ac:spMkLst>
            <pc:docMk/>
            <pc:sldMk cId="592821000" sldId="603"/>
            <ac:spMk id="2" creationId="{99069BE6-A112-8A6B-A713-B2E166B55615}"/>
          </ac:spMkLst>
        </pc:spChg>
        <pc:spChg chg="mod">
          <ac:chgData name="SUMA K G" userId="c26ce1b90fa457b4" providerId="LiveId" clId="{DC4C0661-57E9-4B11-9704-F1D72310967A}" dt="2024-02-29T05:28:41.604" v="673" actId="20577"/>
          <ac:spMkLst>
            <pc:docMk/>
            <pc:sldMk cId="592821000" sldId="603"/>
            <ac:spMk id="3" creationId="{8876106A-BD05-5E9F-23D5-7BCE11B35B96}"/>
          </ac:spMkLst>
        </pc:spChg>
      </pc:sldChg>
      <pc:sldChg chg="modSp new mod">
        <pc:chgData name="SUMA K G" userId="c26ce1b90fa457b4" providerId="LiveId" clId="{DC4C0661-57E9-4B11-9704-F1D72310967A}" dt="2024-02-29T05:26:54.630" v="637" actId="313"/>
        <pc:sldMkLst>
          <pc:docMk/>
          <pc:sldMk cId="736366857" sldId="604"/>
        </pc:sldMkLst>
        <pc:spChg chg="mod">
          <ac:chgData name="SUMA K G" userId="c26ce1b90fa457b4" providerId="LiveId" clId="{DC4C0661-57E9-4B11-9704-F1D72310967A}" dt="2024-02-29T05:24:37.958" v="604"/>
          <ac:spMkLst>
            <pc:docMk/>
            <pc:sldMk cId="736366857" sldId="604"/>
            <ac:spMk id="2" creationId="{3F15AB82-87BB-4543-816A-F3EFA0744DE6}"/>
          </ac:spMkLst>
        </pc:spChg>
        <pc:spChg chg="mod">
          <ac:chgData name="SUMA K G" userId="c26ce1b90fa457b4" providerId="LiveId" clId="{DC4C0661-57E9-4B11-9704-F1D72310967A}" dt="2024-02-29T05:26:54.630" v="637" actId="313"/>
          <ac:spMkLst>
            <pc:docMk/>
            <pc:sldMk cId="736366857" sldId="604"/>
            <ac:spMk id="3" creationId="{AD92D2A5-D451-6EE8-C76C-0716E2D2FED7}"/>
          </ac:spMkLst>
        </pc:spChg>
      </pc:sldChg>
      <pc:sldChg chg="del">
        <pc:chgData name="SUMA K G" userId="c26ce1b90fa457b4" providerId="LiveId" clId="{DC4C0661-57E9-4B11-9704-F1D72310967A}" dt="2024-02-27T00:41:40.920" v="17" actId="47"/>
        <pc:sldMkLst>
          <pc:docMk/>
          <pc:sldMk cId="1458193985" sldId="604"/>
        </pc:sldMkLst>
      </pc:sldChg>
      <pc:sldChg chg="modSp new mod">
        <pc:chgData name="SUMA K G" userId="c26ce1b90fa457b4" providerId="LiveId" clId="{DC4C0661-57E9-4B11-9704-F1D72310967A}" dt="2024-02-29T05:27:14.229" v="644" actId="20577"/>
        <pc:sldMkLst>
          <pc:docMk/>
          <pc:sldMk cId="3575402549" sldId="605"/>
        </pc:sldMkLst>
        <pc:spChg chg="mod">
          <ac:chgData name="SUMA K G" userId="c26ce1b90fa457b4" providerId="LiveId" clId="{DC4C0661-57E9-4B11-9704-F1D72310967A}" dt="2024-02-29T05:24:39.656" v="605"/>
          <ac:spMkLst>
            <pc:docMk/>
            <pc:sldMk cId="3575402549" sldId="605"/>
            <ac:spMk id="2" creationId="{A2694A96-EEE7-838F-B268-764CBC5EB4D2}"/>
          </ac:spMkLst>
        </pc:spChg>
        <pc:spChg chg="mod">
          <ac:chgData name="SUMA K G" userId="c26ce1b90fa457b4" providerId="LiveId" clId="{DC4C0661-57E9-4B11-9704-F1D72310967A}" dt="2024-02-29T05:27:14.229" v="644" actId="20577"/>
          <ac:spMkLst>
            <pc:docMk/>
            <pc:sldMk cId="3575402549" sldId="605"/>
            <ac:spMk id="3" creationId="{63CBAF59-5954-D171-8CFC-E8FAE3CE6F9C}"/>
          </ac:spMkLst>
        </pc:spChg>
      </pc:sldChg>
      <pc:sldChg chg="del">
        <pc:chgData name="SUMA K G" userId="c26ce1b90fa457b4" providerId="LiveId" clId="{DC4C0661-57E9-4B11-9704-F1D72310967A}" dt="2024-02-27T00:41:38.144" v="5" actId="47"/>
        <pc:sldMkLst>
          <pc:docMk/>
          <pc:sldMk cId="3804067814" sldId="605"/>
        </pc:sldMkLst>
      </pc:sldChg>
      <pc:sldChg chg="addSp modSp new mod">
        <pc:chgData name="SUMA K G" userId="c26ce1b90fa457b4" providerId="LiveId" clId="{DC4C0661-57E9-4B11-9704-F1D72310967A}" dt="2024-02-29T05:28:03.901" v="667" actId="5793"/>
        <pc:sldMkLst>
          <pc:docMk/>
          <pc:sldMk cId="616376358" sldId="606"/>
        </pc:sldMkLst>
        <pc:spChg chg="mod">
          <ac:chgData name="SUMA K G" userId="c26ce1b90fa457b4" providerId="LiveId" clId="{DC4C0661-57E9-4B11-9704-F1D72310967A}" dt="2024-02-29T05:24:41.991" v="606"/>
          <ac:spMkLst>
            <pc:docMk/>
            <pc:sldMk cId="616376358" sldId="606"/>
            <ac:spMk id="2" creationId="{3DD4D428-73AF-92E7-96B5-BF96FD3B69EF}"/>
          </ac:spMkLst>
        </pc:spChg>
        <pc:spChg chg="mod">
          <ac:chgData name="SUMA K G" userId="c26ce1b90fa457b4" providerId="LiveId" clId="{DC4C0661-57E9-4B11-9704-F1D72310967A}" dt="2024-02-29T05:28:03.901" v="667" actId="5793"/>
          <ac:spMkLst>
            <pc:docMk/>
            <pc:sldMk cId="616376358" sldId="606"/>
            <ac:spMk id="3" creationId="{DD04D98D-3780-0A25-FDE8-7DC0938DF185}"/>
          </ac:spMkLst>
        </pc:spChg>
        <pc:picChg chg="add mod">
          <ac:chgData name="SUMA K G" userId="c26ce1b90fa457b4" providerId="LiveId" clId="{DC4C0661-57E9-4B11-9704-F1D72310967A}" dt="2024-02-29T05:27:29.042" v="649" actId="1076"/>
          <ac:picMkLst>
            <pc:docMk/>
            <pc:sldMk cId="616376358" sldId="606"/>
            <ac:picMk id="2050" creationId="{F01FDCA6-E5B1-F46B-F5B1-C9D439BF4FD2}"/>
          </ac:picMkLst>
        </pc:picChg>
      </pc:sldChg>
      <pc:sldChg chg="addSp modSp new mod">
        <pc:chgData name="SUMA K G" userId="c26ce1b90fa457b4" providerId="LiveId" clId="{DC4C0661-57E9-4B11-9704-F1D72310967A}" dt="2024-02-29T05:28:16.986" v="671" actId="123"/>
        <pc:sldMkLst>
          <pc:docMk/>
          <pc:sldMk cId="3471506262" sldId="607"/>
        </pc:sldMkLst>
        <pc:spChg chg="mod">
          <ac:chgData name="SUMA K G" userId="c26ce1b90fa457b4" providerId="LiveId" clId="{DC4C0661-57E9-4B11-9704-F1D72310967A}" dt="2024-02-29T05:24:44.040" v="607"/>
          <ac:spMkLst>
            <pc:docMk/>
            <pc:sldMk cId="3471506262" sldId="607"/>
            <ac:spMk id="2" creationId="{C9E6D8A3-215F-742B-3C7C-D40A6644083F}"/>
          </ac:spMkLst>
        </pc:spChg>
        <pc:spChg chg="mod">
          <ac:chgData name="SUMA K G" userId="c26ce1b90fa457b4" providerId="LiveId" clId="{DC4C0661-57E9-4B11-9704-F1D72310967A}" dt="2024-02-29T05:28:16.986" v="671" actId="123"/>
          <ac:spMkLst>
            <pc:docMk/>
            <pc:sldMk cId="3471506262" sldId="607"/>
            <ac:spMk id="3" creationId="{1BEA5778-4198-07B9-290F-CDF437857C70}"/>
          </ac:spMkLst>
        </pc:spChg>
        <pc:picChg chg="add mod">
          <ac:chgData name="SUMA K G" userId="c26ce1b90fa457b4" providerId="LiveId" clId="{DC4C0661-57E9-4B11-9704-F1D72310967A}" dt="2024-02-29T05:27:38.954" v="652" actId="1076"/>
          <ac:picMkLst>
            <pc:docMk/>
            <pc:sldMk cId="3471506262" sldId="607"/>
            <ac:picMk id="3074" creationId="{F445A751-076E-EC86-B776-2CF63A8C6AC1}"/>
          </ac:picMkLst>
        </pc:picChg>
      </pc:sldChg>
      <pc:sldChg chg="modSp new del mod">
        <pc:chgData name="SUMA K G" userId="c26ce1b90fa457b4" providerId="LiveId" clId="{DC4C0661-57E9-4B11-9704-F1D72310967A}" dt="2024-02-29T05:27:58.785" v="666" actId="47"/>
        <pc:sldMkLst>
          <pc:docMk/>
          <pc:sldMk cId="3797605910" sldId="608"/>
        </pc:sldMkLst>
        <pc:spChg chg="mod">
          <ac:chgData name="SUMA K G" userId="c26ce1b90fa457b4" providerId="LiveId" clId="{DC4C0661-57E9-4B11-9704-F1D72310967A}" dt="2024-02-29T05:24:45.608" v="608"/>
          <ac:spMkLst>
            <pc:docMk/>
            <pc:sldMk cId="3797605910" sldId="608"/>
            <ac:spMk id="2" creationId="{FA6ED19B-A7DC-526F-90F9-F89203F05562}"/>
          </ac:spMkLst>
        </pc:spChg>
        <pc:spChg chg="mod">
          <ac:chgData name="SUMA K G" userId="c26ce1b90fa457b4" providerId="LiveId" clId="{DC4C0661-57E9-4B11-9704-F1D72310967A}" dt="2024-02-29T05:27:43.291" v="653" actId="21"/>
          <ac:spMkLst>
            <pc:docMk/>
            <pc:sldMk cId="3797605910" sldId="608"/>
            <ac:spMk id="3" creationId="{DEA772CB-AED7-317D-451C-776EBCE8E824}"/>
          </ac:spMkLst>
        </pc:spChg>
      </pc:sldChg>
      <pc:sldChg chg="addSp modSp new mod">
        <pc:chgData name="SUMA K G" userId="c26ce1b90fa457b4" providerId="LiveId" clId="{DC4C0661-57E9-4B11-9704-F1D72310967A}" dt="2024-02-29T04:43:41.709" v="385" actId="1076"/>
        <pc:sldMkLst>
          <pc:docMk/>
          <pc:sldMk cId="1585790214" sldId="609"/>
        </pc:sldMkLst>
        <pc:spChg chg="mod">
          <ac:chgData name="SUMA K G" userId="c26ce1b90fa457b4" providerId="LiveId" clId="{DC4C0661-57E9-4B11-9704-F1D72310967A}" dt="2024-02-27T01:03:38.355" v="238" actId="113"/>
          <ac:spMkLst>
            <pc:docMk/>
            <pc:sldMk cId="1585790214" sldId="609"/>
            <ac:spMk id="2" creationId="{6498DCF6-3E5C-8D83-827C-F11328C1597F}"/>
          </ac:spMkLst>
        </pc:spChg>
        <pc:spChg chg="mod">
          <ac:chgData name="SUMA K G" userId="c26ce1b90fa457b4" providerId="LiveId" clId="{DC4C0661-57E9-4B11-9704-F1D72310967A}" dt="2024-02-27T01:03:32.115" v="237" actId="14100"/>
          <ac:spMkLst>
            <pc:docMk/>
            <pc:sldMk cId="1585790214" sldId="609"/>
            <ac:spMk id="3" creationId="{15E670E3-EF54-E571-E36A-E78AD370DA3C}"/>
          </ac:spMkLst>
        </pc:spChg>
        <pc:spChg chg="add">
          <ac:chgData name="SUMA K G" userId="c26ce1b90fa457b4" providerId="LiveId" clId="{DC4C0661-57E9-4B11-9704-F1D72310967A}" dt="2024-02-27T00:59:03.854" v="166"/>
          <ac:spMkLst>
            <pc:docMk/>
            <pc:sldMk cId="1585790214" sldId="609"/>
            <ac:spMk id="4" creationId="{EA4FA1E9-FBE1-2FED-9B51-55643B943BC7}"/>
          </ac:spMkLst>
        </pc:spChg>
        <pc:picChg chg="add">
          <ac:chgData name="SUMA K G" userId="c26ce1b90fa457b4" providerId="LiveId" clId="{DC4C0661-57E9-4B11-9704-F1D72310967A}" dt="2024-02-27T00:59:03.854" v="166"/>
          <ac:picMkLst>
            <pc:docMk/>
            <pc:sldMk cId="1585790214" sldId="609"/>
            <ac:picMk id="4098" creationId="{CA813C92-B6E3-0436-B124-D8A6841508AE}"/>
          </ac:picMkLst>
        </pc:picChg>
        <pc:picChg chg="add mod">
          <ac:chgData name="SUMA K G" userId="c26ce1b90fa457b4" providerId="LiveId" clId="{DC4C0661-57E9-4B11-9704-F1D72310967A}" dt="2024-02-29T04:43:41.709" v="385" actId="1076"/>
          <ac:picMkLst>
            <pc:docMk/>
            <pc:sldMk cId="1585790214" sldId="609"/>
            <ac:picMk id="4100" creationId="{2EF5C730-143D-CF67-6551-A87932E76153}"/>
          </ac:picMkLst>
        </pc:picChg>
      </pc:sldChg>
      <pc:sldChg chg="addSp modSp new mod">
        <pc:chgData name="SUMA K G" userId="c26ce1b90fa457b4" providerId="LiveId" clId="{DC4C0661-57E9-4B11-9704-F1D72310967A}" dt="2024-02-29T04:44:47.952" v="391" actId="13926"/>
        <pc:sldMkLst>
          <pc:docMk/>
          <pc:sldMk cId="840909873" sldId="610"/>
        </pc:sldMkLst>
        <pc:spChg chg="mod">
          <ac:chgData name="SUMA K G" userId="c26ce1b90fa457b4" providerId="LiveId" clId="{DC4C0661-57E9-4B11-9704-F1D72310967A}" dt="2024-02-27T01:03:41.591" v="239"/>
          <ac:spMkLst>
            <pc:docMk/>
            <pc:sldMk cId="840909873" sldId="610"/>
            <ac:spMk id="2" creationId="{4C939C66-C5EA-BD08-5491-558C8C8E6793}"/>
          </ac:spMkLst>
        </pc:spChg>
        <pc:spChg chg="mod">
          <ac:chgData name="SUMA K G" userId="c26ce1b90fa457b4" providerId="LiveId" clId="{DC4C0661-57E9-4B11-9704-F1D72310967A}" dt="2024-02-29T04:44:47.952" v="391" actId="13926"/>
          <ac:spMkLst>
            <pc:docMk/>
            <pc:sldMk cId="840909873" sldId="610"/>
            <ac:spMk id="3" creationId="{F9CDACE3-518F-7642-35F0-842ABF5AE218}"/>
          </ac:spMkLst>
        </pc:spChg>
        <pc:picChg chg="add mod">
          <ac:chgData name="SUMA K G" userId="c26ce1b90fa457b4" providerId="LiveId" clId="{DC4C0661-57E9-4B11-9704-F1D72310967A}" dt="2024-02-29T04:44:02.382" v="388" actId="14100"/>
          <ac:picMkLst>
            <pc:docMk/>
            <pc:sldMk cId="840909873" sldId="610"/>
            <ac:picMk id="5122" creationId="{038B6EF7-2F3E-2FDC-5094-818E8049FEA9}"/>
          </ac:picMkLst>
        </pc:picChg>
      </pc:sldChg>
      <pc:sldChg chg="new del">
        <pc:chgData name="SUMA K G" userId="c26ce1b90fa457b4" providerId="LiveId" clId="{DC4C0661-57E9-4B11-9704-F1D72310967A}" dt="2024-02-29T05:16:49.412" v="510" actId="47"/>
        <pc:sldMkLst>
          <pc:docMk/>
          <pc:sldMk cId="2653261449" sldId="611"/>
        </pc:sldMkLst>
      </pc:sldChg>
      <pc:sldChg chg="modSp new del mod">
        <pc:chgData name="SUMA K G" userId="c26ce1b90fa457b4" providerId="LiveId" clId="{DC4C0661-57E9-4B11-9704-F1D72310967A}" dt="2024-02-27T01:02:01.228" v="215" actId="47"/>
        <pc:sldMkLst>
          <pc:docMk/>
          <pc:sldMk cId="3324901803" sldId="611"/>
        </pc:sldMkLst>
        <pc:spChg chg="mod">
          <ac:chgData name="SUMA K G" userId="c26ce1b90fa457b4" providerId="LiveId" clId="{DC4C0661-57E9-4B11-9704-F1D72310967A}" dt="2024-02-27T01:01:17.031" v="191" actId="21"/>
          <ac:spMkLst>
            <pc:docMk/>
            <pc:sldMk cId="3324901803" sldId="611"/>
            <ac:spMk id="3" creationId="{AFDDB9FC-5A60-C233-BBA4-2668F45C0C0C}"/>
          </ac:spMkLst>
        </pc:spChg>
      </pc:sldChg>
      <pc:sldChg chg="addSp modSp new mod ord">
        <pc:chgData name="SUMA K G" userId="c26ce1b90fa457b4" providerId="LiveId" clId="{DC4C0661-57E9-4B11-9704-F1D72310967A}" dt="2024-02-29T04:47:20.018" v="425" actId="1076"/>
        <pc:sldMkLst>
          <pc:docMk/>
          <pc:sldMk cId="1153587831" sldId="612"/>
        </pc:sldMkLst>
        <pc:spChg chg="mod">
          <ac:chgData name="SUMA K G" userId="c26ce1b90fa457b4" providerId="LiveId" clId="{DC4C0661-57E9-4B11-9704-F1D72310967A}" dt="2024-02-27T01:08:10.187" v="306"/>
          <ac:spMkLst>
            <pc:docMk/>
            <pc:sldMk cId="1153587831" sldId="612"/>
            <ac:spMk id="2" creationId="{D0FCED86-8BAD-D97C-1DAD-7DB7CCE88A8C}"/>
          </ac:spMkLst>
        </pc:spChg>
        <pc:spChg chg="mod">
          <ac:chgData name="SUMA K G" userId="c26ce1b90fa457b4" providerId="LiveId" clId="{DC4C0661-57E9-4B11-9704-F1D72310967A}" dt="2024-02-27T01:06:28.649" v="278" actId="255"/>
          <ac:spMkLst>
            <pc:docMk/>
            <pc:sldMk cId="1153587831" sldId="612"/>
            <ac:spMk id="3" creationId="{B0999555-FE60-215A-825B-239A1F9D59FC}"/>
          </ac:spMkLst>
        </pc:spChg>
        <pc:picChg chg="add mod">
          <ac:chgData name="SUMA K G" userId="c26ce1b90fa457b4" providerId="LiveId" clId="{DC4C0661-57E9-4B11-9704-F1D72310967A}" dt="2024-02-29T04:47:20.018" v="425" actId="1076"/>
          <ac:picMkLst>
            <pc:docMk/>
            <pc:sldMk cId="1153587831" sldId="612"/>
            <ac:picMk id="5" creationId="{D5E575BC-74BC-D702-A2F3-D65A6E0E1F8C}"/>
          </ac:picMkLst>
        </pc:picChg>
      </pc:sldChg>
      <pc:sldChg chg="new del">
        <pc:chgData name="SUMA K G" userId="c26ce1b90fa457b4" providerId="LiveId" clId="{DC4C0661-57E9-4B11-9704-F1D72310967A}" dt="2024-02-27T01:02:02.896" v="218" actId="47"/>
        <pc:sldMkLst>
          <pc:docMk/>
          <pc:sldMk cId="1351506762" sldId="612"/>
        </pc:sldMkLst>
      </pc:sldChg>
      <pc:sldChg chg="new del">
        <pc:chgData name="SUMA K G" userId="c26ce1b90fa457b4" providerId="LiveId" clId="{DC4C0661-57E9-4B11-9704-F1D72310967A}" dt="2024-02-27T01:02:02.306" v="217" actId="47"/>
        <pc:sldMkLst>
          <pc:docMk/>
          <pc:sldMk cId="866018392" sldId="613"/>
        </pc:sldMkLst>
      </pc:sldChg>
      <pc:sldChg chg="addSp delSp modSp new mod ord">
        <pc:chgData name="SUMA K G" userId="c26ce1b90fa457b4" providerId="LiveId" clId="{DC4C0661-57E9-4B11-9704-F1D72310967A}" dt="2024-02-29T04:46:24.232" v="406" actId="22"/>
        <pc:sldMkLst>
          <pc:docMk/>
          <pc:sldMk cId="2940873149" sldId="613"/>
        </pc:sldMkLst>
        <pc:spChg chg="mod">
          <ac:chgData name="SUMA K G" userId="c26ce1b90fa457b4" providerId="LiveId" clId="{DC4C0661-57E9-4B11-9704-F1D72310967A}" dt="2024-02-27T01:05:33.087" v="265"/>
          <ac:spMkLst>
            <pc:docMk/>
            <pc:sldMk cId="2940873149" sldId="613"/>
            <ac:spMk id="2" creationId="{7CDBA2F0-3D50-E810-8FDD-F7F3DAA39AAB}"/>
          </ac:spMkLst>
        </pc:spChg>
        <pc:spChg chg="mod">
          <ac:chgData name="SUMA K G" userId="c26ce1b90fa457b4" providerId="LiveId" clId="{DC4C0661-57E9-4B11-9704-F1D72310967A}" dt="2024-02-27T01:05:56.760" v="271" actId="123"/>
          <ac:spMkLst>
            <pc:docMk/>
            <pc:sldMk cId="2940873149" sldId="613"/>
            <ac:spMk id="3" creationId="{CF65C544-1196-8CD7-7150-76AFB079FB09}"/>
          </ac:spMkLst>
        </pc:spChg>
        <pc:spChg chg="add del">
          <ac:chgData name="SUMA K G" userId="c26ce1b90fa457b4" providerId="LiveId" clId="{DC4C0661-57E9-4B11-9704-F1D72310967A}" dt="2024-02-29T04:46:24.232" v="406" actId="22"/>
          <ac:spMkLst>
            <pc:docMk/>
            <pc:sldMk cId="2940873149" sldId="613"/>
            <ac:spMk id="5" creationId="{337C613A-47C7-C713-065A-3D2414DDAE15}"/>
          </ac:spMkLst>
        </pc:spChg>
        <pc:picChg chg="add mod">
          <ac:chgData name="SUMA K G" userId="c26ce1b90fa457b4" providerId="LiveId" clId="{DC4C0661-57E9-4B11-9704-F1D72310967A}" dt="2024-02-27T01:06:02.732" v="274" actId="1076"/>
          <ac:picMkLst>
            <pc:docMk/>
            <pc:sldMk cId="2940873149" sldId="613"/>
            <ac:picMk id="6146" creationId="{0027549C-FAC8-A939-8F59-CC7E3A94A4B2}"/>
          </ac:picMkLst>
        </pc:picChg>
      </pc:sldChg>
      <pc:sldChg chg="modSp new mod ord">
        <pc:chgData name="SUMA K G" userId="c26ce1b90fa457b4" providerId="LiveId" clId="{DC4C0661-57E9-4B11-9704-F1D72310967A}" dt="2024-02-29T04:45:46.544" v="400"/>
        <pc:sldMkLst>
          <pc:docMk/>
          <pc:sldMk cId="2216769073" sldId="614"/>
        </pc:sldMkLst>
        <pc:spChg chg="mod">
          <ac:chgData name="SUMA K G" userId="c26ce1b90fa457b4" providerId="LiveId" clId="{DC4C0661-57E9-4B11-9704-F1D72310967A}" dt="2024-02-27T01:05:12.875" v="259"/>
          <ac:spMkLst>
            <pc:docMk/>
            <pc:sldMk cId="2216769073" sldId="614"/>
            <ac:spMk id="2" creationId="{8586A443-D6BC-19F5-5BFC-0CAA731C9179}"/>
          </ac:spMkLst>
        </pc:spChg>
        <pc:spChg chg="mod">
          <ac:chgData name="SUMA K G" userId="c26ce1b90fa457b4" providerId="LiveId" clId="{DC4C0661-57E9-4B11-9704-F1D72310967A}" dt="2024-02-27T01:05:27.400" v="264" actId="123"/>
          <ac:spMkLst>
            <pc:docMk/>
            <pc:sldMk cId="2216769073" sldId="614"/>
            <ac:spMk id="3" creationId="{F973B05D-1ACA-00D5-0078-90B4BD9677AC}"/>
          </ac:spMkLst>
        </pc:spChg>
      </pc:sldChg>
      <pc:sldChg chg="new del">
        <pc:chgData name="SUMA K G" userId="c26ce1b90fa457b4" providerId="LiveId" clId="{DC4C0661-57E9-4B11-9704-F1D72310967A}" dt="2024-02-27T01:02:01.780" v="216" actId="47"/>
        <pc:sldMkLst>
          <pc:docMk/>
          <pc:sldMk cId="2536941345" sldId="614"/>
        </pc:sldMkLst>
      </pc:sldChg>
      <pc:sldChg chg="addSp modSp new mod ord">
        <pc:chgData name="SUMA K G" userId="c26ce1b90fa457b4" providerId="LiveId" clId="{DC4C0661-57E9-4B11-9704-F1D72310967A}" dt="2024-02-29T04:49:41.763" v="430" actId="1076"/>
        <pc:sldMkLst>
          <pc:docMk/>
          <pc:sldMk cId="3861753384" sldId="615"/>
        </pc:sldMkLst>
        <pc:spChg chg="mod">
          <ac:chgData name="SUMA K G" userId="c26ce1b90fa457b4" providerId="LiveId" clId="{DC4C0661-57E9-4B11-9704-F1D72310967A}" dt="2024-02-27T01:07:36.243" v="300" actId="113"/>
          <ac:spMkLst>
            <pc:docMk/>
            <pc:sldMk cId="3861753384" sldId="615"/>
            <ac:spMk id="2" creationId="{2D84CC09-0595-D531-D64B-741161A49940}"/>
          </ac:spMkLst>
        </pc:spChg>
        <pc:spChg chg="mod">
          <ac:chgData name="SUMA K G" userId="c26ce1b90fa457b4" providerId="LiveId" clId="{DC4C0661-57E9-4B11-9704-F1D72310967A}" dt="2024-02-29T04:49:38.951" v="429" actId="20577"/>
          <ac:spMkLst>
            <pc:docMk/>
            <pc:sldMk cId="3861753384" sldId="615"/>
            <ac:spMk id="3" creationId="{E875F77D-CAF8-3429-D6AE-ECC7A98CEC48}"/>
          </ac:spMkLst>
        </pc:spChg>
        <pc:picChg chg="add mod">
          <ac:chgData name="SUMA K G" userId="c26ce1b90fa457b4" providerId="LiveId" clId="{DC4C0661-57E9-4B11-9704-F1D72310967A}" dt="2024-02-29T04:49:41.763" v="430" actId="1076"/>
          <ac:picMkLst>
            <pc:docMk/>
            <pc:sldMk cId="3861753384" sldId="615"/>
            <ac:picMk id="7170" creationId="{018FD2DB-FE41-A693-3319-56292A39DC1E}"/>
          </ac:picMkLst>
        </pc:picChg>
      </pc:sldChg>
      <pc:sldChg chg="new del">
        <pc:chgData name="SUMA K G" userId="c26ce1b90fa457b4" providerId="LiveId" clId="{DC4C0661-57E9-4B11-9704-F1D72310967A}" dt="2024-02-29T05:16:48.692" v="509" actId="47"/>
        <pc:sldMkLst>
          <pc:docMk/>
          <pc:sldMk cId="2578535337" sldId="616"/>
        </pc:sldMkLst>
      </pc:sldChg>
      <pc:sldChg chg="ord">
        <pc:chgData name="SUMA K G" userId="c26ce1b90fa457b4" providerId="LiveId" clId="{DC4C0661-57E9-4B11-9704-F1D72310967A}" dt="2024-02-29T04:45:54.196" v="404"/>
        <pc:sldMkLst>
          <pc:docMk/>
          <pc:sldMk cId="1748423483" sldId="617"/>
        </pc:sldMkLst>
      </pc:sldChg>
      <pc:sldChg chg="modSp ord">
        <pc:chgData name="SUMA K G" userId="c26ce1b90fa457b4" providerId="LiveId" clId="{DC4C0661-57E9-4B11-9704-F1D72310967A}" dt="2024-02-29T04:47:01.307" v="424" actId="1366"/>
        <pc:sldMkLst>
          <pc:docMk/>
          <pc:sldMk cId="3465447660" sldId="618"/>
        </pc:sldMkLst>
        <pc:picChg chg="mod">
          <ac:chgData name="SUMA K G" userId="c26ce1b90fa457b4" providerId="LiveId" clId="{DC4C0661-57E9-4B11-9704-F1D72310967A}" dt="2024-02-29T04:47:01.307" v="424" actId="1366"/>
          <ac:picMkLst>
            <pc:docMk/>
            <pc:sldMk cId="3465447660" sldId="618"/>
            <ac:picMk id="5" creationId="{D6E64004-5E86-A4D0-D89C-DC95ECFCF347}"/>
          </ac:picMkLst>
        </pc:picChg>
      </pc:sldChg>
      <pc:sldChg chg="modSp new mod ord">
        <pc:chgData name="SUMA K G" userId="c26ce1b90fa457b4" providerId="LiveId" clId="{DC4C0661-57E9-4B11-9704-F1D72310967A}" dt="2024-02-29T04:42:33.938" v="379"/>
        <pc:sldMkLst>
          <pc:docMk/>
          <pc:sldMk cId="3267327227" sldId="619"/>
        </pc:sldMkLst>
        <pc:spChg chg="mod">
          <ac:chgData name="SUMA K G" userId="c26ce1b90fa457b4" providerId="LiveId" clId="{DC4C0661-57E9-4B11-9704-F1D72310967A}" dt="2024-02-29T04:42:33.938" v="379"/>
          <ac:spMkLst>
            <pc:docMk/>
            <pc:sldMk cId="3267327227" sldId="619"/>
            <ac:spMk id="2" creationId="{2E831EBB-3BAA-1896-986E-AEA0123F360E}"/>
          </ac:spMkLst>
        </pc:spChg>
        <pc:spChg chg="mod">
          <ac:chgData name="SUMA K G" userId="c26ce1b90fa457b4" providerId="LiveId" clId="{DC4C0661-57E9-4B11-9704-F1D72310967A}" dt="2024-02-29T04:42:28.519" v="378" actId="255"/>
          <ac:spMkLst>
            <pc:docMk/>
            <pc:sldMk cId="3267327227" sldId="619"/>
            <ac:spMk id="3" creationId="{6C13B4C0-1AE3-B743-CC95-31C23D058A28}"/>
          </ac:spMkLst>
        </pc:spChg>
      </pc:sldChg>
      <pc:sldChg chg="modSp add mod">
        <pc:chgData name="SUMA K G" userId="c26ce1b90fa457b4" providerId="LiveId" clId="{DC4C0661-57E9-4B11-9704-F1D72310967A}" dt="2024-02-29T04:46:46.915" v="422" actId="1076"/>
        <pc:sldMkLst>
          <pc:docMk/>
          <pc:sldMk cId="2308420183" sldId="620"/>
        </pc:sldMkLst>
        <pc:spChg chg="mod">
          <ac:chgData name="SUMA K G" userId="c26ce1b90fa457b4" providerId="LiveId" clId="{DC4C0661-57E9-4B11-9704-F1D72310967A}" dt="2024-02-29T04:46:38.539" v="419" actId="20577"/>
          <ac:spMkLst>
            <pc:docMk/>
            <pc:sldMk cId="2308420183" sldId="620"/>
            <ac:spMk id="2" creationId="{562DF366-0D4F-AAC2-4785-721479BE631E}"/>
          </ac:spMkLst>
        </pc:spChg>
        <pc:spChg chg="mod">
          <ac:chgData name="SUMA K G" userId="c26ce1b90fa457b4" providerId="LiveId" clId="{DC4C0661-57E9-4B11-9704-F1D72310967A}" dt="2024-02-29T04:46:44.264" v="421" actId="20577"/>
          <ac:spMkLst>
            <pc:docMk/>
            <pc:sldMk cId="2308420183" sldId="620"/>
            <ac:spMk id="3" creationId="{0D549E38-E669-A09A-B0A1-A446FB5EE925}"/>
          </ac:spMkLst>
        </pc:spChg>
        <pc:picChg chg="mod">
          <ac:chgData name="SUMA K G" userId="c26ce1b90fa457b4" providerId="LiveId" clId="{DC4C0661-57E9-4B11-9704-F1D72310967A}" dt="2024-02-29T04:46:46.915" v="422" actId="1076"/>
          <ac:picMkLst>
            <pc:docMk/>
            <pc:sldMk cId="2308420183" sldId="620"/>
            <ac:picMk id="6146" creationId="{5FEEE9D8-11EC-C70C-084C-F7EB1908F368}"/>
          </ac:picMkLst>
        </pc:picChg>
      </pc:sldChg>
      <pc:sldChg chg="modSp new mod">
        <pc:chgData name="SUMA K G" userId="c26ce1b90fa457b4" providerId="LiveId" clId="{DC4C0661-57E9-4B11-9704-F1D72310967A}" dt="2024-02-29T05:24:50.279" v="610" actId="20577"/>
        <pc:sldMkLst>
          <pc:docMk/>
          <pc:sldMk cId="4184315940" sldId="621"/>
        </pc:sldMkLst>
        <pc:spChg chg="mod">
          <ac:chgData name="SUMA K G" userId="c26ce1b90fa457b4" providerId="LiveId" clId="{DC4C0661-57E9-4B11-9704-F1D72310967A}" dt="2024-02-29T05:24:50.279" v="610" actId="20577"/>
          <ac:spMkLst>
            <pc:docMk/>
            <pc:sldMk cId="4184315940" sldId="621"/>
            <ac:spMk id="2" creationId="{115AC7AF-D9D4-E396-A4AD-D207BF148410}"/>
          </ac:spMkLst>
        </pc:spChg>
        <pc:spChg chg="mod">
          <ac:chgData name="SUMA K G" userId="c26ce1b90fa457b4" providerId="LiveId" clId="{DC4C0661-57E9-4B11-9704-F1D72310967A}" dt="2024-02-29T05:11:29.928" v="440" actId="14100"/>
          <ac:spMkLst>
            <pc:docMk/>
            <pc:sldMk cId="4184315940" sldId="621"/>
            <ac:spMk id="3" creationId="{00072CC6-9C45-DE7D-DB8F-4A70E5FB6AB8}"/>
          </ac:spMkLst>
        </pc:spChg>
      </pc:sldChg>
      <pc:sldChg chg="addSp modSp new mod">
        <pc:chgData name="SUMA K G" userId="c26ce1b90fa457b4" providerId="LiveId" clId="{DC4C0661-57E9-4B11-9704-F1D72310967A}" dt="2024-02-29T05:17:17.028" v="518" actId="123"/>
        <pc:sldMkLst>
          <pc:docMk/>
          <pc:sldMk cId="1367892307" sldId="622"/>
        </pc:sldMkLst>
        <pc:spChg chg="mod">
          <ac:chgData name="SUMA K G" userId="c26ce1b90fa457b4" providerId="LiveId" clId="{DC4C0661-57E9-4B11-9704-F1D72310967A}" dt="2024-02-29T05:17:01.537" v="513"/>
          <ac:spMkLst>
            <pc:docMk/>
            <pc:sldMk cId="1367892307" sldId="622"/>
            <ac:spMk id="2" creationId="{017DA2AC-8D1F-A9A2-168D-D7B393561611}"/>
          </ac:spMkLst>
        </pc:spChg>
        <pc:spChg chg="mod">
          <ac:chgData name="SUMA K G" userId="c26ce1b90fa457b4" providerId="LiveId" clId="{DC4C0661-57E9-4B11-9704-F1D72310967A}" dt="2024-02-29T05:17:17.028" v="518" actId="123"/>
          <ac:spMkLst>
            <pc:docMk/>
            <pc:sldMk cId="1367892307" sldId="622"/>
            <ac:spMk id="3" creationId="{4AB119B3-D036-9FAA-1473-1F738BF59C74}"/>
          </ac:spMkLst>
        </pc:spChg>
        <pc:picChg chg="add mod">
          <ac:chgData name="SUMA K G" userId="c26ce1b90fa457b4" providerId="LiveId" clId="{DC4C0661-57E9-4B11-9704-F1D72310967A}" dt="2024-02-29T05:17:14.609" v="517" actId="1076"/>
          <ac:picMkLst>
            <pc:docMk/>
            <pc:sldMk cId="1367892307" sldId="622"/>
            <ac:picMk id="1026" creationId="{D881117C-6024-9AD3-76A0-FA7A1B9FFD6B}"/>
          </ac:picMkLst>
        </pc:picChg>
      </pc:sldChg>
      <pc:sldChg chg="modSp new mod">
        <pc:chgData name="SUMA K G" userId="c26ce1b90fa457b4" providerId="LiveId" clId="{DC4C0661-57E9-4B11-9704-F1D72310967A}" dt="2024-02-29T05:17:40.224" v="521" actId="123"/>
        <pc:sldMkLst>
          <pc:docMk/>
          <pc:sldMk cId="3944131712" sldId="623"/>
        </pc:sldMkLst>
        <pc:spChg chg="mod">
          <ac:chgData name="SUMA K G" userId="c26ce1b90fa457b4" providerId="LiveId" clId="{DC4C0661-57E9-4B11-9704-F1D72310967A}" dt="2024-02-29T05:17:30.701" v="519"/>
          <ac:spMkLst>
            <pc:docMk/>
            <pc:sldMk cId="3944131712" sldId="623"/>
            <ac:spMk id="2" creationId="{EF0C7BF0-CF8C-DA77-85B7-6826415FE5D2}"/>
          </ac:spMkLst>
        </pc:spChg>
        <pc:spChg chg="mod">
          <ac:chgData name="SUMA K G" userId="c26ce1b90fa457b4" providerId="LiveId" clId="{DC4C0661-57E9-4B11-9704-F1D72310967A}" dt="2024-02-29T05:17:40.224" v="521" actId="123"/>
          <ac:spMkLst>
            <pc:docMk/>
            <pc:sldMk cId="3944131712" sldId="623"/>
            <ac:spMk id="3" creationId="{CBC77A99-081B-36E9-AF83-A6F19DCF17DA}"/>
          </ac:spMkLst>
        </pc:spChg>
      </pc:sldChg>
      <pc:sldChg chg="addSp modSp new mod">
        <pc:chgData name="SUMA K G" userId="c26ce1b90fa457b4" providerId="LiveId" clId="{DC4C0661-57E9-4B11-9704-F1D72310967A}" dt="2024-02-29T05:19:05.330" v="537" actId="13926"/>
        <pc:sldMkLst>
          <pc:docMk/>
          <pc:sldMk cId="360007140" sldId="624"/>
        </pc:sldMkLst>
        <pc:spChg chg="mod">
          <ac:chgData name="SUMA K G" userId="c26ce1b90fa457b4" providerId="LiveId" clId="{DC4C0661-57E9-4B11-9704-F1D72310967A}" dt="2024-02-29T05:18:13.570" v="522"/>
          <ac:spMkLst>
            <pc:docMk/>
            <pc:sldMk cId="360007140" sldId="624"/>
            <ac:spMk id="2" creationId="{CAFCA6B3-B947-63C1-3BEC-F58C0BA180BB}"/>
          </ac:spMkLst>
        </pc:spChg>
        <pc:spChg chg="mod">
          <ac:chgData name="SUMA K G" userId="c26ce1b90fa457b4" providerId="LiveId" clId="{DC4C0661-57E9-4B11-9704-F1D72310967A}" dt="2024-02-29T05:19:05.330" v="537" actId="13926"/>
          <ac:spMkLst>
            <pc:docMk/>
            <pc:sldMk cId="360007140" sldId="624"/>
            <ac:spMk id="3" creationId="{6BBADE8F-D0D2-1F11-CB4F-47AB6F287164}"/>
          </ac:spMkLst>
        </pc:spChg>
        <pc:picChg chg="add mod">
          <ac:chgData name="SUMA K G" userId="c26ce1b90fa457b4" providerId="LiveId" clId="{DC4C0661-57E9-4B11-9704-F1D72310967A}" dt="2024-02-29T05:18:22.885" v="526" actId="1076"/>
          <ac:picMkLst>
            <pc:docMk/>
            <pc:sldMk cId="360007140" sldId="624"/>
            <ac:picMk id="2050" creationId="{C89203A9-BED7-4F04-5286-1E470A7CBDEA}"/>
          </ac:picMkLst>
        </pc:picChg>
      </pc:sldChg>
      <pc:sldChg chg="addSp modSp new mod">
        <pc:chgData name="SUMA K G" userId="c26ce1b90fa457b4" providerId="LiveId" clId="{DC4C0661-57E9-4B11-9704-F1D72310967A}" dt="2024-02-29T05:23:11.268" v="591" actId="13926"/>
        <pc:sldMkLst>
          <pc:docMk/>
          <pc:sldMk cId="1360200292" sldId="625"/>
        </pc:sldMkLst>
        <pc:spChg chg="mod">
          <ac:chgData name="SUMA K G" userId="c26ce1b90fa457b4" providerId="LiveId" clId="{DC4C0661-57E9-4B11-9704-F1D72310967A}" dt="2024-02-29T05:21:36.570" v="583" actId="14100"/>
          <ac:spMkLst>
            <pc:docMk/>
            <pc:sldMk cId="1360200292" sldId="625"/>
            <ac:spMk id="2" creationId="{B33F6F2B-E3C5-B739-9571-7703F0ECC1F9}"/>
          </ac:spMkLst>
        </pc:spChg>
        <pc:spChg chg="mod">
          <ac:chgData name="SUMA K G" userId="c26ce1b90fa457b4" providerId="LiveId" clId="{DC4C0661-57E9-4B11-9704-F1D72310967A}" dt="2024-02-29T05:23:11.268" v="591" actId="13926"/>
          <ac:spMkLst>
            <pc:docMk/>
            <pc:sldMk cId="1360200292" sldId="625"/>
            <ac:spMk id="3" creationId="{51A902E3-2776-495F-E0D8-D07A4D947240}"/>
          </ac:spMkLst>
        </pc:spChg>
        <pc:picChg chg="add mod">
          <ac:chgData name="SUMA K G" userId="c26ce1b90fa457b4" providerId="LiveId" clId="{DC4C0661-57E9-4B11-9704-F1D72310967A}" dt="2024-02-29T05:21:33.865" v="582" actId="14100"/>
          <ac:picMkLst>
            <pc:docMk/>
            <pc:sldMk cId="1360200292" sldId="625"/>
            <ac:picMk id="5" creationId="{BBBDC8B3-7F4A-CE9D-9D57-13509616526E}"/>
          </ac:picMkLst>
        </pc:picChg>
      </pc:sldChg>
      <pc:sldChg chg="addSp modSp new mod">
        <pc:chgData name="SUMA K G" userId="c26ce1b90fa457b4" providerId="LiveId" clId="{DC4C0661-57E9-4B11-9704-F1D72310967A}" dt="2024-02-29T06:25:57.827" v="675" actId="13926"/>
        <pc:sldMkLst>
          <pc:docMk/>
          <pc:sldMk cId="2828057975" sldId="626"/>
        </pc:sldMkLst>
        <pc:spChg chg="mod">
          <ac:chgData name="SUMA K G" userId="c26ce1b90fa457b4" providerId="LiveId" clId="{DC4C0661-57E9-4B11-9704-F1D72310967A}" dt="2024-02-29T05:21:45.670" v="588" actId="14100"/>
          <ac:spMkLst>
            <pc:docMk/>
            <pc:sldMk cId="2828057975" sldId="626"/>
            <ac:spMk id="2" creationId="{BE316D2F-48B9-760F-6C38-B7556C4333BF}"/>
          </ac:spMkLst>
        </pc:spChg>
        <pc:spChg chg="mod">
          <ac:chgData name="SUMA K G" userId="c26ce1b90fa457b4" providerId="LiveId" clId="{DC4C0661-57E9-4B11-9704-F1D72310967A}" dt="2024-02-29T06:25:57.827" v="675" actId="13926"/>
          <ac:spMkLst>
            <pc:docMk/>
            <pc:sldMk cId="2828057975" sldId="626"/>
            <ac:spMk id="3" creationId="{2B7E96DB-62AA-29CC-45D9-D1E038FA7243}"/>
          </ac:spMkLst>
        </pc:spChg>
        <pc:picChg chg="add mod">
          <ac:chgData name="SUMA K G" userId="c26ce1b90fa457b4" providerId="LiveId" clId="{DC4C0661-57E9-4B11-9704-F1D72310967A}" dt="2024-02-29T05:21:13.025" v="575" actId="1076"/>
          <ac:picMkLst>
            <pc:docMk/>
            <pc:sldMk cId="2828057975" sldId="626"/>
            <ac:picMk id="5" creationId="{4266B03A-87C9-9719-213D-17440F576F48}"/>
          </ac:picMkLst>
        </pc:picChg>
      </pc:sldChg>
      <pc:sldChg chg="addSp delSp modSp new del mod">
        <pc:chgData name="SUMA K G" userId="c26ce1b90fa457b4" providerId="LiveId" clId="{DC4C0661-57E9-4B11-9704-F1D72310967A}" dt="2024-02-29T05:21:47.529" v="589" actId="47"/>
        <pc:sldMkLst>
          <pc:docMk/>
          <pc:sldMk cId="332570037" sldId="627"/>
        </pc:sldMkLst>
        <pc:picChg chg="add del mod">
          <ac:chgData name="SUMA K G" userId="c26ce1b90fa457b4" providerId="LiveId" clId="{DC4C0661-57E9-4B11-9704-F1D72310967A}" dt="2024-02-29T05:20:50.932" v="565" actId="21"/>
          <ac:picMkLst>
            <pc:docMk/>
            <pc:sldMk cId="332570037" sldId="627"/>
            <ac:picMk id="5" creationId="{4266B03A-87C9-9719-213D-17440F576F48}"/>
          </ac:picMkLst>
        </pc:picChg>
      </pc:sldChg>
      <pc:sldChg chg="modSp add mod">
        <pc:chgData name="SUMA K G" userId="c26ce1b90fa457b4" providerId="LiveId" clId="{DC4C0661-57E9-4B11-9704-F1D72310967A}" dt="2024-02-29T05:29:01.197" v="674" actId="13926"/>
        <pc:sldMkLst>
          <pc:docMk/>
          <pc:sldMk cId="1869870619" sldId="627"/>
        </pc:sldMkLst>
        <pc:spChg chg="mod">
          <ac:chgData name="SUMA K G" userId="c26ce1b90fa457b4" providerId="LiveId" clId="{DC4C0661-57E9-4B11-9704-F1D72310967A}" dt="2024-02-29T05:29:01.197" v="674" actId="13926"/>
          <ac:spMkLst>
            <pc:docMk/>
            <pc:sldMk cId="1869870619" sldId="627"/>
            <ac:spMk id="3" creationId="{81F9C651-F912-23DA-DE3F-6B9A8E2A2DC4}"/>
          </ac:spMkLst>
        </pc:spChg>
      </pc:sldChg>
      <pc:sldChg chg="new del">
        <pc:chgData name="SUMA K G" userId="c26ce1b90fa457b4" providerId="LiveId" clId="{DC4C0661-57E9-4B11-9704-F1D72310967A}" dt="2024-02-29T05:21:48.199" v="590" actId="47"/>
        <pc:sldMkLst>
          <pc:docMk/>
          <pc:sldMk cId="1114723937" sldId="628"/>
        </pc:sldMkLst>
      </pc:sldChg>
      <pc:sldChg chg="modSp add mod">
        <pc:chgData name="SUMA K G" userId="c26ce1b90fa457b4" providerId="LiveId" clId="{DC4C0661-57E9-4B11-9704-F1D72310967A}" dt="2024-02-29T05:27:04.440" v="640" actId="20577"/>
        <pc:sldMkLst>
          <pc:docMk/>
          <pc:sldMk cId="3158344619" sldId="628"/>
        </pc:sldMkLst>
        <pc:spChg chg="mod">
          <ac:chgData name="SUMA K G" userId="c26ce1b90fa457b4" providerId="LiveId" clId="{DC4C0661-57E9-4B11-9704-F1D72310967A}" dt="2024-02-29T05:27:04.440" v="640" actId="20577"/>
          <ac:spMkLst>
            <pc:docMk/>
            <pc:sldMk cId="3158344619" sldId="628"/>
            <ac:spMk id="3" creationId="{2658026D-A83F-A2B4-3A77-6CEB5F8DB38C}"/>
          </ac:spMkLst>
        </pc:spChg>
      </pc:sldChg>
      <pc:sldChg chg="del">
        <pc:chgData name="SUMA K G" userId="c26ce1b90fa457b4" providerId="LiveId" clId="{DC4C0661-57E9-4B11-9704-F1D72310967A}" dt="2024-03-05T00:04:58.371" v="676" actId="2696"/>
        <pc:sldMkLst>
          <pc:docMk/>
          <pc:sldMk cId="3256527240" sldId="629"/>
        </pc:sldMkLst>
      </pc:sldChg>
      <pc:sldChg chg="del">
        <pc:chgData name="SUMA K G" userId="c26ce1b90fa457b4" providerId="LiveId" clId="{DC4C0661-57E9-4B11-9704-F1D72310967A}" dt="2024-03-05T00:04:58.371" v="676" actId="2696"/>
        <pc:sldMkLst>
          <pc:docMk/>
          <pc:sldMk cId="4064046969" sldId="630"/>
        </pc:sldMkLst>
      </pc:sldChg>
      <pc:sldChg chg="del">
        <pc:chgData name="SUMA K G" userId="c26ce1b90fa457b4" providerId="LiveId" clId="{DC4C0661-57E9-4B11-9704-F1D72310967A}" dt="2024-03-05T00:04:58.371" v="676" actId="2696"/>
        <pc:sldMkLst>
          <pc:docMk/>
          <pc:sldMk cId="1977606456" sldId="631"/>
        </pc:sldMkLst>
      </pc:sldChg>
      <pc:sldChg chg="del">
        <pc:chgData name="SUMA K G" userId="c26ce1b90fa457b4" providerId="LiveId" clId="{DC4C0661-57E9-4B11-9704-F1D72310967A}" dt="2024-03-05T00:04:58.371" v="676" actId="2696"/>
        <pc:sldMkLst>
          <pc:docMk/>
          <pc:sldMk cId="1452337874" sldId="632"/>
        </pc:sldMkLst>
      </pc:sldChg>
      <pc:sldChg chg="del">
        <pc:chgData name="SUMA K G" userId="c26ce1b90fa457b4" providerId="LiveId" clId="{DC4C0661-57E9-4B11-9704-F1D72310967A}" dt="2024-03-05T00:05:09.291" v="677" actId="47"/>
        <pc:sldMkLst>
          <pc:docMk/>
          <pc:sldMk cId="1516780592" sldId="633"/>
        </pc:sldMkLst>
      </pc:sldChg>
    </pc:docChg>
  </pc:docChgLst>
  <pc:docChgLst>
    <pc:chgData name="SUMA K G" userId="c26ce1b90fa457b4" providerId="LiveId" clId="{3E11700B-CEDF-42A4-8758-EC2C24AC515A}"/>
    <pc:docChg chg="undo custSel delSld modSld">
      <pc:chgData name="SUMA K G" userId="c26ce1b90fa457b4" providerId="LiveId" clId="{3E11700B-CEDF-42A4-8758-EC2C24AC515A}" dt="2024-04-04T03:47:07.904" v="16" actId="47"/>
      <pc:docMkLst>
        <pc:docMk/>
      </pc:docMkLst>
      <pc:sldChg chg="modSp mod">
        <pc:chgData name="SUMA K G" userId="c26ce1b90fa457b4" providerId="LiveId" clId="{3E11700B-CEDF-42A4-8758-EC2C24AC515A}" dt="2024-04-04T03:47:02.314" v="3" actId="13926"/>
        <pc:sldMkLst>
          <pc:docMk/>
          <pc:sldMk cId="1385568766" sldId="260"/>
        </pc:sldMkLst>
        <pc:spChg chg="mod">
          <ac:chgData name="SUMA K G" userId="c26ce1b90fa457b4" providerId="LiveId" clId="{3E11700B-CEDF-42A4-8758-EC2C24AC515A}" dt="2024-04-04T03:47:02.314" v="3" actId="13926"/>
          <ac:spMkLst>
            <pc:docMk/>
            <pc:sldMk cId="1385568766" sldId="260"/>
            <ac:spMk id="3" creationId="{EC7FE152-4D77-18DF-A8D9-2F7A2946B887}"/>
          </ac:spMkLst>
        </pc:spChg>
      </pc:sldChg>
      <pc:sldChg chg="del">
        <pc:chgData name="SUMA K G" userId="c26ce1b90fa457b4" providerId="LiveId" clId="{3E11700B-CEDF-42A4-8758-EC2C24AC515A}" dt="2024-04-04T03:47:06.382" v="10" actId="47"/>
        <pc:sldMkLst>
          <pc:docMk/>
          <pc:sldMk cId="1773662785" sldId="601"/>
        </pc:sldMkLst>
      </pc:sldChg>
      <pc:sldChg chg="del">
        <pc:chgData name="SUMA K G" userId="c26ce1b90fa457b4" providerId="LiveId" clId="{3E11700B-CEDF-42A4-8758-EC2C24AC515A}" dt="2024-04-04T03:47:05.981" v="8" actId="47"/>
        <pc:sldMkLst>
          <pc:docMk/>
          <pc:sldMk cId="4282463051" sldId="607"/>
        </pc:sldMkLst>
      </pc:sldChg>
      <pc:sldChg chg="del">
        <pc:chgData name="SUMA K G" userId="c26ce1b90fa457b4" providerId="LiveId" clId="{3E11700B-CEDF-42A4-8758-EC2C24AC515A}" dt="2024-04-04T03:47:06.231" v="9" actId="47"/>
        <pc:sldMkLst>
          <pc:docMk/>
          <pc:sldMk cId="2983812041" sldId="608"/>
        </pc:sldMkLst>
      </pc:sldChg>
      <pc:sldChg chg="del">
        <pc:chgData name="SUMA K G" userId="c26ce1b90fa457b4" providerId="LiveId" clId="{3E11700B-CEDF-42A4-8758-EC2C24AC515A}" dt="2024-04-04T03:47:05.694" v="6" actId="47"/>
        <pc:sldMkLst>
          <pc:docMk/>
          <pc:sldMk cId="3285314054" sldId="609"/>
        </pc:sldMkLst>
      </pc:sldChg>
      <pc:sldChg chg="del">
        <pc:chgData name="SUMA K G" userId="c26ce1b90fa457b4" providerId="LiveId" clId="{3E11700B-CEDF-42A4-8758-EC2C24AC515A}" dt="2024-04-04T03:47:06.729" v="12" actId="47"/>
        <pc:sldMkLst>
          <pc:docMk/>
          <pc:sldMk cId="1310060643" sldId="610"/>
        </pc:sldMkLst>
      </pc:sldChg>
      <pc:sldChg chg="del">
        <pc:chgData name="SUMA K G" userId="c26ce1b90fa457b4" providerId="LiveId" clId="{3E11700B-CEDF-42A4-8758-EC2C24AC515A}" dt="2024-04-04T03:47:06.944" v="13" actId="47"/>
        <pc:sldMkLst>
          <pc:docMk/>
          <pc:sldMk cId="1289368202" sldId="611"/>
        </pc:sldMkLst>
      </pc:sldChg>
      <pc:sldChg chg="del">
        <pc:chgData name="SUMA K G" userId="c26ce1b90fa457b4" providerId="LiveId" clId="{3E11700B-CEDF-42A4-8758-EC2C24AC515A}" dt="2024-04-04T03:47:05.274" v="4" actId="47"/>
        <pc:sldMkLst>
          <pc:docMk/>
          <pc:sldMk cId="309711287" sldId="623"/>
        </pc:sldMkLst>
      </pc:sldChg>
      <pc:sldChg chg="del">
        <pc:chgData name="SUMA K G" userId="c26ce1b90fa457b4" providerId="LiveId" clId="{3E11700B-CEDF-42A4-8758-EC2C24AC515A}" dt="2024-04-04T03:47:05.432" v="5" actId="47"/>
        <pc:sldMkLst>
          <pc:docMk/>
          <pc:sldMk cId="4244869070" sldId="624"/>
        </pc:sldMkLst>
      </pc:sldChg>
      <pc:sldChg chg="del">
        <pc:chgData name="SUMA K G" userId="c26ce1b90fa457b4" providerId="LiveId" clId="{3E11700B-CEDF-42A4-8758-EC2C24AC515A}" dt="2024-04-04T03:47:05.833" v="7" actId="47"/>
        <pc:sldMkLst>
          <pc:docMk/>
          <pc:sldMk cId="3447019645" sldId="626"/>
        </pc:sldMkLst>
      </pc:sldChg>
      <pc:sldChg chg="del">
        <pc:chgData name="SUMA K G" userId="c26ce1b90fa457b4" providerId="LiveId" clId="{3E11700B-CEDF-42A4-8758-EC2C24AC515A}" dt="2024-04-04T03:47:07.411" v="14" actId="47"/>
        <pc:sldMkLst>
          <pc:docMk/>
          <pc:sldMk cId="3874945197" sldId="627"/>
        </pc:sldMkLst>
      </pc:sldChg>
      <pc:sldChg chg="del">
        <pc:chgData name="SUMA K G" userId="c26ce1b90fa457b4" providerId="LiveId" clId="{3E11700B-CEDF-42A4-8758-EC2C24AC515A}" dt="2024-04-04T03:47:07.635" v="15" actId="47"/>
        <pc:sldMkLst>
          <pc:docMk/>
          <pc:sldMk cId="3340202010" sldId="628"/>
        </pc:sldMkLst>
      </pc:sldChg>
      <pc:sldChg chg="del">
        <pc:chgData name="SUMA K G" userId="c26ce1b90fa457b4" providerId="LiveId" clId="{3E11700B-CEDF-42A4-8758-EC2C24AC515A}" dt="2024-04-04T03:47:07.904" v="16" actId="47"/>
        <pc:sldMkLst>
          <pc:docMk/>
          <pc:sldMk cId="1504981754" sldId="629"/>
        </pc:sldMkLst>
      </pc:sldChg>
      <pc:sldChg chg="del">
        <pc:chgData name="SUMA K G" userId="c26ce1b90fa457b4" providerId="LiveId" clId="{3E11700B-CEDF-42A4-8758-EC2C24AC515A}" dt="2024-04-04T03:47:06.547" v="11" actId="47"/>
        <pc:sldMkLst>
          <pc:docMk/>
          <pc:sldMk cId="1550735298" sldId="630"/>
        </pc:sldMkLst>
      </pc:sldChg>
    </pc:docChg>
  </pc:docChgLst>
  <pc:docChgLst>
    <pc:chgData name="SUMA K G" userId="c26ce1b90fa457b4" providerId="LiveId" clId="{084B0603-4A69-4159-87AE-AAB5C705F130}"/>
    <pc:docChg chg="custSel addSld delSld modSld">
      <pc:chgData name="SUMA K G" userId="c26ce1b90fa457b4" providerId="LiveId" clId="{084B0603-4A69-4159-87AE-AAB5C705F130}" dt="2024-03-16T08:10:59.726" v="127" actId="20577"/>
      <pc:docMkLst>
        <pc:docMk/>
      </pc:docMkLst>
      <pc:sldChg chg="modSp mod">
        <pc:chgData name="SUMA K G" userId="c26ce1b90fa457b4" providerId="LiveId" clId="{084B0603-4A69-4159-87AE-AAB5C705F130}" dt="2024-03-14T22:01:03.288" v="41" actId="13926"/>
        <pc:sldMkLst>
          <pc:docMk/>
          <pc:sldMk cId="1385568766" sldId="260"/>
        </pc:sldMkLst>
        <pc:spChg chg="mod">
          <ac:chgData name="SUMA K G" userId="c26ce1b90fa457b4" providerId="LiveId" clId="{084B0603-4A69-4159-87AE-AAB5C705F130}" dt="2024-03-14T22:01:03.288" v="41" actId="13926"/>
          <ac:spMkLst>
            <pc:docMk/>
            <pc:sldMk cId="1385568766" sldId="260"/>
            <ac:spMk id="3" creationId="{EC7FE152-4D77-18DF-A8D9-2F7A2946B887}"/>
          </ac:spMkLst>
        </pc:spChg>
      </pc:sldChg>
      <pc:sldChg chg="modSp mod">
        <pc:chgData name="SUMA K G" userId="c26ce1b90fa457b4" providerId="LiveId" clId="{084B0603-4A69-4159-87AE-AAB5C705F130}" dt="2024-03-14T22:00:58.446" v="40"/>
        <pc:sldMkLst>
          <pc:docMk/>
          <pc:sldMk cId="2773029733" sldId="585"/>
        </pc:sldMkLst>
        <pc:spChg chg="mod">
          <ac:chgData name="SUMA K G" userId="c26ce1b90fa457b4" providerId="LiveId" clId="{084B0603-4A69-4159-87AE-AAB5C705F130}" dt="2024-03-14T22:00:58.446" v="40"/>
          <ac:spMkLst>
            <pc:docMk/>
            <pc:sldMk cId="2773029733" sldId="585"/>
            <ac:spMk id="3" creationId="{FD6B1D31-C4E7-8A73-DE3F-694072EBD1FA}"/>
          </ac:spMkLst>
        </pc:spChg>
      </pc:sldChg>
      <pc:sldChg chg="modSp mod">
        <pc:chgData name="SUMA K G" userId="c26ce1b90fa457b4" providerId="LiveId" clId="{084B0603-4A69-4159-87AE-AAB5C705F130}" dt="2024-03-14T22:02:01.630" v="51" actId="13926"/>
        <pc:sldMkLst>
          <pc:docMk/>
          <pc:sldMk cId="3369875745" sldId="606"/>
        </pc:sldMkLst>
        <pc:spChg chg="mod">
          <ac:chgData name="SUMA K G" userId="c26ce1b90fa457b4" providerId="LiveId" clId="{084B0603-4A69-4159-87AE-AAB5C705F130}" dt="2024-03-14T22:01:15.016" v="42"/>
          <ac:spMkLst>
            <pc:docMk/>
            <pc:sldMk cId="3369875745" sldId="606"/>
            <ac:spMk id="2" creationId="{8C7C8BA1-D43B-A379-16C0-FA27C2B65D29}"/>
          </ac:spMkLst>
        </pc:spChg>
        <pc:spChg chg="mod">
          <ac:chgData name="SUMA K G" userId="c26ce1b90fa457b4" providerId="LiveId" clId="{084B0603-4A69-4159-87AE-AAB5C705F130}" dt="2024-03-14T22:02:01.630" v="51" actId="13926"/>
          <ac:spMkLst>
            <pc:docMk/>
            <pc:sldMk cId="3369875745" sldId="606"/>
            <ac:spMk id="3" creationId="{7FB77685-FBCE-8F35-D4B5-44D737FCB71C}"/>
          </ac:spMkLst>
        </pc:spChg>
      </pc:sldChg>
      <pc:sldChg chg="del">
        <pc:chgData name="SUMA K G" userId="c26ce1b90fa457b4" providerId="LiveId" clId="{084B0603-4A69-4159-87AE-AAB5C705F130}" dt="2024-03-14T22:15:36.570" v="86" actId="2696"/>
        <pc:sldMkLst>
          <pc:docMk/>
          <pc:sldMk cId="89338151" sldId="607"/>
        </pc:sldMkLst>
      </pc:sldChg>
      <pc:sldChg chg="add del">
        <pc:chgData name="SUMA K G" userId="c26ce1b90fa457b4" providerId="LiveId" clId="{084B0603-4A69-4159-87AE-AAB5C705F130}" dt="2024-03-14T22:17:04.927" v="104" actId="2696"/>
        <pc:sldMkLst>
          <pc:docMk/>
          <pc:sldMk cId="1212309500" sldId="607"/>
        </pc:sldMkLst>
      </pc:sldChg>
      <pc:sldChg chg="add">
        <pc:chgData name="SUMA K G" userId="c26ce1b90fa457b4" providerId="LiveId" clId="{084B0603-4A69-4159-87AE-AAB5C705F130}" dt="2024-03-14T22:17:06.704" v="105"/>
        <pc:sldMkLst>
          <pc:docMk/>
          <pc:sldMk cId="4282463051" sldId="607"/>
        </pc:sldMkLst>
      </pc:sldChg>
      <pc:sldChg chg="add del">
        <pc:chgData name="SUMA K G" userId="c26ce1b90fa457b4" providerId="LiveId" clId="{084B0603-4A69-4159-87AE-AAB5C705F130}" dt="2024-03-14T22:17:04.927" v="104" actId="2696"/>
        <pc:sldMkLst>
          <pc:docMk/>
          <pc:sldMk cId="1253813595" sldId="608"/>
        </pc:sldMkLst>
      </pc:sldChg>
      <pc:sldChg chg="del">
        <pc:chgData name="SUMA K G" userId="c26ce1b90fa457b4" providerId="LiveId" clId="{084B0603-4A69-4159-87AE-AAB5C705F130}" dt="2024-03-14T22:15:36.570" v="86" actId="2696"/>
        <pc:sldMkLst>
          <pc:docMk/>
          <pc:sldMk cId="2565770647" sldId="608"/>
        </pc:sldMkLst>
      </pc:sldChg>
      <pc:sldChg chg="add">
        <pc:chgData name="SUMA K G" userId="c26ce1b90fa457b4" providerId="LiveId" clId="{084B0603-4A69-4159-87AE-AAB5C705F130}" dt="2024-03-14T22:17:06.704" v="105"/>
        <pc:sldMkLst>
          <pc:docMk/>
          <pc:sldMk cId="2983812041" sldId="608"/>
        </pc:sldMkLst>
      </pc:sldChg>
      <pc:sldChg chg="del">
        <pc:chgData name="SUMA K G" userId="c26ce1b90fa457b4" providerId="LiveId" clId="{084B0603-4A69-4159-87AE-AAB5C705F130}" dt="2024-03-14T22:15:36.570" v="86" actId="2696"/>
        <pc:sldMkLst>
          <pc:docMk/>
          <pc:sldMk cId="1226681328" sldId="609"/>
        </pc:sldMkLst>
      </pc:sldChg>
      <pc:sldChg chg="add">
        <pc:chgData name="SUMA K G" userId="c26ce1b90fa457b4" providerId="LiveId" clId="{084B0603-4A69-4159-87AE-AAB5C705F130}" dt="2024-03-14T22:15:43.164" v="87"/>
        <pc:sldMkLst>
          <pc:docMk/>
          <pc:sldMk cId="3285314054" sldId="609"/>
        </pc:sldMkLst>
      </pc:sldChg>
      <pc:sldChg chg="addSp new mod">
        <pc:chgData name="SUMA K G" userId="c26ce1b90fa457b4" providerId="LiveId" clId="{084B0603-4A69-4159-87AE-AAB5C705F130}" dt="2024-03-14T22:12:32.814" v="53" actId="22"/>
        <pc:sldMkLst>
          <pc:docMk/>
          <pc:sldMk cId="1289368202" sldId="611"/>
        </pc:sldMkLst>
        <pc:picChg chg="add">
          <ac:chgData name="SUMA K G" userId="c26ce1b90fa457b4" providerId="LiveId" clId="{084B0603-4A69-4159-87AE-AAB5C705F130}" dt="2024-03-14T22:12:32.814" v="53" actId="22"/>
          <ac:picMkLst>
            <pc:docMk/>
            <pc:sldMk cId="1289368202" sldId="611"/>
            <ac:picMk id="5" creationId="{9023C254-9D30-B3BE-562B-34B884088B29}"/>
          </ac:picMkLst>
        </pc:picChg>
      </pc:sldChg>
      <pc:sldChg chg="addSp modSp new mod">
        <pc:chgData name="SUMA K G" userId="c26ce1b90fa457b4" providerId="LiveId" clId="{084B0603-4A69-4159-87AE-AAB5C705F130}" dt="2024-03-14T22:13:46.143" v="60" actId="1076"/>
        <pc:sldMkLst>
          <pc:docMk/>
          <pc:sldMk cId="1237614459" sldId="612"/>
        </pc:sldMkLst>
        <pc:spChg chg="mod">
          <ac:chgData name="SUMA K G" userId="c26ce1b90fa457b4" providerId="LiveId" clId="{084B0603-4A69-4159-87AE-AAB5C705F130}" dt="2024-03-14T22:13:39.567" v="58"/>
          <ac:spMkLst>
            <pc:docMk/>
            <pc:sldMk cId="1237614459" sldId="612"/>
            <ac:spMk id="3" creationId="{4B1926FA-7050-574A-73B2-09C3080BB834}"/>
          </ac:spMkLst>
        </pc:spChg>
        <pc:spChg chg="add">
          <ac:chgData name="SUMA K G" userId="c26ce1b90fa457b4" providerId="LiveId" clId="{084B0603-4A69-4159-87AE-AAB5C705F130}" dt="2024-03-14T22:13:27.549" v="55"/>
          <ac:spMkLst>
            <pc:docMk/>
            <pc:sldMk cId="1237614459" sldId="612"/>
            <ac:spMk id="4" creationId="{A982D772-A369-75C9-D501-0900682D2D6E}"/>
          </ac:spMkLst>
        </pc:spChg>
        <pc:picChg chg="add">
          <ac:chgData name="SUMA K G" userId="c26ce1b90fa457b4" providerId="LiveId" clId="{084B0603-4A69-4159-87AE-AAB5C705F130}" dt="2024-03-14T22:13:27.549" v="55"/>
          <ac:picMkLst>
            <pc:docMk/>
            <pc:sldMk cId="1237614459" sldId="612"/>
            <ac:picMk id="1026" creationId="{2198E643-6337-7C89-9391-F5F410A6E4C0}"/>
          </ac:picMkLst>
        </pc:picChg>
        <pc:picChg chg="add mod">
          <ac:chgData name="SUMA K G" userId="c26ce1b90fa457b4" providerId="LiveId" clId="{084B0603-4A69-4159-87AE-AAB5C705F130}" dt="2024-03-14T22:13:46.143" v="60" actId="1076"/>
          <ac:picMkLst>
            <pc:docMk/>
            <pc:sldMk cId="1237614459" sldId="612"/>
            <ac:picMk id="1028" creationId="{6E7859D9-67F2-0351-69B8-F1512F8AE75C}"/>
          </ac:picMkLst>
        </pc:picChg>
      </pc:sldChg>
      <pc:sldChg chg="addSp modSp new mod">
        <pc:chgData name="SUMA K G" userId="c26ce1b90fa457b4" providerId="LiveId" clId="{084B0603-4A69-4159-87AE-AAB5C705F130}" dt="2024-03-14T22:14:02.962" v="64" actId="1076"/>
        <pc:sldMkLst>
          <pc:docMk/>
          <pc:sldMk cId="2554560264" sldId="613"/>
        </pc:sldMkLst>
        <pc:spChg chg="mod">
          <ac:chgData name="SUMA K G" userId="c26ce1b90fa457b4" providerId="LiveId" clId="{084B0603-4A69-4159-87AE-AAB5C705F130}" dt="2024-03-14T22:13:56.215" v="62"/>
          <ac:spMkLst>
            <pc:docMk/>
            <pc:sldMk cId="2554560264" sldId="613"/>
            <ac:spMk id="3" creationId="{F2BBE0D7-53E4-F718-C7D4-6E607DC74CFF}"/>
          </ac:spMkLst>
        </pc:spChg>
        <pc:picChg chg="add mod">
          <ac:chgData name="SUMA K G" userId="c26ce1b90fa457b4" providerId="LiveId" clId="{084B0603-4A69-4159-87AE-AAB5C705F130}" dt="2024-03-14T22:14:02.962" v="64" actId="1076"/>
          <ac:picMkLst>
            <pc:docMk/>
            <pc:sldMk cId="2554560264" sldId="613"/>
            <ac:picMk id="2050" creationId="{31382DE5-FC46-6462-5DDC-A7A0D9171955}"/>
          </ac:picMkLst>
        </pc:picChg>
      </pc:sldChg>
      <pc:sldChg chg="addSp modSp new mod">
        <pc:chgData name="SUMA K G" userId="c26ce1b90fa457b4" providerId="LiveId" clId="{084B0603-4A69-4159-87AE-AAB5C705F130}" dt="2024-03-14T22:14:17.206" v="68" actId="1076"/>
        <pc:sldMkLst>
          <pc:docMk/>
          <pc:sldMk cId="1214438275" sldId="614"/>
        </pc:sldMkLst>
        <pc:spChg chg="mod">
          <ac:chgData name="SUMA K G" userId="c26ce1b90fa457b4" providerId="LiveId" clId="{084B0603-4A69-4159-87AE-AAB5C705F130}" dt="2024-03-14T22:14:10.111" v="66"/>
          <ac:spMkLst>
            <pc:docMk/>
            <pc:sldMk cId="1214438275" sldId="614"/>
            <ac:spMk id="3" creationId="{7404760D-B027-4066-FF38-A103E524A464}"/>
          </ac:spMkLst>
        </pc:spChg>
        <pc:picChg chg="add mod">
          <ac:chgData name="SUMA K G" userId="c26ce1b90fa457b4" providerId="LiveId" clId="{084B0603-4A69-4159-87AE-AAB5C705F130}" dt="2024-03-14T22:14:17.206" v="68" actId="1076"/>
          <ac:picMkLst>
            <pc:docMk/>
            <pc:sldMk cId="1214438275" sldId="614"/>
            <ac:picMk id="3074" creationId="{25CC9863-D879-1973-4D87-508950AD7C46}"/>
          </ac:picMkLst>
        </pc:picChg>
      </pc:sldChg>
      <pc:sldChg chg="modSp new mod">
        <pc:chgData name="SUMA K G" userId="c26ce1b90fa457b4" providerId="LiveId" clId="{084B0603-4A69-4159-87AE-AAB5C705F130}" dt="2024-03-14T22:14:24.582" v="70"/>
        <pc:sldMkLst>
          <pc:docMk/>
          <pc:sldMk cId="4268859414" sldId="615"/>
        </pc:sldMkLst>
        <pc:spChg chg="mod">
          <ac:chgData name="SUMA K G" userId="c26ce1b90fa457b4" providerId="LiveId" clId="{084B0603-4A69-4159-87AE-AAB5C705F130}" dt="2024-03-14T22:14:24.582" v="70"/>
          <ac:spMkLst>
            <pc:docMk/>
            <pc:sldMk cId="4268859414" sldId="615"/>
            <ac:spMk id="3" creationId="{EB4A8926-1CA4-8C32-B058-74420D906F8C}"/>
          </ac:spMkLst>
        </pc:spChg>
      </pc:sldChg>
      <pc:sldChg chg="addSp new">
        <pc:chgData name="SUMA K G" userId="c26ce1b90fa457b4" providerId="LiveId" clId="{084B0603-4A69-4159-87AE-AAB5C705F130}" dt="2024-03-14T22:14:31.941" v="72"/>
        <pc:sldMkLst>
          <pc:docMk/>
          <pc:sldMk cId="1721320407" sldId="616"/>
        </pc:sldMkLst>
        <pc:picChg chg="add">
          <ac:chgData name="SUMA K G" userId="c26ce1b90fa457b4" providerId="LiveId" clId="{084B0603-4A69-4159-87AE-AAB5C705F130}" dt="2024-03-14T22:14:31.941" v="72"/>
          <ac:picMkLst>
            <pc:docMk/>
            <pc:sldMk cId="1721320407" sldId="616"/>
            <ac:picMk id="4098" creationId="{44255B2C-AE0B-21E7-9FC7-06A2D07B53AB}"/>
          </ac:picMkLst>
        </pc:picChg>
      </pc:sldChg>
      <pc:sldChg chg="addSp modSp new mod">
        <pc:chgData name="SUMA K G" userId="c26ce1b90fa457b4" providerId="LiveId" clId="{084B0603-4A69-4159-87AE-AAB5C705F130}" dt="2024-03-14T22:14:48.195" v="76" actId="1076"/>
        <pc:sldMkLst>
          <pc:docMk/>
          <pc:sldMk cId="1770248641" sldId="617"/>
        </pc:sldMkLst>
        <pc:spChg chg="mod">
          <ac:chgData name="SUMA K G" userId="c26ce1b90fa457b4" providerId="LiveId" clId="{084B0603-4A69-4159-87AE-AAB5C705F130}" dt="2024-03-14T22:14:39.886" v="74"/>
          <ac:spMkLst>
            <pc:docMk/>
            <pc:sldMk cId="1770248641" sldId="617"/>
            <ac:spMk id="3" creationId="{FF9F4905-71D3-5329-2050-1A2076FA58E0}"/>
          </ac:spMkLst>
        </pc:spChg>
        <pc:picChg chg="add mod">
          <ac:chgData name="SUMA K G" userId="c26ce1b90fa457b4" providerId="LiveId" clId="{084B0603-4A69-4159-87AE-AAB5C705F130}" dt="2024-03-14T22:14:48.195" v="76" actId="1076"/>
          <ac:picMkLst>
            <pc:docMk/>
            <pc:sldMk cId="1770248641" sldId="617"/>
            <ac:picMk id="5122" creationId="{173D4DC1-D82E-3CB2-2B41-3324989316DB}"/>
          </ac:picMkLst>
        </pc:picChg>
      </pc:sldChg>
      <pc:sldChg chg="modSp new mod">
        <pc:chgData name="SUMA K G" userId="c26ce1b90fa457b4" providerId="LiveId" clId="{084B0603-4A69-4159-87AE-AAB5C705F130}" dt="2024-03-16T08:10:59.726" v="127" actId="20577"/>
        <pc:sldMkLst>
          <pc:docMk/>
          <pc:sldMk cId="2837966874" sldId="618"/>
        </pc:sldMkLst>
        <pc:spChg chg="mod">
          <ac:chgData name="SUMA K G" userId="c26ce1b90fa457b4" providerId="LiveId" clId="{084B0603-4A69-4159-87AE-AAB5C705F130}" dt="2024-03-16T08:10:59.726" v="127" actId="20577"/>
          <ac:spMkLst>
            <pc:docMk/>
            <pc:sldMk cId="2837966874" sldId="618"/>
            <ac:spMk id="3" creationId="{72133C27-7D42-9448-65AE-F755FF05F3DC}"/>
          </ac:spMkLst>
        </pc:spChg>
      </pc:sldChg>
      <pc:sldChg chg="addSp new">
        <pc:chgData name="SUMA K G" userId="c26ce1b90fa457b4" providerId="LiveId" clId="{084B0603-4A69-4159-87AE-AAB5C705F130}" dt="2024-03-14T22:15:03.531" v="80"/>
        <pc:sldMkLst>
          <pc:docMk/>
          <pc:sldMk cId="678912355" sldId="619"/>
        </pc:sldMkLst>
        <pc:picChg chg="add">
          <ac:chgData name="SUMA K G" userId="c26ce1b90fa457b4" providerId="LiveId" clId="{084B0603-4A69-4159-87AE-AAB5C705F130}" dt="2024-03-14T22:15:03.531" v="80"/>
          <ac:picMkLst>
            <pc:docMk/>
            <pc:sldMk cId="678912355" sldId="619"/>
            <ac:picMk id="6146" creationId="{465FB161-D833-C977-5B73-C74CF73E753A}"/>
          </ac:picMkLst>
        </pc:picChg>
      </pc:sldChg>
      <pc:sldChg chg="modSp new mod">
        <pc:chgData name="SUMA K G" userId="c26ce1b90fa457b4" providerId="LiveId" clId="{084B0603-4A69-4159-87AE-AAB5C705F130}" dt="2024-03-14T22:15:11.074" v="82"/>
        <pc:sldMkLst>
          <pc:docMk/>
          <pc:sldMk cId="3821755496" sldId="620"/>
        </pc:sldMkLst>
        <pc:spChg chg="mod">
          <ac:chgData name="SUMA K G" userId="c26ce1b90fa457b4" providerId="LiveId" clId="{084B0603-4A69-4159-87AE-AAB5C705F130}" dt="2024-03-14T22:15:11.074" v="82"/>
          <ac:spMkLst>
            <pc:docMk/>
            <pc:sldMk cId="3821755496" sldId="620"/>
            <ac:spMk id="3" creationId="{878EC955-00C2-5345-2D9A-428D91F45692}"/>
          </ac:spMkLst>
        </pc:spChg>
      </pc:sldChg>
      <pc:sldChg chg="modSp new mod">
        <pc:chgData name="SUMA K G" userId="c26ce1b90fa457b4" providerId="LiveId" clId="{084B0603-4A69-4159-87AE-AAB5C705F130}" dt="2024-03-14T22:15:23.162" v="85"/>
        <pc:sldMkLst>
          <pc:docMk/>
          <pc:sldMk cId="1323524045" sldId="621"/>
        </pc:sldMkLst>
        <pc:spChg chg="mod">
          <ac:chgData name="SUMA K G" userId="c26ce1b90fa457b4" providerId="LiveId" clId="{084B0603-4A69-4159-87AE-AAB5C705F130}" dt="2024-03-14T22:15:23.162" v="85"/>
          <ac:spMkLst>
            <pc:docMk/>
            <pc:sldMk cId="1323524045" sldId="621"/>
            <ac:spMk id="3" creationId="{0471E852-A289-C7F0-9503-B394CBF182BA}"/>
          </ac:spMkLst>
        </pc:spChg>
      </pc:sldChg>
      <pc:sldChg chg="modSp new mod">
        <pc:chgData name="SUMA K G" userId="c26ce1b90fa457b4" providerId="LiveId" clId="{084B0603-4A69-4159-87AE-AAB5C705F130}" dt="2024-03-14T22:16:03.912" v="90"/>
        <pc:sldMkLst>
          <pc:docMk/>
          <pc:sldMk cId="3351007628" sldId="622"/>
        </pc:sldMkLst>
        <pc:spChg chg="mod">
          <ac:chgData name="SUMA K G" userId="c26ce1b90fa457b4" providerId="LiveId" clId="{084B0603-4A69-4159-87AE-AAB5C705F130}" dt="2024-03-14T22:15:52.717" v="89"/>
          <ac:spMkLst>
            <pc:docMk/>
            <pc:sldMk cId="3351007628" sldId="622"/>
            <ac:spMk id="2" creationId="{11D8B63E-026E-0E57-243F-8D32A21B0407}"/>
          </ac:spMkLst>
        </pc:spChg>
        <pc:spChg chg="mod">
          <ac:chgData name="SUMA K G" userId="c26ce1b90fa457b4" providerId="LiveId" clId="{084B0603-4A69-4159-87AE-AAB5C705F130}" dt="2024-03-14T22:16:03.912" v="90"/>
          <ac:spMkLst>
            <pc:docMk/>
            <pc:sldMk cId="3351007628" sldId="622"/>
            <ac:spMk id="3" creationId="{3AE665DD-2FFD-842A-ACE2-3E1FA16977CF}"/>
          </ac:spMkLst>
        </pc:spChg>
      </pc:sldChg>
      <pc:sldChg chg="addSp modSp new mod">
        <pc:chgData name="SUMA K G" userId="c26ce1b90fa457b4" providerId="LiveId" clId="{084B0603-4A69-4159-87AE-AAB5C705F130}" dt="2024-03-14T22:16:18.602" v="94" actId="1076"/>
        <pc:sldMkLst>
          <pc:docMk/>
          <pc:sldMk cId="309711287" sldId="623"/>
        </pc:sldMkLst>
        <pc:spChg chg="mod">
          <ac:chgData name="SUMA K G" userId="c26ce1b90fa457b4" providerId="LiveId" clId="{084B0603-4A69-4159-87AE-AAB5C705F130}" dt="2024-03-14T22:16:11.142" v="92"/>
          <ac:spMkLst>
            <pc:docMk/>
            <pc:sldMk cId="309711287" sldId="623"/>
            <ac:spMk id="3" creationId="{B26EAACF-3C95-6605-0315-65B92FF2D27C}"/>
          </ac:spMkLst>
        </pc:spChg>
        <pc:picChg chg="add mod">
          <ac:chgData name="SUMA K G" userId="c26ce1b90fa457b4" providerId="LiveId" clId="{084B0603-4A69-4159-87AE-AAB5C705F130}" dt="2024-03-14T22:16:18.602" v="94" actId="1076"/>
          <ac:picMkLst>
            <pc:docMk/>
            <pc:sldMk cId="309711287" sldId="623"/>
            <ac:picMk id="7170" creationId="{2B82E28A-98CC-B899-D102-0EC5ED9D40A6}"/>
          </ac:picMkLst>
        </pc:picChg>
      </pc:sldChg>
      <pc:sldChg chg="addSp modSp new mod">
        <pc:chgData name="SUMA K G" userId="c26ce1b90fa457b4" providerId="LiveId" clId="{084B0603-4A69-4159-87AE-AAB5C705F130}" dt="2024-03-14T22:16:35.730" v="99" actId="1076"/>
        <pc:sldMkLst>
          <pc:docMk/>
          <pc:sldMk cId="4244869070" sldId="624"/>
        </pc:sldMkLst>
        <pc:spChg chg="mod">
          <ac:chgData name="SUMA K G" userId="c26ce1b90fa457b4" providerId="LiveId" clId="{084B0603-4A69-4159-87AE-AAB5C705F130}" dt="2024-03-14T22:16:33.899" v="98" actId="1076"/>
          <ac:spMkLst>
            <pc:docMk/>
            <pc:sldMk cId="4244869070" sldId="624"/>
            <ac:spMk id="3" creationId="{E67AC7B1-9411-4EB9-148E-E425905F27C6}"/>
          </ac:spMkLst>
        </pc:spChg>
        <pc:picChg chg="add mod">
          <ac:chgData name="SUMA K G" userId="c26ce1b90fa457b4" providerId="LiveId" clId="{084B0603-4A69-4159-87AE-AAB5C705F130}" dt="2024-03-14T22:16:35.730" v="99" actId="1076"/>
          <ac:picMkLst>
            <pc:docMk/>
            <pc:sldMk cId="4244869070" sldId="624"/>
            <ac:picMk id="8194" creationId="{F297135F-789C-592A-BA04-0DCB2820104C}"/>
          </ac:picMkLst>
        </pc:picChg>
      </pc:sldChg>
      <pc:sldChg chg="addSp modSp new mod">
        <pc:chgData name="SUMA K G" userId="c26ce1b90fa457b4" providerId="LiveId" clId="{084B0603-4A69-4159-87AE-AAB5C705F130}" dt="2024-03-14T22:16:52.711" v="103"/>
        <pc:sldMkLst>
          <pc:docMk/>
          <pc:sldMk cId="2965691830" sldId="625"/>
        </pc:sldMkLst>
        <pc:spChg chg="mod">
          <ac:chgData name="SUMA K G" userId="c26ce1b90fa457b4" providerId="LiveId" clId="{084B0603-4A69-4159-87AE-AAB5C705F130}" dt="2024-03-14T22:16:50.492" v="102" actId="20577"/>
          <ac:spMkLst>
            <pc:docMk/>
            <pc:sldMk cId="2965691830" sldId="625"/>
            <ac:spMk id="3" creationId="{EE768770-2AAA-5DAA-3590-3A8F6B1FFC4F}"/>
          </ac:spMkLst>
        </pc:spChg>
        <pc:picChg chg="add">
          <ac:chgData name="SUMA K G" userId="c26ce1b90fa457b4" providerId="LiveId" clId="{084B0603-4A69-4159-87AE-AAB5C705F130}" dt="2024-03-14T22:16:52.711" v="103"/>
          <ac:picMkLst>
            <pc:docMk/>
            <pc:sldMk cId="2965691830" sldId="625"/>
            <ac:picMk id="9218" creationId="{28D6C82F-B8DD-B635-449C-17C2018466E4}"/>
          </ac:picMkLst>
        </pc:picChg>
      </pc:sldChg>
      <pc:sldChg chg="modSp new mod">
        <pc:chgData name="SUMA K G" userId="c26ce1b90fa457b4" providerId="LiveId" clId="{084B0603-4A69-4159-87AE-AAB5C705F130}" dt="2024-03-14T22:17:19.612" v="107"/>
        <pc:sldMkLst>
          <pc:docMk/>
          <pc:sldMk cId="3447019645" sldId="626"/>
        </pc:sldMkLst>
        <pc:spChg chg="mod">
          <ac:chgData name="SUMA K G" userId="c26ce1b90fa457b4" providerId="LiveId" clId="{084B0603-4A69-4159-87AE-AAB5C705F130}" dt="2024-03-14T22:17:19.612" v="107"/>
          <ac:spMkLst>
            <pc:docMk/>
            <pc:sldMk cId="3447019645" sldId="626"/>
            <ac:spMk id="3" creationId="{4722258B-54EE-7097-E70B-2D63269C8C8F}"/>
          </ac:spMkLst>
        </pc:spChg>
      </pc:sldChg>
      <pc:sldChg chg="addSp modSp new mod">
        <pc:chgData name="SUMA K G" userId="c26ce1b90fa457b4" providerId="LiveId" clId="{084B0603-4A69-4159-87AE-AAB5C705F130}" dt="2024-03-14T22:17:44.466" v="112" actId="1076"/>
        <pc:sldMkLst>
          <pc:docMk/>
          <pc:sldMk cId="1913024256" sldId="627"/>
        </pc:sldMkLst>
        <pc:spChg chg="mod">
          <ac:chgData name="SUMA K G" userId="c26ce1b90fa457b4" providerId="LiveId" clId="{084B0603-4A69-4159-87AE-AAB5C705F130}" dt="2024-03-14T22:17:28.852" v="109"/>
          <ac:spMkLst>
            <pc:docMk/>
            <pc:sldMk cId="1913024256" sldId="627"/>
            <ac:spMk id="2" creationId="{A2222941-2121-F8EC-6EA9-1A9B736BF520}"/>
          </ac:spMkLst>
        </pc:spChg>
        <pc:picChg chg="add mod">
          <ac:chgData name="SUMA K G" userId="c26ce1b90fa457b4" providerId="LiveId" clId="{084B0603-4A69-4159-87AE-AAB5C705F130}" dt="2024-03-14T22:17:44.466" v="112" actId="1076"/>
          <ac:picMkLst>
            <pc:docMk/>
            <pc:sldMk cId="1913024256" sldId="627"/>
            <ac:picMk id="10242" creationId="{65373C65-F113-A204-5002-88AE28D2D279}"/>
          </ac:picMkLst>
        </pc:picChg>
      </pc:sldChg>
      <pc:sldChg chg="addSp new">
        <pc:chgData name="SUMA K G" userId="c26ce1b90fa457b4" providerId="LiveId" clId="{084B0603-4A69-4159-87AE-AAB5C705F130}" dt="2024-03-14T22:17:53.062" v="114"/>
        <pc:sldMkLst>
          <pc:docMk/>
          <pc:sldMk cId="1705159450" sldId="628"/>
        </pc:sldMkLst>
        <pc:picChg chg="add">
          <ac:chgData name="SUMA K G" userId="c26ce1b90fa457b4" providerId="LiveId" clId="{084B0603-4A69-4159-87AE-AAB5C705F130}" dt="2024-03-14T22:17:53.062" v="114"/>
          <ac:picMkLst>
            <pc:docMk/>
            <pc:sldMk cId="1705159450" sldId="628"/>
            <ac:picMk id="11266" creationId="{70032D3E-44FE-29A3-DDE7-EF2C9566090E}"/>
          </ac:picMkLst>
        </pc:picChg>
      </pc:sldChg>
      <pc:sldChg chg="addSp new">
        <pc:chgData name="SUMA K G" userId="c26ce1b90fa457b4" providerId="LiveId" clId="{084B0603-4A69-4159-87AE-AAB5C705F130}" dt="2024-03-14T22:18:03.050" v="116"/>
        <pc:sldMkLst>
          <pc:docMk/>
          <pc:sldMk cId="3382541739" sldId="629"/>
        </pc:sldMkLst>
        <pc:picChg chg="add">
          <ac:chgData name="SUMA K G" userId="c26ce1b90fa457b4" providerId="LiveId" clId="{084B0603-4A69-4159-87AE-AAB5C705F130}" dt="2024-03-14T22:18:03.050" v="116"/>
          <ac:picMkLst>
            <pc:docMk/>
            <pc:sldMk cId="3382541739" sldId="629"/>
            <ac:picMk id="12290" creationId="{153873A1-AC59-9BD1-0492-B3F3C1C28666}"/>
          </ac:picMkLst>
        </pc:picChg>
      </pc:sldChg>
      <pc:sldChg chg="modSp new mod">
        <pc:chgData name="SUMA K G" userId="c26ce1b90fa457b4" providerId="LiveId" clId="{084B0603-4A69-4159-87AE-AAB5C705F130}" dt="2024-03-14T22:18:29.903" v="121"/>
        <pc:sldMkLst>
          <pc:docMk/>
          <pc:sldMk cId="1550735298" sldId="630"/>
        </pc:sldMkLst>
        <pc:spChg chg="mod">
          <ac:chgData name="SUMA K G" userId="c26ce1b90fa457b4" providerId="LiveId" clId="{084B0603-4A69-4159-87AE-AAB5C705F130}" dt="2024-03-14T22:18:20.790" v="119"/>
          <ac:spMkLst>
            <pc:docMk/>
            <pc:sldMk cId="1550735298" sldId="630"/>
            <ac:spMk id="2" creationId="{69FE67D9-0406-88EC-E670-93CCE2C9A2FA}"/>
          </ac:spMkLst>
        </pc:spChg>
        <pc:spChg chg="mod">
          <ac:chgData name="SUMA K G" userId="c26ce1b90fa457b4" providerId="LiveId" clId="{084B0603-4A69-4159-87AE-AAB5C705F130}" dt="2024-03-14T22:18:29.903" v="121"/>
          <ac:spMkLst>
            <pc:docMk/>
            <pc:sldMk cId="1550735298" sldId="630"/>
            <ac:spMk id="3" creationId="{7A962204-5F80-AAB4-4DEA-073304594395}"/>
          </ac:spMkLst>
        </pc:spChg>
      </pc:sldChg>
    </pc:docChg>
  </pc:docChgLst>
  <pc:docChgLst>
    <pc:chgData name="SUMA K G" userId="c26ce1b90fa457b4" providerId="LiveId" clId="{35825B73-6F85-4FA7-9C94-F70CF82313F7}"/>
    <pc:docChg chg="undo custSel addSld delSld modSld">
      <pc:chgData name="SUMA K G" userId="c26ce1b90fa457b4" providerId="LiveId" clId="{35825B73-6F85-4FA7-9C94-F70CF82313F7}" dt="2024-04-16T01:07:03.498" v="36" actId="47"/>
      <pc:docMkLst>
        <pc:docMk/>
      </pc:docMkLst>
      <pc:sldChg chg="del">
        <pc:chgData name="SUMA K G" userId="c26ce1b90fa457b4" providerId="LiveId" clId="{35825B73-6F85-4FA7-9C94-F70CF82313F7}" dt="2024-04-16T01:02:35.166" v="2" actId="47"/>
        <pc:sldMkLst>
          <pc:docMk/>
          <pc:sldMk cId="1385568766" sldId="260"/>
        </pc:sldMkLst>
      </pc:sldChg>
      <pc:sldChg chg="modSp add mod">
        <pc:chgData name="SUMA K G" userId="c26ce1b90fa457b4" providerId="LiveId" clId="{35825B73-6F85-4FA7-9C94-F70CF82313F7}" dt="2024-04-16T01:06:48.433" v="32" actId="13926"/>
        <pc:sldMkLst>
          <pc:docMk/>
          <pc:sldMk cId="1681708856" sldId="261"/>
        </pc:sldMkLst>
        <pc:spChg chg="mod">
          <ac:chgData name="SUMA K G" userId="c26ce1b90fa457b4" providerId="LiveId" clId="{35825B73-6F85-4FA7-9C94-F70CF82313F7}" dt="2024-04-16T01:06:48.433" v="32" actId="13926"/>
          <ac:spMkLst>
            <pc:docMk/>
            <pc:sldMk cId="1681708856" sldId="261"/>
            <ac:spMk id="3" creationId="{5E6B5C7E-6EC4-577C-8C8F-0E6F897E4AD5}"/>
          </ac:spMkLst>
        </pc:spChg>
      </pc:sldChg>
      <pc:sldChg chg="modSp del">
        <pc:chgData name="SUMA K G" userId="c26ce1b90fa457b4" providerId="LiveId" clId="{35825B73-6F85-4FA7-9C94-F70CF82313F7}" dt="2024-04-16T01:05:52.111" v="4" actId="47"/>
        <pc:sldMkLst>
          <pc:docMk/>
          <pc:sldMk cId="1773576367" sldId="623"/>
        </pc:sldMkLst>
        <pc:spChg chg="mod">
          <ac:chgData name="SUMA K G" userId="c26ce1b90fa457b4" providerId="LiveId" clId="{35825B73-6F85-4FA7-9C94-F70CF82313F7}" dt="2024-04-16T01:01:30.342" v="0"/>
          <ac:spMkLst>
            <pc:docMk/>
            <pc:sldMk cId="1773576367" sldId="623"/>
            <ac:spMk id="2" creationId="{62CFD67A-AF25-2F07-7CCF-E8C57BA01F89}"/>
          </ac:spMkLst>
        </pc:spChg>
      </pc:sldChg>
      <pc:sldChg chg="modSp">
        <pc:chgData name="SUMA K G" userId="c26ce1b90fa457b4" providerId="LiveId" clId="{35825B73-6F85-4FA7-9C94-F70CF82313F7}" dt="2024-04-16T01:01:30.342" v="0"/>
        <pc:sldMkLst>
          <pc:docMk/>
          <pc:sldMk cId="3688591682" sldId="624"/>
        </pc:sldMkLst>
        <pc:spChg chg="mod">
          <ac:chgData name="SUMA K G" userId="c26ce1b90fa457b4" providerId="LiveId" clId="{35825B73-6F85-4FA7-9C94-F70CF82313F7}" dt="2024-04-16T01:01:30.342" v="0"/>
          <ac:spMkLst>
            <pc:docMk/>
            <pc:sldMk cId="3688591682" sldId="624"/>
            <ac:spMk id="2" creationId="{3681CEA3-0A3F-603B-EE54-6AFC803AB51D}"/>
          </ac:spMkLst>
        </pc:spChg>
      </pc:sldChg>
      <pc:sldChg chg="modSp">
        <pc:chgData name="SUMA K G" userId="c26ce1b90fa457b4" providerId="LiveId" clId="{35825B73-6F85-4FA7-9C94-F70CF82313F7}" dt="2024-04-16T01:01:30.342" v="0"/>
        <pc:sldMkLst>
          <pc:docMk/>
          <pc:sldMk cId="5574369" sldId="625"/>
        </pc:sldMkLst>
        <pc:spChg chg="mod">
          <ac:chgData name="SUMA K G" userId="c26ce1b90fa457b4" providerId="LiveId" clId="{35825B73-6F85-4FA7-9C94-F70CF82313F7}" dt="2024-04-16T01:01:30.342" v="0"/>
          <ac:spMkLst>
            <pc:docMk/>
            <pc:sldMk cId="5574369" sldId="625"/>
            <ac:spMk id="2" creationId="{730AB86D-4ABA-2C36-D785-1E22D52E8060}"/>
          </ac:spMkLst>
        </pc:spChg>
        <pc:spChg chg="mod">
          <ac:chgData name="SUMA K G" userId="c26ce1b90fa457b4" providerId="LiveId" clId="{35825B73-6F85-4FA7-9C94-F70CF82313F7}" dt="2024-04-16T01:01:30.342" v="0"/>
          <ac:spMkLst>
            <pc:docMk/>
            <pc:sldMk cId="5574369" sldId="625"/>
            <ac:spMk id="3" creationId="{25E31DEA-110A-3478-25B2-C3EBB8BACD42}"/>
          </ac:spMkLst>
        </pc:spChg>
      </pc:sldChg>
      <pc:sldChg chg="modSp">
        <pc:chgData name="SUMA K G" userId="c26ce1b90fa457b4" providerId="LiveId" clId="{35825B73-6F85-4FA7-9C94-F70CF82313F7}" dt="2024-04-16T01:01:30.342" v="0"/>
        <pc:sldMkLst>
          <pc:docMk/>
          <pc:sldMk cId="2183999383" sldId="626"/>
        </pc:sldMkLst>
        <pc:spChg chg="mod">
          <ac:chgData name="SUMA K G" userId="c26ce1b90fa457b4" providerId="LiveId" clId="{35825B73-6F85-4FA7-9C94-F70CF82313F7}" dt="2024-04-16T01:01:30.342" v="0"/>
          <ac:spMkLst>
            <pc:docMk/>
            <pc:sldMk cId="2183999383" sldId="626"/>
            <ac:spMk id="2" creationId="{EA33E442-6EA7-3307-4BD9-BE0396D13563}"/>
          </ac:spMkLst>
        </pc:spChg>
        <pc:spChg chg="mod">
          <ac:chgData name="SUMA K G" userId="c26ce1b90fa457b4" providerId="LiveId" clId="{35825B73-6F85-4FA7-9C94-F70CF82313F7}" dt="2024-04-16T01:01:30.342" v="0"/>
          <ac:spMkLst>
            <pc:docMk/>
            <pc:sldMk cId="2183999383" sldId="626"/>
            <ac:spMk id="3" creationId="{06C9F1C8-EC01-6161-F64D-8F23A38793F1}"/>
          </ac:spMkLst>
        </pc:spChg>
      </pc:sldChg>
      <pc:sldChg chg="modSp">
        <pc:chgData name="SUMA K G" userId="c26ce1b90fa457b4" providerId="LiveId" clId="{35825B73-6F85-4FA7-9C94-F70CF82313F7}" dt="2024-04-16T01:01:30.342" v="0"/>
        <pc:sldMkLst>
          <pc:docMk/>
          <pc:sldMk cId="1079000560" sldId="627"/>
        </pc:sldMkLst>
        <pc:spChg chg="mod">
          <ac:chgData name="SUMA K G" userId="c26ce1b90fa457b4" providerId="LiveId" clId="{35825B73-6F85-4FA7-9C94-F70CF82313F7}" dt="2024-04-16T01:01:30.342" v="0"/>
          <ac:spMkLst>
            <pc:docMk/>
            <pc:sldMk cId="1079000560" sldId="627"/>
            <ac:spMk id="3" creationId="{9CFDF5AB-6262-5558-A93B-BE0CDF5A32AA}"/>
          </ac:spMkLst>
        </pc:spChg>
      </pc:sldChg>
      <pc:sldChg chg="modSp">
        <pc:chgData name="SUMA K G" userId="c26ce1b90fa457b4" providerId="LiveId" clId="{35825B73-6F85-4FA7-9C94-F70CF82313F7}" dt="2024-04-16T01:01:30.342" v="0"/>
        <pc:sldMkLst>
          <pc:docMk/>
          <pc:sldMk cId="3025231543" sldId="628"/>
        </pc:sldMkLst>
        <pc:spChg chg="mod">
          <ac:chgData name="SUMA K G" userId="c26ce1b90fa457b4" providerId="LiveId" clId="{35825B73-6F85-4FA7-9C94-F70CF82313F7}" dt="2024-04-16T01:01:30.342" v="0"/>
          <ac:spMkLst>
            <pc:docMk/>
            <pc:sldMk cId="3025231543" sldId="628"/>
            <ac:spMk id="2" creationId="{28747D81-86B4-2C03-2893-2993F6D82D76}"/>
          </ac:spMkLst>
        </pc:spChg>
        <pc:spChg chg="mod">
          <ac:chgData name="SUMA K G" userId="c26ce1b90fa457b4" providerId="LiveId" clId="{35825B73-6F85-4FA7-9C94-F70CF82313F7}" dt="2024-04-16T01:01:30.342" v="0"/>
          <ac:spMkLst>
            <pc:docMk/>
            <pc:sldMk cId="3025231543" sldId="628"/>
            <ac:spMk id="3" creationId="{6C0F556B-2CC1-3D7C-7B19-64C29861F78F}"/>
          </ac:spMkLst>
        </pc:spChg>
      </pc:sldChg>
      <pc:sldChg chg="modSp">
        <pc:chgData name="SUMA K G" userId="c26ce1b90fa457b4" providerId="LiveId" clId="{35825B73-6F85-4FA7-9C94-F70CF82313F7}" dt="2024-04-16T01:01:30.342" v="0"/>
        <pc:sldMkLst>
          <pc:docMk/>
          <pc:sldMk cId="2576912853" sldId="629"/>
        </pc:sldMkLst>
        <pc:spChg chg="mod">
          <ac:chgData name="SUMA K G" userId="c26ce1b90fa457b4" providerId="LiveId" clId="{35825B73-6F85-4FA7-9C94-F70CF82313F7}" dt="2024-04-16T01:01:30.342" v="0"/>
          <ac:spMkLst>
            <pc:docMk/>
            <pc:sldMk cId="2576912853" sldId="629"/>
            <ac:spMk id="3" creationId="{B692185F-C93A-280F-0661-376E015DE743}"/>
          </ac:spMkLst>
        </pc:spChg>
      </pc:sldChg>
      <pc:sldChg chg="modSp">
        <pc:chgData name="SUMA K G" userId="c26ce1b90fa457b4" providerId="LiveId" clId="{35825B73-6F85-4FA7-9C94-F70CF82313F7}" dt="2024-04-16T01:01:30.342" v="0"/>
        <pc:sldMkLst>
          <pc:docMk/>
          <pc:sldMk cId="1979828649" sldId="630"/>
        </pc:sldMkLst>
        <pc:spChg chg="mod">
          <ac:chgData name="SUMA K G" userId="c26ce1b90fa457b4" providerId="LiveId" clId="{35825B73-6F85-4FA7-9C94-F70CF82313F7}" dt="2024-04-16T01:01:30.342" v="0"/>
          <ac:spMkLst>
            <pc:docMk/>
            <pc:sldMk cId="1979828649" sldId="630"/>
            <ac:spMk id="2" creationId="{7EDF188B-FDF7-E4D3-D39E-6FCD679671EC}"/>
          </ac:spMkLst>
        </pc:spChg>
      </pc:sldChg>
      <pc:sldChg chg="modSp">
        <pc:chgData name="SUMA K G" userId="c26ce1b90fa457b4" providerId="LiveId" clId="{35825B73-6F85-4FA7-9C94-F70CF82313F7}" dt="2024-04-16T01:01:30.342" v="0"/>
        <pc:sldMkLst>
          <pc:docMk/>
          <pc:sldMk cId="1276906849" sldId="631"/>
        </pc:sldMkLst>
        <pc:spChg chg="mod">
          <ac:chgData name="SUMA K G" userId="c26ce1b90fa457b4" providerId="LiveId" clId="{35825B73-6F85-4FA7-9C94-F70CF82313F7}" dt="2024-04-16T01:01:30.342" v="0"/>
          <ac:spMkLst>
            <pc:docMk/>
            <pc:sldMk cId="1276906849" sldId="631"/>
            <ac:spMk id="3" creationId="{E32B48A6-B18A-3914-6C00-09930BCB09B6}"/>
          </ac:spMkLst>
        </pc:spChg>
      </pc:sldChg>
      <pc:sldChg chg="modSp">
        <pc:chgData name="SUMA K G" userId="c26ce1b90fa457b4" providerId="LiveId" clId="{35825B73-6F85-4FA7-9C94-F70CF82313F7}" dt="2024-04-16T01:01:30.342" v="0"/>
        <pc:sldMkLst>
          <pc:docMk/>
          <pc:sldMk cId="3496471170" sldId="632"/>
        </pc:sldMkLst>
        <pc:spChg chg="mod">
          <ac:chgData name="SUMA K G" userId="c26ce1b90fa457b4" providerId="LiveId" clId="{35825B73-6F85-4FA7-9C94-F70CF82313F7}" dt="2024-04-16T01:01:30.342" v="0"/>
          <ac:spMkLst>
            <pc:docMk/>
            <pc:sldMk cId="3496471170" sldId="632"/>
            <ac:spMk id="2" creationId="{8781FF0F-4955-011E-D7BD-56A7F5822892}"/>
          </ac:spMkLst>
        </pc:spChg>
        <pc:spChg chg="mod">
          <ac:chgData name="SUMA K G" userId="c26ce1b90fa457b4" providerId="LiveId" clId="{35825B73-6F85-4FA7-9C94-F70CF82313F7}" dt="2024-04-16T01:01:30.342" v="0"/>
          <ac:spMkLst>
            <pc:docMk/>
            <pc:sldMk cId="3496471170" sldId="632"/>
            <ac:spMk id="3" creationId="{160A21F4-3687-1165-EFFE-DECE19156F34}"/>
          </ac:spMkLst>
        </pc:spChg>
      </pc:sldChg>
      <pc:sldChg chg="modSp">
        <pc:chgData name="SUMA K G" userId="c26ce1b90fa457b4" providerId="LiveId" clId="{35825B73-6F85-4FA7-9C94-F70CF82313F7}" dt="2024-04-16T01:01:30.342" v="0"/>
        <pc:sldMkLst>
          <pc:docMk/>
          <pc:sldMk cId="3427076272" sldId="633"/>
        </pc:sldMkLst>
        <pc:spChg chg="mod">
          <ac:chgData name="SUMA K G" userId="c26ce1b90fa457b4" providerId="LiveId" clId="{35825B73-6F85-4FA7-9C94-F70CF82313F7}" dt="2024-04-16T01:01:30.342" v="0"/>
          <ac:spMkLst>
            <pc:docMk/>
            <pc:sldMk cId="3427076272" sldId="633"/>
            <ac:spMk id="2" creationId="{AC820117-8DF2-09F8-44BF-A00E27E856CD}"/>
          </ac:spMkLst>
        </pc:spChg>
        <pc:spChg chg="mod">
          <ac:chgData name="SUMA K G" userId="c26ce1b90fa457b4" providerId="LiveId" clId="{35825B73-6F85-4FA7-9C94-F70CF82313F7}" dt="2024-04-16T01:01:30.342" v="0"/>
          <ac:spMkLst>
            <pc:docMk/>
            <pc:sldMk cId="3427076272" sldId="633"/>
            <ac:spMk id="3" creationId="{446EAF8D-535F-ECC7-AD6C-3DA42062E33F}"/>
          </ac:spMkLst>
        </pc:spChg>
      </pc:sldChg>
      <pc:sldChg chg="modSp">
        <pc:chgData name="SUMA K G" userId="c26ce1b90fa457b4" providerId="LiveId" clId="{35825B73-6F85-4FA7-9C94-F70CF82313F7}" dt="2024-04-16T01:01:30.342" v="0"/>
        <pc:sldMkLst>
          <pc:docMk/>
          <pc:sldMk cId="245699020" sldId="634"/>
        </pc:sldMkLst>
        <pc:spChg chg="mod">
          <ac:chgData name="SUMA K G" userId="c26ce1b90fa457b4" providerId="LiveId" clId="{35825B73-6F85-4FA7-9C94-F70CF82313F7}" dt="2024-04-16T01:01:30.342" v="0"/>
          <ac:spMkLst>
            <pc:docMk/>
            <pc:sldMk cId="245699020" sldId="634"/>
            <ac:spMk id="2" creationId="{F12DB2A1-5FDA-93E5-3B98-2A46DC53AD77}"/>
          </ac:spMkLst>
        </pc:spChg>
        <pc:spChg chg="mod">
          <ac:chgData name="SUMA K G" userId="c26ce1b90fa457b4" providerId="LiveId" clId="{35825B73-6F85-4FA7-9C94-F70CF82313F7}" dt="2024-04-16T01:01:30.342" v="0"/>
          <ac:spMkLst>
            <pc:docMk/>
            <pc:sldMk cId="245699020" sldId="634"/>
            <ac:spMk id="3" creationId="{1B82BDDB-B41A-B87C-F276-DD631BEC2A7C}"/>
          </ac:spMkLst>
        </pc:spChg>
      </pc:sldChg>
      <pc:sldChg chg="modSp del">
        <pc:chgData name="SUMA K G" userId="c26ce1b90fa457b4" providerId="LiveId" clId="{35825B73-6F85-4FA7-9C94-F70CF82313F7}" dt="2024-04-16T01:05:52.230" v="5" actId="47"/>
        <pc:sldMkLst>
          <pc:docMk/>
          <pc:sldMk cId="2741784574" sldId="635"/>
        </pc:sldMkLst>
        <pc:spChg chg="mod">
          <ac:chgData name="SUMA K G" userId="c26ce1b90fa457b4" providerId="LiveId" clId="{35825B73-6F85-4FA7-9C94-F70CF82313F7}" dt="2024-04-16T01:01:30.342" v="0"/>
          <ac:spMkLst>
            <pc:docMk/>
            <pc:sldMk cId="2741784574" sldId="635"/>
            <ac:spMk id="2" creationId="{EAAF22E5-E550-ABDD-0C8C-F1A5FD9E9B52}"/>
          </ac:spMkLst>
        </pc:spChg>
      </pc:sldChg>
      <pc:sldChg chg="modSp del">
        <pc:chgData name="SUMA K G" userId="c26ce1b90fa457b4" providerId="LiveId" clId="{35825B73-6F85-4FA7-9C94-F70CF82313F7}" dt="2024-04-16T01:05:52.465" v="6" actId="47"/>
        <pc:sldMkLst>
          <pc:docMk/>
          <pc:sldMk cId="2557802128" sldId="636"/>
        </pc:sldMkLst>
        <pc:spChg chg="mod">
          <ac:chgData name="SUMA K G" userId="c26ce1b90fa457b4" providerId="LiveId" clId="{35825B73-6F85-4FA7-9C94-F70CF82313F7}" dt="2024-04-16T01:01:30.342" v="0"/>
          <ac:spMkLst>
            <pc:docMk/>
            <pc:sldMk cId="2557802128" sldId="636"/>
            <ac:spMk id="2" creationId="{4BA603B5-F5FA-949C-B16D-53DF9F05B221}"/>
          </ac:spMkLst>
        </pc:spChg>
        <pc:spChg chg="mod">
          <ac:chgData name="SUMA K G" userId="c26ce1b90fa457b4" providerId="LiveId" clId="{35825B73-6F85-4FA7-9C94-F70CF82313F7}" dt="2024-04-16T01:01:30.342" v="0"/>
          <ac:spMkLst>
            <pc:docMk/>
            <pc:sldMk cId="2557802128" sldId="636"/>
            <ac:spMk id="3" creationId="{9F39BBE9-6879-F6D8-35EF-19C12D8A46A3}"/>
          </ac:spMkLst>
        </pc:spChg>
      </pc:sldChg>
      <pc:sldChg chg="modSp del">
        <pc:chgData name="SUMA K G" userId="c26ce1b90fa457b4" providerId="LiveId" clId="{35825B73-6F85-4FA7-9C94-F70CF82313F7}" dt="2024-04-16T01:05:52.603" v="7" actId="47"/>
        <pc:sldMkLst>
          <pc:docMk/>
          <pc:sldMk cId="1103824379" sldId="637"/>
        </pc:sldMkLst>
        <pc:spChg chg="mod">
          <ac:chgData name="SUMA K G" userId="c26ce1b90fa457b4" providerId="LiveId" clId="{35825B73-6F85-4FA7-9C94-F70CF82313F7}" dt="2024-04-16T01:01:30.342" v="0"/>
          <ac:spMkLst>
            <pc:docMk/>
            <pc:sldMk cId="1103824379" sldId="637"/>
            <ac:spMk id="2" creationId="{C67352E4-8193-73A4-31BD-C76B478AB0D6}"/>
          </ac:spMkLst>
        </pc:spChg>
      </pc:sldChg>
      <pc:sldChg chg="modSp del">
        <pc:chgData name="SUMA K G" userId="c26ce1b90fa457b4" providerId="LiveId" clId="{35825B73-6F85-4FA7-9C94-F70CF82313F7}" dt="2024-04-16T01:05:52.713" v="8" actId="47"/>
        <pc:sldMkLst>
          <pc:docMk/>
          <pc:sldMk cId="1755384943" sldId="638"/>
        </pc:sldMkLst>
        <pc:spChg chg="mod">
          <ac:chgData name="SUMA K G" userId="c26ce1b90fa457b4" providerId="LiveId" clId="{35825B73-6F85-4FA7-9C94-F70CF82313F7}" dt="2024-04-16T01:01:30.342" v="0"/>
          <ac:spMkLst>
            <pc:docMk/>
            <pc:sldMk cId="1755384943" sldId="638"/>
            <ac:spMk id="2" creationId="{A219D0D1-8384-2699-1E35-10A870A3F20D}"/>
          </ac:spMkLst>
        </pc:spChg>
        <pc:spChg chg="mod">
          <ac:chgData name="SUMA K G" userId="c26ce1b90fa457b4" providerId="LiveId" clId="{35825B73-6F85-4FA7-9C94-F70CF82313F7}" dt="2024-04-16T01:01:30.342" v="0"/>
          <ac:spMkLst>
            <pc:docMk/>
            <pc:sldMk cId="1755384943" sldId="638"/>
            <ac:spMk id="3" creationId="{9D973E8F-5479-D664-69B3-6A0B4B4AD702}"/>
          </ac:spMkLst>
        </pc:spChg>
      </pc:sldChg>
      <pc:sldChg chg="modSp del">
        <pc:chgData name="SUMA K G" userId="c26ce1b90fa457b4" providerId="LiveId" clId="{35825B73-6F85-4FA7-9C94-F70CF82313F7}" dt="2024-04-16T01:05:52.808" v="9" actId="47"/>
        <pc:sldMkLst>
          <pc:docMk/>
          <pc:sldMk cId="412584905" sldId="639"/>
        </pc:sldMkLst>
        <pc:spChg chg="mod">
          <ac:chgData name="SUMA K G" userId="c26ce1b90fa457b4" providerId="LiveId" clId="{35825B73-6F85-4FA7-9C94-F70CF82313F7}" dt="2024-04-16T01:01:30.342" v="0"/>
          <ac:spMkLst>
            <pc:docMk/>
            <pc:sldMk cId="412584905" sldId="639"/>
            <ac:spMk id="2" creationId="{606F6252-2FB4-5785-B143-A1E5AF6BEB85}"/>
          </ac:spMkLst>
        </pc:spChg>
        <pc:spChg chg="mod">
          <ac:chgData name="SUMA K G" userId="c26ce1b90fa457b4" providerId="LiveId" clId="{35825B73-6F85-4FA7-9C94-F70CF82313F7}" dt="2024-04-16T01:01:30.342" v="0"/>
          <ac:spMkLst>
            <pc:docMk/>
            <pc:sldMk cId="412584905" sldId="639"/>
            <ac:spMk id="3" creationId="{833CA823-F376-46C8-E8BC-34C6AC5CB7F2}"/>
          </ac:spMkLst>
        </pc:spChg>
      </pc:sldChg>
      <pc:sldChg chg="modSp del">
        <pc:chgData name="SUMA K G" userId="c26ce1b90fa457b4" providerId="LiveId" clId="{35825B73-6F85-4FA7-9C94-F70CF82313F7}" dt="2024-04-16T01:05:53.471" v="10" actId="47"/>
        <pc:sldMkLst>
          <pc:docMk/>
          <pc:sldMk cId="4068667152" sldId="640"/>
        </pc:sldMkLst>
        <pc:spChg chg="mod">
          <ac:chgData name="SUMA K G" userId="c26ce1b90fa457b4" providerId="LiveId" clId="{35825B73-6F85-4FA7-9C94-F70CF82313F7}" dt="2024-04-16T01:01:30.342" v="0"/>
          <ac:spMkLst>
            <pc:docMk/>
            <pc:sldMk cId="4068667152" sldId="640"/>
            <ac:spMk id="2" creationId="{7F11FF0C-A9F8-06B2-6A4C-88D0CBB02669}"/>
          </ac:spMkLst>
        </pc:spChg>
        <pc:spChg chg="mod">
          <ac:chgData name="SUMA K G" userId="c26ce1b90fa457b4" providerId="LiveId" clId="{35825B73-6F85-4FA7-9C94-F70CF82313F7}" dt="2024-04-16T01:01:30.342" v="0"/>
          <ac:spMkLst>
            <pc:docMk/>
            <pc:sldMk cId="4068667152" sldId="640"/>
            <ac:spMk id="3" creationId="{496211E9-5585-3570-D2F4-65C6A40E4B40}"/>
          </ac:spMkLst>
        </pc:spChg>
      </pc:sldChg>
      <pc:sldChg chg="modSp del">
        <pc:chgData name="SUMA K G" userId="c26ce1b90fa457b4" providerId="LiveId" clId="{35825B73-6F85-4FA7-9C94-F70CF82313F7}" dt="2024-04-16T01:05:53.721" v="12" actId="47"/>
        <pc:sldMkLst>
          <pc:docMk/>
          <pc:sldMk cId="1290247787" sldId="642"/>
        </pc:sldMkLst>
        <pc:spChg chg="mod">
          <ac:chgData name="SUMA K G" userId="c26ce1b90fa457b4" providerId="LiveId" clId="{35825B73-6F85-4FA7-9C94-F70CF82313F7}" dt="2024-04-16T01:01:30.342" v="0"/>
          <ac:spMkLst>
            <pc:docMk/>
            <pc:sldMk cId="1290247787" sldId="642"/>
            <ac:spMk id="2" creationId="{02ADD8CC-6022-F557-35CE-81DC843EC4EB}"/>
          </ac:spMkLst>
        </pc:spChg>
      </pc:sldChg>
      <pc:sldChg chg="del">
        <pc:chgData name="SUMA K G" userId="c26ce1b90fa457b4" providerId="LiveId" clId="{35825B73-6F85-4FA7-9C94-F70CF82313F7}" dt="2024-04-16T01:05:53.607" v="11" actId="47"/>
        <pc:sldMkLst>
          <pc:docMk/>
          <pc:sldMk cId="2318669714" sldId="643"/>
        </pc:sldMkLst>
      </pc:sldChg>
      <pc:sldChg chg="modSp del">
        <pc:chgData name="SUMA K G" userId="c26ce1b90fa457b4" providerId="LiveId" clId="{35825B73-6F85-4FA7-9C94-F70CF82313F7}" dt="2024-04-16T01:05:53.976" v="14" actId="47"/>
        <pc:sldMkLst>
          <pc:docMk/>
          <pc:sldMk cId="4193041739" sldId="646"/>
        </pc:sldMkLst>
        <pc:spChg chg="mod">
          <ac:chgData name="SUMA K G" userId="c26ce1b90fa457b4" providerId="LiveId" clId="{35825B73-6F85-4FA7-9C94-F70CF82313F7}" dt="2024-04-16T01:01:30.342" v="0"/>
          <ac:spMkLst>
            <pc:docMk/>
            <pc:sldMk cId="4193041739" sldId="646"/>
            <ac:spMk id="2" creationId="{97B39E9E-D557-0694-4475-1B3FDC3F937C}"/>
          </ac:spMkLst>
        </pc:spChg>
      </pc:sldChg>
      <pc:sldChg chg="modSp del">
        <pc:chgData name="SUMA K G" userId="c26ce1b90fa457b4" providerId="LiveId" clId="{35825B73-6F85-4FA7-9C94-F70CF82313F7}" dt="2024-04-16T01:05:54.228" v="15" actId="47"/>
        <pc:sldMkLst>
          <pc:docMk/>
          <pc:sldMk cId="3788603716" sldId="647"/>
        </pc:sldMkLst>
        <pc:spChg chg="mod">
          <ac:chgData name="SUMA K G" userId="c26ce1b90fa457b4" providerId="LiveId" clId="{35825B73-6F85-4FA7-9C94-F70CF82313F7}" dt="2024-04-16T01:01:30.342" v="0"/>
          <ac:spMkLst>
            <pc:docMk/>
            <pc:sldMk cId="3788603716" sldId="647"/>
            <ac:spMk id="2" creationId="{8CC13C33-ED7B-53C6-855B-51FC1711F051}"/>
          </ac:spMkLst>
        </pc:spChg>
        <pc:spChg chg="mod">
          <ac:chgData name="SUMA K G" userId="c26ce1b90fa457b4" providerId="LiveId" clId="{35825B73-6F85-4FA7-9C94-F70CF82313F7}" dt="2024-04-16T01:01:30.342" v="0"/>
          <ac:spMkLst>
            <pc:docMk/>
            <pc:sldMk cId="3788603716" sldId="647"/>
            <ac:spMk id="3" creationId="{B9E2264E-D99D-753F-3264-E13EC07285BC}"/>
          </ac:spMkLst>
        </pc:spChg>
      </pc:sldChg>
      <pc:sldChg chg="del">
        <pc:chgData name="SUMA K G" userId="c26ce1b90fa457b4" providerId="LiveId" clId="{35825B73-6F85-4FA7-9C94-F70CF82313F7}" dt="2024-04-16T01:05:55.882" v="23" actId="47"/>
        <pc:sldMkLst>
          <pc:docMk/>
          <pc:sldMk cId="178717690" sldId="648"/>
        </pc:sldMkLst>
      </pc:sldChg>
      <pc:sldChg chg="modSp del">
        <pc:chgData name="SUMA K G" userId="c26ce1b90fa457b4" providerId="LiveId" clId="{35825B73-6F85-4FA7-9C94-F70CF82313F7}" dt="2024-04-16T01:05:56.027" v="24" actId="47"/>
        <pc:sldMkLst>
          <pc:docMk/>
          <pc:sldMk cId="794759481" sldId="649"/>
        </pc:sldMkLst>
        <pc:spChg chg="mod">
          <ac:chgData name="SUMA K G" userId="c26ce1b90fa457b4" providerId="LiveId" clId="{35825B73-6F85-4FA7-9C94-F70CF82313F7}" dt="2024-04-16T01:01:30.342" v="0"/>
          <ac:spMkLst>
            <pc:docMk/>
            <pc:sldMk cId="794759481" sldId="649"/>
            <ac:spMk id="2" creationId="{ABE57B25-4F73-8852-4E9E-BFB54EAAF6E9}"/>
          </ac:spMkLst>
        </pc:spChg>
        <pc:spChg chg="mod">
          <ac:chgData name="SUMA K G" userId="c26ce1b90fa457b4" providerId="LiveId" clId="{35825B73-6F85-4FA7-9C94-F70CF82313F7}" dt="2024-04-16T01:01:30.342" v="0"/>
          <ac:spMkLst>
            <pc:docMk/>
            <pc:sldMk cId="794759481" sldId="649"/>
            <ac:spMk id="3" creationId="{61C3B2C1-23BF-A068-AD41-0FFF8EF0F0FE}"/>
          </ac:spMkLst>
        </pc:spChg>
      </pc:sldChg>
      <pc:sldChg chg="modSp del">
        <pc:chgData name="SUMA K G" userId="c26ce1b90fa457b4" providerId="LiveId" clId="{35825B73-6F85-4FA7-9C94-F70CF82313F7}" dt="2024-04-16T01:05:56.236" v="25" actId="47"/>
        <pc:sldMkLst>
          <pc:docMk/>
          <pc:sldMk cId="1689412597" sldId="650"/>
        </pc:sldMkLst>
        <pc:spChg chg="mod">
          <ac:chgData name="SUMA K G" userId="c26ce1b90fa457b4" providerId="LiveId" clId="{35825B73-6F85-4FA7-9C94-F70CF82313F7}" dt="2024-04-16T01:01:30.342" v="0"/>
          <ac:spMkLst>
            <pc:docMk/>
            <pc:sldMk cId="1689412597" sldId="650"/>
            <ac:spMk id="2" creationId="{F5228C56-ECAC-7E0A-C120-44BC65C18F4A}"/>
          </ac:spMkLst>
        </pc:spChg>
      </pc:sldChg>
      <pc:sldChg chg="del">
        <pc:chgData name="SUMA K G" userId="c26ce1b90fa457b4" providerId="LiveId" clId="{35825B73-6F85-4FA7-9C94-F70CF82313F7}" dt="2024-04-16T01:05:56.981" v="27" actId="47"/>
        <pc:sldMkLst>
          <pc:docMk/>
          <pc:sldMk cId="2388653653" sldId="651"/>
        </pc:sldMkLst>
      </pc:sldChg>
      <pc:sldChg chg="modSp add del">
        <pc:chgData name="SUMA K G" userId="c26ce1b90fa457b4" providerId="LiveId" clId="{35825B73-6F85-4FA7-9C94-F70CF82313F7}" dt="2024-04-16T01:07:03.498" v="36" actId="47"/>
        <pc:sldMkLst>
          <pc:docMk/>
          <pc:sldMk cId="2392241520" sldId="652"/>
        </pc:sldMkLst>
        <pc:spChg chg="mod">
          <ac:chgData name="SUMA K G" userId="c26ce1b90fa457b4" providerId="LiveId" clId="{35825B73-6F85-4FA7-9C94-F70CF82313F7}" dt="2024-04-16T01:01:30.342" v="0"/>
          <ac:spMkLst>
            <pc:docMk/>
            <pc:sldMk cId="2392241520" sldId="652"/>
            <ac:spMk id="2" creationId="{6415BAE6-473D-C37D-C1F2-717EC66978DF}"/>
          </ac:spMkLst>
        </pc:spChg>
      </pc:sldChg>
      <pc:sldChg chg="del">
        <pc:chgData name="SUMA K G" userId="c26ce1b90fa457b4" providerId="LiveId" clId="{35825B73-6F85-4FA7-9C94-F70CF82313F7}" dt="2024-04-16T01:05:53.872" v="13" actId="47"/>
        <pc:sldMkLst>
          <pc:docMk/>
          <pc:sldMk cId="2090755232" sldId="653"/>
        </pc:sldMkLst>
      </pc:sldChg>
      <pc:sldChg chg="modSp del">
        <pc:chgData name="SUMA K G" userId="c26ce1b90fa457b4" providerId="LiveId" clId="{35825B73-6F85-4FA7-9C94-F70CF82313F7}" dt="2024-04-16T01:05:56.880" v="26" actId="47"/>
        <pc:sldMkLst>
          <pc:docMk/>
          <pc:sldMk cId="3014149162" sldId="654"/>
        </pc:sldMkLst>
        <pc:spChg chg="mod">
          <ac:chgData name="SUMA K G" userId="c26ce1b90fa457b4" providerId="LiveId" clId="{35825B73-6F85-4FA7-9C94-F70CF82313F7}" dt="2024-04-16T01:01:30.342" v="0"/>
          <ac:spMkLst>
            <pc:docMk/>
            <pc:sldMk cId="3014149162" sldId="654"/>
            <ac:spMk id="2" creationId="{82C0FF4A-7383-BB33-0A20-6FD339820752}"/>
          </ac:spMkLst>
        </pc:spChg>
        <pc:spChg chg="mod">
          <ac:chgData name="SUMA K G" userId="c26ce1b90fa457b4" providerId="LiveId" clId="{35825B73-6F85-4FA7-9C94-F70CF82313F7}" dt="2024-04-16T01:01:30.342" v="0"/>
          <ac:spMkLst>
            <pc:docMk/>
            <pc:sldMk cId="3014149162" sldId="654"/>
            <ac:spMk id="3" creationId="{9EF313AD-C537-CC64-CABF-CDCF1A703417}"/>
          </ac:spMkLst>
        </pc:spChg>
      </pc:sldChg>
      <pc:sldChg chg="modSp del">
        <pc:chgData name="SUMA K G" userId="c26ce1b90fa457b4" providerId="LiveId" clId="{35825B73-6F85-4FA7-9C94-F70CF82313F7}" dt="2024-04-16T01:05:57.434" v="28" actId="47"/>
        <pc:sldMkLst>
          <pc:docMk/>
          <pc:sldMk cId="4257227297" sldId="655"/>
        </pc:sldMkLst>
        <pc:spChg chg="mod">
          <ac:chgData name="SUMA K G" userId="c26ce1b90fa457b4" providerId="LiveId" clId="{35825B73-6F85-4FA7-9C94-F70CF82313F7}" dt="2024-04-16T01:01:30.342" v="0"/>
          <ac:spMkLst>
            <pc:docMk/>
            <pc:sldMk cId="4257227297" sldId="655"/>
            <ac:spMk id="2" creationId="{6F10F886-07AB-FAAB-2AFC-7924BB309195}"/>
          </ac:spMkLst>
        </pc:spChg>
        <pc:spChg chg="mod">
          <ac:chgData name="SUMA K G" userId="c26ce1b90fa457b4" providerId="LiveId" clId="{35825B73-6F85-4FA7-9C94-F70CF82313F7}" dt="2024-04-16T01:01:30.342" v="0"/>
          <ac:spMkLst>
            <pc:docMk/>
            <pc:sldMk cId="4257227297" sldId="655"/>
            <ac:spMk id="3" creationId="{C97C864D-8091-8F3C-AA36-276A3B549EC5}"/>
          </ac:spMkLst>
        </pc:spChg>
      </pc:sldChg>
      <pc:sldChg chg="modSp del">
        <pc:chgData name="SUMA K G" userId="c26ce1b90fa457b4" providerId="LiveId" clId="{35825B73-6F85-4FA7-9C94-F70CF82313F7}" dt="2024-04-16T01:05:54.461" v="16" actId="47"/>
        <pc:sldMkLst>
          <pc:docMk/>
          <pc:sldMk cId="501505871" sldId="658"/>
        </pc:sldMkLst>
        <pc:spChg chg="mod">
          <ac:chgData name="SUMA K G" userId="c26ce1b90fa457b4" providerId="LiveId" clId="{35825B73-6F85-4FA7-9C94-F70CF82313F7}" dt="2024-04-16T01:01:30.342" v="0"/>
          <ac:spMkLst>
            <pc:docMk/>
            <pc:sldMk cId="501505871" sldId="658"/>
            <ac:spMk id="2" creationId="{97795FB3-B7E8-8754-0703-63D69261E6F9}"/>
          </ac:spMkLst>
        </pc:spChg>
      </pc:sldChg>
      <pc:sldChg chg="modSp del">
        <pc:chgData name="SUMA K G" userId="c26ce1b90fa457b4" providerId="LiveId" clId="{35825B73-6F85-4FA7-9C94-F70CF82313F7}" dt="2024-04-16T01:05:54.549" v="17" actId="47"/>
        <pc:sldMkLst>
          <pc:docMk/>
          <pc:sldMk cId="3102485259" sldId="659"/>
        </pc:sldMkLst>
        <pc:spChg chg="mod">
          <ac:chgData name="SUMA K G" userId="c26ce1b90fa457b4" providerId="LiveId" clId="{35825B73-6F85-4FA7-9C94-F70CF82313F7}" dt="2024-04-16T01:01:30.342" v="0"/>
          <ac:spMkLst>
            <pc:docMk/>
            <pc:sldMk cId="3102485259" sldId="659"/>
            <ac:spMk id="2" creationId="{97795FB3-B7E8-8754-0703-63D69261E6F9}"/>
          </ac:spMkLst>
        </pc:spChg>
      </pc:sldChg>
      <pc:sldChg chg="modSp del">
        <pc:chgData name="SUMA K G" userId="c26ce1b90fa457b4" providerId="LiveId" clId="{35825B73-6F85-4FA7-9C94-F70CF82313F7}" dt="2024-04-16T01:05:54.614" v="18" actId="47"/>
        <pc:sldMkLst>
          <pc:docMk/>
          <pc:sldMk cId="2267125535" sldId="660"/>
        </pc:sldMkLst>
        <pc:spChg chg="mod">
          <ac:chgData name="SUMA K G" userId="c26ce1b90fa457b4" providerId="LiveId" clId="{35825B73-6F85-4FA7-9C94-F70CF82313F7}" dt="2024-04-16T01:01:30.342" v="0"/>
          <ac:spMkLst>
            <pc:docMk/>
            <pc:sldMk cId="2267125535" sldId="660"/>
            <ac:spMk id="2" creationId="{FDDD4EFD-091E-C31F-3B77-BFCDA0DF8429}"/>
          </ac:spMkLst>
        </pc:spChg>
        <pc:spChg chg="mod">
          <ac:chgData name="SUMA K G" userId="c26ce1b90fa457b4" providerId="LiveId" clId="{35825B73-6F85-4FA7-9C94-F70CF82313F7}" dt="2024-04-16T01:01:30.342" v="0"/>
          <ac:spMkLst>
            <pc:docMk/>
            <pc:sldMk cId="2267125535" sldId="660"/>
            <ac:spMk id="3" creationId="{2586C52E-F1F3-CDC2-250F-BC95D5A59836}"/>
          </ac:spMkLst>
        </pc:spChg>
      </pc:sldChg>
      <pc:sldChg chg="modSp del">
        <pc:chgData name="SUMA K G" userId="c26ce1b90fa457b4" providerId="LiveId" clId="{35825B73-6F85-4FA7-9C94-F70CF82313F7}" dt="2024-04-16T01:05:54.821" v="19" actId="47"/>
        <pc:sldMkLst>
          <pc:docMk/>
          <pc:sldMk cId="3659783649" sldId="661"/>
        </pc:sldMkLst>
        <pc:spChg chg="mod">
          <ac:chgData name="SUMA K G" userId="c26ce1b90fa457b4" providerId="LiveId" clId="{35825B73-6F85-4FA7-9C94-F70CF82313F7}" dt="2024-04-16T01:01:30.342" v="0"/>
          <ac:spMkLst>
            <pc:docMk/>
            <pc:sldMk cId="3659783649" sldId="661"/>
            <ac:spMk id="2" creationId="{E7DA2B32-AAA9-C8EE-5A4E-3D9D34B2C942}"/>
          </ac:spMkLst>
        </pc:spChg>
      </pc:sldChg>
      <pc:sldChg chg="modSp del">
        <pc:chgData name="SUMA K G" userId="c26ce1b90fa457b4" providerId="LiveId" clId="{35825B73-6F85-4FA7-9C94-F70CF82313F7}" dt="2024-04-16T01:05:55.339" v="20" actId="47"/>
        <pc:sldMkLst>
          <pc:docMk/>
          <pc:sldMk cId="1643978815" sldId="662"/>
        </pc:sldMkLst>
        <pc:spChg chg="mod">
          <ac:chgData name="SUMA K G" userId="c26ce1b90fa457b4" providerId="LiveId" clId="{35825B73-6F85-4FA7-9C94-F70CF82313F7}" dt="2024-04-16T01:01:30.342" v="0"/>
          <ac:spMkLst>
            <pc:docMk/>
            <pc:sldMk cId="1643978815" sldId="662"/>
            <ac:spMk id="2" creationId="{08ED35F5-BECF-D572-C79F-A41F19B547F8}"/>
          </ac:spMkLst>
        </pc:spChg>
      </pc:sldChg>
      <pc:sldChg chg="modSp del">
        <pc:chgData name="SUMA K G" userId="c26ce1b90fa457b4" providerId="LiveId" clId="{35825B73-6F85-4FA7-9C94-F70CF82313F7}" dt="2024-04-16T01:05:55.470" v="21" actId="47"/>
        <pc:sldMkLst>
          <pc:docMk/>
          <pc:sldMk cId="1212291924" sldId="663"/>
        </pc:sldMkLst>
        <pc:spChg chg="mod">
          <ac:chgData name="SUMA K G" userId="c26ce1b90fa457b4" providerId="LiveId" clId="{35825B73-6F85-4FA7-9C94-F70CF82313F7}" dt="2024-04-16T01:01:30.342" v="0"/>
          <ac:spMkLst>
            <pc:docMk/>
            <pc:sldMk cId="1212291924" sldId="663"/>
            <ac:spMk id="2" creationId="{7D3F8609-6CF9-3646-4058-1536F2BD2CCD}"/>
          </ac:spMkLst>
        </pc:spChg>
      </pc:sldChg>
      <pc:sldChg chg="modSp del">
        <pc:chgData name="SUMA K G" userId="c26ce1b90fa457b4" providerId="LiveId" clId="{35825B73-6F85-4FA7-9C94-F70CF82313F7}" dt="2024-04-16T01:05:55.822" v="22" actId="47"/>
        <pc:sldMkLst>
          <pc:docMk/>
          <pc:sldMk cId="1570970730" sldId="664"/>
        </pc:sldMkLst>
        <pc:spChg chg="mod">
          <ac:chgData name="SUMA K G" userId="c26ce1b90fa457b4" providerId="LiveId" clId="{35825B73-6F85-4FA7-9C94-F70CF82313F7}" dt="2024-04-16T01:01:30.342" v="0"/>
          <ac:spMkLst>
            <pc:docMk/>
            <pc:sldMk cId="1570970730" sldId="664"/>
            <ac:spMk id="2" creationId="{BCC66183-D5AB-824A-92A1-286F89B3A721}"/>
          </ac:spMkLst>
        </pc:spChg>
      </pc:sldChg>
      <pc:sldChg chg="new add del">
        <pc:chgData name="SUMA K G" userId="c26ce1b90fa457b4" providerId="LiveId" clId="{35825B73-6F85-4FA7-9C94-F70CF82313F7}" dt="2024-04-16T01:07:02.408" v="35" actId="47"/>
        <pc:sldMkLst>
          <pc:docMk/>
          <pc:sldMk cId="675807736" sldId="665"/>
        </pc:sldMkLst>
      </pc:sldChg>
    </pc:docChg>
  </pc:docChgLst>
  <pc:docChgLst>
    <pc:chgData name="SUMA K G" userId="c26ce1b90fa457b4" providerId="LiveId" clId="{FDBE89A1-35F2-4E4B-A168-24D0CC79A0ED}"/>
    <pc:docChg chg="undo custSel addSld delSld modSld">
      <pc:chgData name="SUMA K G" userId="c26ce1b90fa457b4" providerId="LiveId" clId="{FDBE89A1-35F2-4E4B-A168-24D0CC79A0ED}" dt="2024-03-07T19:43:34.551" v="40" actId="20577"/>
      <pc:docMkLst>
        <pc:docMk/>
      </pc:docMkLst>
      <pc:sldChg chg="modSp mod">
        <pc:chgData name="SUMA K G" userId="c26ce1b90fa457b4" providerId="LiveId" clId="{FDBE89A1-35F2-4E4B-A168-24D0CC79A0ED}" dt="2024-03-07T19:43:01.509" v="0" actId="13926"/>
        <pc:sldMkLst>
          <pc:docMk/>
          <pc:sldMk cId="3675906361" sldId="259"/>
        </pc:sldMkLst>
        <pc:spChg chg="mod">
          <ac:chgData name="SUMA K G" userId="c26ce1b90fa457b4" providerId="LiveId" clId="{FDBE89A1-35F2-4E4B-A168-24D0CC79A0ED}" dt="2024-03-07T19:43:01.509" v="0" actId="13926"/>
          <ac:spMkLst>
            <pc:docMk/>
            <pc:sldMk cId="3675906361" sldId="259"/>
            <ac:spMk id="3" creationId="{632B5889-C715-DE89-F8F4-3E6322765093}"/>
          </ac:spMkLst>
        </pc:spChg>
      </pc:sldChg>
      <pc:sldChg chg="modSp mod">
        <pc:chgData name="SUMA K G" userId="c26ce1b90fa457b4" providerId="LiveId" clId="{FDBE89A1-35F2-4E4B-A168-24D0CC79A0ED}" dt="2024-03-07T19:43:34.551" v="40" actId="20577"/>
        <pc:sldMkLst>
          <pc:docMk/>
          <pc:sldMk cId="2773029733" sldId="585"/>
        </pc:sldMkLst>
        <pc:spChg chg="mod">
          <ac:chgData name="SUMA K G" userId="c26ce1b90fa457b4" providerId="LiveId" clId="{FDBE89A1-35F2-4E4B-A168-24D0CC79A0ED}" dt="2024-03-07T19:43:34.551" v="40" actId="20577"/>
          <ac:spMkLst>
            <pc:docMk/>
            <pc:sldMk cId="2773029733" sldId="585"/>
            <ac:spMk id="3" creationId="{FD6B1D31-C4E7-8A73-DE3F-694072EBD1FA}"/>
          </ac:spMkLst>
        </pc:spChg>
      </pc:sldChg>
      <pc:sldChg chg="del">
        <pc:chgData name="SUMA K G" userId="c26ce1b90fa457b4" providerId="LiveId" clId="{FDBE89A1-35F2-4E4B-A168-24D0CC79A0ED}" dt="2024-03-07T19:43:12.606" v="1" actId="47"/>
        <pc:sldMkLst>
          <pc:docMk/>
          <pc:sldMk cId="3159541835" sldId="586"/>
        </pc:sldMkLst>
      </pc:sldChg>
      <pc:sldChg chg="del">
        <pc:chgData name="SUMA K G" userId="c26ce1b90fa457b4" providerId="LiveId" clId="{FDBE89A1-35F2-4E4B-A168-24D0CC79A0ED}" dt="2024-03-07T19:43:12.759" v="2" actId="47"/>
        <pc:sldMkLst>
          <pc:docMk/>
          <pc:sldMk cId="2701893301" sldId="587"/>
        </pc:sldMkLst>
      </pc:sldChg>
      <pc:sldChg chg="add del">
        <pc:chgData name="SUMA K G" userId="c26ce1b90fa457b4" providerId="LiveId" clId="{FDBE89A1-35F2-4E4B-A168-24D0CC79A0ED}" dt="2024-03-07T19:43:21.545" v="36" actId="47"/>
        <pc:sldMkLst>
          <pc:docMk/>
          <pc:sldMk cId="2548196930" sldId="592"/>
        </pc:sldMkLst>
      </pc:sldChg>
      <pc:sldChg chg="add del">
        <pc:chgData name="SUMA K G" userId="c26ce1b90fa457b4" providerId="LiveId" clId="{FDBE89A1-35F2-4E4B-A168-24D0CC79A0ED}" dt="2024-03-07T19:43:24.461" v="37" actId="47"/>
        <pc:sldMkLst>
          <pc:docMk/>
          <pc:sldMk cId="1492335786" sldId="593"/>
        </pc:sldMkLst>
      </pc:sldChg>
      <pc:sldChg chg="del">
        <pc:chgData name="SUMA K G" userId="c26ce1b90fa457b4" providerId="LiveId" clId="{FDBE89A1-35F2-4E4B-A168-24D0CC79A0ED}" dt="2024-03-07T19:43:13.150" v="4" actId="47"/>
        <pc:sldMkLst>
          <pc:docMk/>
          <pc:sldMk cId="472549772" sldId="594"/>
        </pc:sldMkLst>
      </pc:sldChg>
      <pc:sldChg chg="del">
        <pc:chgData name="SUMA K G" userId="c26ce1b90fa457b4" providerId="LiveId" clId="{FDBE89A1-35F2-4E4B-A168-24D0CC79A0ED}" dt="2024-03-07T19:43:13.341" v="5" actId="47"/>
        <pc:sldMkLst>
          <pc:docMk/>
          <pc:sldMk cId="3404864442" sldId="595"/>
        </pc:sldMkLst>
      </pc:sldChg>
      <pc:sldChg chg="del">
        <pc:chgData name="SUMA K G" userId="c26ce1b90fa457b4" providerId="LiveId" clId="{FDBE89A1-35F2-4E4B-A168-24D0CC79A0ED}" dt="2024-03-07T19:43:13.855" v="8" actId="47"/>
        <pc:sldMkLst>
          <pc:docMk/>
          <pc:sldMk cId="4110850515" sldId="596"/>
        </pc:sldMkLst>
      </pc:sldChg>
      <pc:sldChg chg="del">
        <pc:chgData name="SUMA K G" userId="c26ce1b90fa457b4" providerId="LiveId" clId="{FDBE89A1-35F2-4E4B-A168-24D0CC79A0ED}" dt="2024-03-07T19:43:14.041" v="9" actId="47"/>
        <pc:sldMkLst>
          <pc:docMk/>
          <pc:sldMk cId="1191889892" sldId="597"/>
        </pc:sldMkLst>
      </pc:sldChg>
      <pc:sldChg chg="del">
        <pc:chgData name="SUMA K G" userId="c26ce1b90fa457b4" providerId="LiveId" clId="{FDBE89A1-35F2-4E4B-A168-24D0CC79A0ED}" dt="2024-03-07T19:43:15.390" v="15" actId="47"/>
        <pc:sldMkLst>
          <pc:docMk/>
          <pc:sldMk cId="3407410162" sldId="598"/>
        </pc:sldMkLst>
      </pc:sldChg>
      <pc:sldChg chg="del">
        <pc:chgData name="SUMA K G" userId="c26ce1b90fa457b4" providerId="LiveId" clId="{FDBE89A1-35F2-4E4B-A168-24D0CC79A0ED}" dt="2024-03-07T19:43:15.713" v="17" actId="47"/>
        <pc:sldMkLst>
          <pc:docMk/>
          <pc:sldMk cId="2917933193" sldId="599"/>
        </pc:sldMkLst>
      </pc:sldChg>
      <pc:sldChg chg="del">
        <pc:chgData name="SUMA K G" userId="c26ce1b90fa457b4" providerId="LiveId" clId="{FDBE89A1-35F2-4E4B-A168-24D0CC79A0ED}" dt="2024-03-07T19:43:16.490" v="23" actId="47"/>
        <pc:sldMkLst>
          <pc:docMk/>
          <pc:sldMk cId="3063078968" sldId="600"/>
        </pc:sldMkLst>
      </pc:sldChg>
      <pc:sldChg chg="del">
        <pc:chgData name="SUMA K G" userId="c26ce1b90fa457b4" providerId="LiveId" clId="{FDBE89A1-35F2-4E4B-A168-24D0CC79A0ED}" dt="2024-03-07T19:43:17.158" v="24" actId="47"/>
        <pc:sldMkLst>
          <pc:docMk/>
          <pc:sldMk cId="96654972" sldId="601"/>
        </pc:sldMkLst>
      </pc:sldChg>
      <pc:sldChg chg="del">
        <pc:chgData name="SUMA K G" userId="c26ce1b90fa457b4" providerId="LiveId" clId="{FDBE89A1-35F2-4E4B-A168-24D0CC79A0ED}" dt="2024-03-07T19:43:17.354" v="25" actId="47"/>
        <pc:sldMkLst>
          <pc:docMk/>
          <pc:sldMk cId="1275451643" sldId="602"/>
        </pc:sldMkLst>
      </pc:sldChg>
      <pc:sldChg chg="del">
        <pc:chgData name="SUMA K G" userId="c26ce1b90fa457b4" providerId="LiveId" clId="{FDBE89A1-35F2-4E4B-A168-24D0CC79A0ED}" dt="2024-03-07T19:43:17.544" v="26" actId="47"/>
        <pc:sldMkLst>
          <pc:docMk/>
          <pc:sldMk cId="592821000" sldId="603"/>
        </pc:sldMkLst>
      </pc:sldChg>
      <pc:sldChg chg="del">
        <pc:chgData name="SUMA K G" userId="c26ce1b90fa457b4" providerId="LiveId" clId="{FDBE89A1-35F2-4E4B-A168-24D0CC79A0ED}" dt="2024-03-07T19:43:17.913" v="28" actId="47"/>
        <pc:sldMkLst>
          <pc:docMk/>
          <pc:sldMk cId="736366857" sldId="604"/>
        </pc:sldMkLst>
      </pc:sldChg>
      <pc:sldChg chg="del">
        <pc:chgData name="SUMA K G" userId="c26ce1b90fa457b4" providerId="LiveId" clId="{FDBE89A1-35F2-4E4B-A168-24D0CC79A0ED}" dt="2024-03-07T19:43:18.226" v="30" actId="47"/>
        <pc:sldMkLst>
          <pc:docMk/>
          <pc:sldMk cId="3575402549" sldId="605"/>
        </pc:sldMkLst>
      </pc:sldChg>
      <pc:sldChg chg="del">
        <pc:chgData name="SUMA K G" userId="c26ce1b90fa457b4" providerId="LiveId" clId="{FDBE89A1-35F2-4E4B-A168-24D0CC79A0ED}" dt="2024-03-07T19:43:18.437" v="31" actId="47"/>
        <pc:sldMkLst>
          <pc:docMk/>
          <pc:sldMk cId="616376358" sldId="606"/>
        </pc:sldMkLst>
      </pc:sldChg>
      <pc:sldChg chg="del">
        <pc:chgData name="SUMA K G" userId="c26ce1b90fa457b4" providerId="LiveId" clId="{FDBE89A1-35F2-4E4B-A168-24D0CC79A0ED}" dt="2024-03-07T19:43:18.673" v="32" actId="47"/>
        <pc:sldMkLst>
          <pc:docMk/>
          <pc:sldMk cId="3471506262" sldId="607"/>
        </pc:sldMkLst>
      </pc:sldChg>
      <pc:sldChg chg="del">
        <pc:chgData name="SUMA K G" userId="c26ce1b90fa457b4" providerId="LiveId" clId="{FDBE89A1-35F2-4E4B-A168-24D0CC79A0ED}" dt="2024-03-07T19:43:13.536" v="6" actId="47"/>
        <pc:sldMkLst>
          <pc:docMk/>
          <pc:sldMk cId="1585790214" sldId="609"/>
        </pc:sldMkLst>
      </pc:sldChg>
      <pc:sldChg chg="del">
        <pc:chgData name="SUMA K G" userId="c26ce1b90fa457b4" providerId="LiveId" clId="{FDBE89A1-35F2-4E4B-A168-24D0CC79A0ED}" dt="2024-03-07T19:43:13.704" v="7" actId="47"/>
        <pc:sldMkLst>
          <pc:docMk/>
          <pc:sldMk cId="840909873" sldId="610"/>
        </pc:sldMkLst>
      </pc:sldChg>
      <pc:sldChg chg="del">
        <pc:chgData name="SUMA K G" userId="c26ce1b90fa457b4" providerId="LiveId" clId="{FDBE89A1-35F2-4E4B-A168-24D0CC79A0ED}" dt="2024-03-07T19:43:14.726" v="11" actId="47"/>
        <pc:sldMkLst>
          <pc:docMk/>
          <pc:sldMk cId="2940873149" sldId="613"/>
        </pc:sldMkLst>
      </pc:sldChg>
      <pc:sldChg chg="del">
        <pc:chgData name="SUMA K G" userId="c26ce1b90fa457b4" providerId="LiveId" clId="{FDBE89A1-35F2-4E4B-A168-24D0CC79A0ED}" dt="2024-03-07T19:43:14.224" v="10" actId="47"/>
        <pc:sldMkLst>
          <pc:docMk/>
          <pc:sldMk cId="2216769073" sldId="614"/>
        </pc:sldMkLst>
      </pc:sldChg>
      <pc:sldChg chg="del">
        <pc:chgData name="SUMA K G" userId="c26ce1b90fa457b4" providerId="LiveId" clId="{FDBE89A1-35F2-4E4B-A168-24D0CC79A0ED}" dt="2024-03-07T19:43:15.578" v="16" actId="47"/>
        <pc:sldMkLst>
          <pc:docMk/>
          <pc:sldMk cId="3861753384" sldId="615"/>
        </pc:sldMkLst>
      </pc:sldChg>
      <pc:sldChg chg="del">
        <pc:chgData name="SUMA K G" userId="c26ce1b90fa457b4" providerId="LiveId" clId="{FDBE89A1-35F2-4E4B-A168-24D0CC79A0ED}" dt="2024-03-07T19:43:15.249" v="14" actId="47"/>
        <pc:sldMkLst>
          <pc:docMk/>
          <pc:sldMk cId="1748423483" sldId="617"/>
        </pc:sldMkLst>
      </pc:sldChg>
      <pc:sldChg chg="del">
        <pc:chgData name="SUMA K G" userId="c26ce1b90fa457b4" providerId="LiveId" clId="{FDBE89A1-35F2-4E4B-A168-24D0CC79A0ED}" dt="2024-03-07T19:43:14.981" v="13" actId="47"/>
        <pc:sldMkLst>
          <pc:docMk/>
          <pc:sldMk cId="3465447660" sldId="618"/>
        </pc:sldMkLst>
      </pc:sldChg>
      <pc:sldChg chg="del">
        <pc:chgData name="SUMA K G" userId="c26ce1b90fa457b4" providerId="LiveId" clId="{FDBE89A1-35F2-4E4B-A168-24D0CC79A0ED}" dt="2024-03-07T19:43:12.986" v="3" actId="47"/>
        <pc:sldMkLst>
          <pc:docMk/>
          <pc:sldMk cId="3267327227" sldId="619"/>
        </pc:sldMkLst>
      </pc:sldChg>
      <pc:sldChg chg="del">
        <pc:chgData name="SUMA K G" userId="c26ce1b90fa457b4" providerId="LiveId" clId="{FDBE89A1-35F2-4E4B-A168-24D0CC79A0ED}" dt="2024-03-07T19:43:14.910" v="12" actId="47"/>
        <pc:sldMkLst>
          <pc:docMk/>
          <pc:sldMk cId="2308420183" sldId="620"/>
        </pc:sldMkLst>
      </pc:sldChg>
      <pc:sldChg chg="add del">
        <pc:chgData name="SUMA K G" userId="c26ce1b90fa457b4" providerId="LiveId" clId="{FDBE89A1-35F2-4E4B-A168-24D0CC79A0ED}" dt="2024-03-07T19:43:29.966" v="39" actId="47"/>
        <pc:sldMkLst>
          <pc:docMk/>
          <pc:sldMk cId="4184315940" sldId="621"/>
        </pc:sldMkLst>
      </pc:sldChg>
      <pc:sldChg chg="del">
        <pc:chgData name="SUMA K G" userId="c26ce1b90fa457b4" providerId="LiveId" clId="{FDBE89A1-35F2-4E4B-A168-24D0CC79A0ED}" dt="2024-03-07T19:43:16.250" v="18" actId="47"/>
        <pc:sldMkLst>
          <pc:docMk/>
          <pc:sldMk cId="1367892307" sldId="622"/>
        </pc:sldMkLst>
      </pc:sldChg>
      <pc:sldChg chg="del">
        <pc:chgData name="SUMA K G" userId="c26ce1b90fa457b4" providerId="LiveId" clId="{FDBE89A1-35F2-4E4B-A168-24D0CC79A0ED}" dt="2024-03-07T19:43:16.289" v="19" actId="47"/>
        <pc:sldMkLst>
          <pc:docMk/>
          <pc:sldMk cId="3944131712" sldId="623"/>
        </pc:sldMkLst>
      </pc:sldChg>
      <pc:sldChg chg="del">
        <pc:chgData name="SUMA K G" userId="c26ce1b90fa457b4" providerId="LiveId" clId="{FDBE89A1-35F2-4E4B-A168-24D0CC79A0ED}" dt="2024-03-07T19:43:16.323" v="20" actId="47"/>
        <pc:sldMkLst>
          <pc:docMk/>
          <pc:sldMk cId="360007140" sldId="624"/>
        </pc:sldMkLst>
      </pc:sldChg>
      <pc:sldChg chg="del">
        <pc:chgData name="SUMA K G" userId="c26ce1b90fa457b4" providerId="LiveId" clId="{FDBE89A1-35F2-4E4B-A168-24D0CC79A0ED}" dt="2024-03-07T19:43:16.369" v="21" actId="47"/>
        <pc:sldMkLst>
          <pc:docMk/>
          <pc:sldMk cId="1360200292" sldId="625"/>
        </pc:sldMkLst>
      </pc:sldChg>
      <pc:sldChg chg="del">
        <pc:chgData name="SUMA K G" userId="c26ce1b90fa457b4" providerId="LiveId" clId="{FDBE89A1-35F2-4E4B-A168-24D0CC79A0ED}" dt="2024-03-07T19:43:16.455" v="22" actId="47"/>
        <pc:sldMkLst>
          <pc:docMk/>
          <pc:sldMk cId="2828057975" sldId="626"/>
        </pc:sldMkLst>
      </pc:sldChg>
      <pc:sldChg chg="del">
        <pc:chgData name="SUMA K G" userId="c26ce1b90fa457b4" providerId="LiveId" clId="{FDBE89A1-35F2-4E4B-A168-24D0CC79A0ED}" dt="2024-03-07T19:43:17.709" v="27" actId="47"/>
        <pc:sldMkLst>
          <pc:docMk/>
          <pc:sldMk cId="1869870619" sldId="627"/>
        </pc:sldMkLst>
      </pc:sldChg>
      <pc:sldChg chg="del">
        <pc:chgData name="SUMA K G" userId="c26ce1b90fa457b4" providerId="LiveId" clId="{FDBE89A1-35F2-4E4B-A168-24D0CC79A0ED}" dt="2024-03-07T19:43:18.067" v="29" actId="47"/>
        <pc:sldMkLst>
          <pc:docMk/>
          <pc:sldMk cId="3158344619" sldId="628"/>
        </pc:sldMkLst>
      </pc:sldChg>
    </pc:docChg>
  </pc:docChgLst>
  <pc:docChgLst>
    <pc:chgData name="SUMA K G" userId="c26ce1b90fa457b4" providerId="LiveId" clId="{C85811F4-6DB5-4729-8362-5DAEF53EA00C}"/>
    <pc:docChg chg="addSld delSld modSld">
      <pc:chgData name="SUMA K G" userId="c26ce1b90fa457b4" providerId="LiveId" clId="{C85811F4-6DB5-4729-8362-5DAEF53EA00C}" dt="2024-04-16T00:48:28.846" v="16"/>
      <pc:docMkLst>
        <pc:docMk/>
      </pc:docMkLst>
      <pc:sldChg chg="del">
        <pc:chgData name="SUMA K G" userId="c26ce1b90fa457b4" providerId="LiveId" clId="{C85811F4-6DB5-4729-8362-5DAEF53EA00C}" dt="2024-04-12T00:46:07.614" v="13" actId="47"/>
        <pc:sldMkLst>
          <pc:docMk/>
          <pc:sldMk cId="414711314" sldId="624"/>
        </pc:sldMkLst>
      </pc:sldChg>
      <pc:sldChg chg="add">
        <pc:chgData name="SUMA K G" userId="c26ce1b90fa457b4" providerId="LiveId" clId="{C85811F4-6DB5-4729-8362-5DAEF53EA00C}" dt="2024-04-16T00:48:28.846" v="16"/>
        <pc:sldMkLst>
          <pc:docMk/>
          <pc:sldMk cId="3688591682" sldId="624"/>
        </pc:sldMkLst>
      </pc:sldChg>
      <pc:sldChg chg="add">
        <pc:chgData name="SUMA K G" userId="c26ce1b90fa457b4" providerId="LiveId" clId="{C85811F4-6DB5-4729-8362-5DAEF53EA00C}" dt="2024-04-16T00:48:28.846" v="16"/>
        <pc:sldMkLst>
          <pc:docMk/>
          <pc:sldMk cId="5574369" sldId="625"/>
        </pc:sldMkLst>
      </pc:sldChg>
      <pc:sldChg chg="del">
        <pc:chgData name="SUMA K G" userId="c26ce1b90fa457b4" providerId="LiveId" clId="{C85811F4-6DB5-4729-8362-5DAEF53EA00C}" dt="2024-04-12T00:46:07.141" v="12" actId="47"/>
        <pc:sldMkLst>
          <pc:docMk/>
          <pc:sldMk cId="2453609987" sldId="625"/>
        </pc:sldMkLst>
      </pc:sldChg>
      <pc:sldChg chg="add">
        <pc:chgData name="SUMA K G" userId="c26ce1b90fa457b4" providerId="LiveId" clId="{C85811F4-6DB5-4729-8362-5DAEF53EA00C}" dt="2024-04-16T00:48:28.846" v="16"/>
        <pc:sldMkLst>
          <pc:docMk/>
          <pc:sldMk cId="2183999383" sldId="626"/>
        </pc:sldMkLst>
      </pc:sldChg>
      <pc:sldChg chg="del">
        <pc:chgData name="SUMA K G" userId="c26ce1b90fa457b4" providerId="LiveId" clId="{C85811F4-6DB5-4729-8362-5DAEF53EA00C}" dt="2024-04-12T00:46:09.041" v="15" actId="47"/>
        <pc:sldMkLst>
          <pc:docMk/>
          <pc:sldMk cId="3913018523" sldId="626"/>
        </pc:sldMkLst>
      </pc:sldChg>
      <pc:sldChg chg="add">
        <pc:chgData name="SUMA K G" userId="c26ce1b90fa457b4" providerId="LiveId" clId="{C85811F4-6DB5-4729-8362-5DAEF53EA00C}" dt="2024-04-16T00:48:28.846" v="16"/>
        <pc:sldMkLst>
          <pc:docMk/>
          <pc:sldMk cId="1079000560" sldId="627"/>
        </pc:sldMkLst>
      </pc:sldChg>
      <pc:sldChg chg="del">
        <pc:chgData name="SUMA K G" userId="c26ce1b90fa457b4" providerId="LiveId" clId="{C85811F4-6DB5-4729-8362-5DAEF53EA00C}" dt="2024-04-12T00:46:05.239" v="9" actId="47"/>
        <pc:sldMkLst>
          <pc:docMk/>
          <pc:sldMk cId="2937526511" sldId="627"/>
        </pc:sldMkLst>
      </pc:sldChg>
      <pc:sldChg chg="del">
        <pc:chgData name="SUMA K G" userId="c26ce1b90fa457b4" providerId="LiveId" clId="{C85811F4-6DB5-4729-8362-5DAEF53EA00C}" dt="2024-04-12T00:46:04.824" v="8" actId="47"/>
        <pc:sldMkLst>
          <pc:docMk/>
          <pc:sldMk cId="2419977516" sldId="628"/>
        </pc:sldMkLst>
      </pc:sldChg>
      <pc:sldChg chg="add">
        <pc:chgData name="SUMA K G" userId="c26ce1b90fa457b4" providerId="LiveId" clId="{C85811F4-6DB5-4729-8362-5DAEF53EA00C}" dt="2024-04-16T00:48:28.846" v="16"/>
        <pc:sldMkLst>
          <pc:docMk/>
          <pc:sldMk cId="3025231543" sldId="628"/>
        </pc:sldMkLst>
      </pc:sldChg>
      <pc:sldChg chg="del">
        <pc:chgData name="SUMA K G" userId="c26ce1b90fa457b4" providerId="LiveId" clId="{C85811F4-6DB5-4729-8362-5DAEF53EA00C}" dt="2024-04-12T00:46:08.107" v="14" actId="47"/>
        <pc:sldMkLst>
          <pc:docMk/>
          <pc:sldMk cId="270657564" sldId="629"/>
        </pc:sldMkLst>
      </pc:sldChg>
      <pc:sldChg chg="add">
        <pc:chgData name="SUMA K G" userId="c26ce1b90fa457b4" providerId="LiveId" clId="{C85811F4-6DB5-4729-8362-5DAEF53EA00C}" dt="2024-04-16T00:48:28.846" v="16"/>
        <pc:sldMkLst>
          <pc:docMk/>
          <pc:sldMk cId="2576912853" sldId="629"/>
        </pc:sldMkLst>
      </pc:sldChg>
      <pc:sldChg chg="add">
        <pc:chgData name="SUMA K G" userId="c26ce1b90fa457b4" providerId="LiveId" clId="{C85811F4-6DB5-4729-8362-5DAEF53EA00C}" dt="2024-04-16T00:48:28.846" v="16"/>
        <pc:sldMkLst>
          <pc:docMk/>
          <pc:sldMk cId="1979828649" sldId="630"/>
        </pc:sldMkLst>
      </pc:sldChg>
      <pc:sldChg chg="del">
        <pc:chgData name="SUMA K G" userId="c26ce1b90fa457b4" providerId="LiveId" clId="{C85811F4-6DB5-4729-8362-5DAEF53EA00C}" dt="2024-04-12T00:46:04.292" v="7" actId="47"/>
        <pc:sldMkLst>
          <pc:docMk/>
          <pc:sldMk cId="2477074326" sldId="630"/>
        </pc:sldMkLst>
      </pc:sldChg>
      <pc:sldChg chg="del">
        <pc:chgData name="SUMA K G" userId="c26ce1b90fa457b4" providerId="LiveId" clId="{C85811F4-6DB5-4729-8362-5DAEF53EA00C}" dt="2024-04-12T00:46:03.860" v="6" actId="47"/>
        <pc:sldMkLst>
          <pc:docMk/>
          <pc:sldMk cId="1263642625" sldId="631"/>
        </pc:sldMkLst>
      </pc:sldChg>
      <pc:sldChg chg="add">
        <pc:chgData name="SUMA K G" userId="c26ce1b90fa457b4" providerId="LiveId" clId="{C85811F4-6DB5-4729-8362-5DAEF53EA00C}" dt="2024-04-16T00:48:28.846" v="16"/>
        <pc:sldMkLst>
          <pc:docMk/>
          <pc:sldMk cId="1276906849" sldId="631"/>
        </pc:sldMkLst>
      </pc:sldChg>
      <pc:sldChg chg="del">
        <pc:chgData name="SUMA K G" userId="c26ce1b90fa457b4" providerId="LiveId" clId="{C85811F4-6DB5-4729-8362-5DAEF53EA00C}" dt="2024-04-12T00:46:03.343" v="5" actId="47"/>
        <pc:sldMkLst>
          <pc:docMk/>
          <pc:sldMk cId="42080973" sldId="632"/>
        </pc:sldMkLst>
      </pc:sldChg>
      <pc:sldChg chg="add">
        <pc:chgData name="SUMA K G" userId="c26ce1b90fa457b4" providerId="LiveId" clId="{C85811F4-6DB5-4729-8362-5DAEF53EA00C}" dt="2024-04-16T00:48:28.846" v="16"/>
        <pc:sldMkLst>
          <pc:docMk/>
          <pc:sldMk cId="3496471170" sldId="632"/>
        </pc:sldMkLst>
      </pc:sldChg>
      <pc:sldChg chg="del">
        <pc:chgData name="SUMA K G" userId="c26ce1b90fa457b4" providerId="LiveId" clId="{C85811F4-6DB5-4729-8362-5DAEF53EA00C}" dt="2024-04-12T00:46:02.990" v="4" actId="47"/>
        <pc:sldMkLst>
          <pc:docMk/>
          <pc:sldMk cId="1275490951" sldId="633"/>
        </pc:sldMkLst>
      </pc:sldChg>
      <pc:sldChg chg="add">
        <pc:chgData name="SUMA K G" userId="c26ce1b90fa457b4" providerId="LiveId" clId="{C85811F4-6DB5-4729-8362-5DAEF53EA00C}" dt="2024-04-16T00:48:28.846" v="16"/>
        <pc:sldMkLst>
          <pc:docMk/>
          <pc:sldMk cId="3427076272" sldId="633"/>
        </pc:sldMkLst>
      </pc:sldChg>
      <pc:sldChg chg="add">
        <pc:chgData name="SUMA K G" userId="c26ce1b90fa457b4" providerId="LiveId" clId="{C85811F4-6DB5-4729-8362-5DAEF53EA00C}" dt="2024-04-16T00:48:28.846" v="16"/>
        <pc:sldMkLst>
          <pc:docMk/>
          <pc:sldMk cId="245699020" sldId="634"/>
        </pc:sldMkLst>
      </pc:sldChg>
      <pc:sldChg chg="del">
        <pc:chgData name="SUMA K G" userId="c26ce1b90fa457b4" providerId="LiveId" clId="{C85811F4-6DB5-4729-8362-5DAEF53EA00C}" dt="2024-04-12T00:46:02.624" v="3" actId="47"/>
        <pc:sldMkLst>
          <pc:docMk/>
          <pc:sldMk cId="3505784726" sldId="634"/>
        </pc:sldMkLst>
      </pc:sldChg>
      <pc:sldChg chg="modSp mod">
        <pc:chgData name="SUMA K G" userId="c26ce1b90fa457b4" providerId="LiveId" clId="{C85811F4-6DB5-4729-8362-5DAEF53EA00C}" dt="2024-04-04T06:31:01.093" v="1" actId="14100"/>
        <pc:sldMkLst>
          <pc:docMk/>
          <pc:sldMk cId="1290247787" sldId="642"/>
        </pc:sldMkLst>
        <pc:spChg chg="mod">
          <ac:chgData name="SUMA K G" userId="c26ce1b90fa457b4" providerId="LiveId" clId="{C85811F4-6DB5-4729-8362-5DAEF53EA00C}" dt="2024-04-04T06:31:01.093" v="1" actId="14100"/>
          <ac:spMkLst>
            <pc:docMk/>
            <pc:sldMk cId="1290247787" sldId="642"/>
            <ac:spMk id="3" creationId="{79069B26-2B5E-0F2E-CF04-7DA16432F25E}"/>
          </ac:spMkLst>
        </pc:spChg>
      </pc:sldChg>
      <pc:sldChg chg="modSp mod">
        <pc:chgData name="SUMA K G" userId="c26ce1b90fa457b4" providerId="LiveId" clId="{C85811F4-6DB5-4729-8362-5DAEF53EA00C}" dt="2024-04-04T06:31:26.972" v="2" actId="20577"/>
        <pc:sldMkLst>
          <pc:docMk/>
          <pc:sldMk cId="3788603716" sldId="647"/>
        </pc:sldMkLst>
        <pc:spChg chg="mod">
          <ac:chgData name="SUMA K G" userId="c26ce1b90fa457b4" providerId="LiveId" clId="{C85811F4-6DB5-4729-8362-5DAEF53EA00C}" dt="2024-04-04T06:31:26.972" v="2" actId="20577"/>
          <ac:spMkLst>
            <pc:docMk/>
            <pc:sldMk cId="3788603716" sldId="647"/>
            <ac:spMk id="3" creationId="{B9E2264E-D99D-753F-3264-E13EC07285BC}"/>
          </ac:spMkLst>
        </pc:spChg>
      </pc:sldChg>
      <pc:sldChg chg="del">
        <pc:chgData name="SUMA K G" userId="c26ce1b90fa457b4" providerId="LiveId" clId="{C85811F4-6DB5-4729-8362-5DAEF53EA00C}" dt="2024-04-12T00:46:05.813" v="10" actId="47"/>
        <pc:sldMkLst>
          <pc:docMk/>
          <pc:sldMk cId="961410801" sldId="656"/>
        </pc:sldMkLst>
      </pc:sldChg>
      <pc:sldChg chg="del">
        <pc:chgData name="SUMA K G" userId="c26ce1b90fa457b4" providerId="LiveId" clId="{C85811F4-6DB5-4729-8362-5DAEF53EA00C}" dt="2024-04-12T00:46:06.444" v="11" actId="47"/>
        <pc:sldMkLst>
          <pc:docMk/>
          <pc:sldMk cId="1209909215" sldId="657"/>
        </pc:sldMkLst>
      </pc:sldChg>
    </pc:docChg>
  </pc:docChgLst>
  <pc:docChgLst>
    <pc:chgData name="SUMA K G" userId="c26ce1b90fa457b4" providerId="LiveId" clId="{1E8BEC21-15BC-4083-8700-7189692B0B0A}"/>
    <pc:docChg chg="modSld">
      <pc:chgData name="SUMA K G" userId="c26ce1b90fa457b4" providerId="LiveId" clId="{1E8BEC21-15BC-4083-8700-7189692B0B0A}" dt="2024-05-06T06:33:51.303" v="4" actId="13926"/>
      <pc:docMkLst>
        <pc:docMk/>
      </pc:docMkLst>
      <pc:sldChg chg="modSp mod">
        <pc:chgData name="SUMA K G" userId="c26ce1b90fa457b4" providerId="LiveId" clId="{1E8BEC21-15BC-4083-8700-7189692B0B0A}" dt="2024-04-29T02:30:31.708" v="3"/>
        <pc:sldMkLst>
          <pc:docMk/>
          <pc:sldMk cId="2773029733" sldId="585"/>
        </pc:sldMkLst>
        <pc:spChg chg="mod">
          <ac:chgData name="SUMA K G" userId="c26ce1b90fa457b4" providerId="LiveId" clId="{1E8BEC21-15BC-4083-8700-7189692B0B0A}" dt="2024-04-29T02:30:31.708" v="3"/>
          <ac:spMkLst>
            <pc:docMk/>
            <pc:sldMk cId="2773029733" sldId="585"/>
            <ac:spMk id="3" creationId="{FD6B1D31-C4E7-8A73-DE3F-694072EBD1FA}"/>
          </ac:spMkLst>
        </pc:spChg>
      </pc:sldChg>
      <pc:sldChg chg="modSp mod">
        <pc:chgData name="SUMA K G" userId="c26ce1b90fa457b4" providerId="LiveId" clId="{1E8BEC21-15BC-4083-8700-7189692B0B0A}" dt="2024-05-06T06:33:51.303" v="4" actId="13926"/>
        <pc:sldMkLst>
          <pc:docMk/>
          <pc:sldMk cId="1119052762" sldId="635"/>
        </pc:sldMkLst>
        <pc:spChg chg="mod">
          <ac:chgData name="SUMA K G" userId="c26ce1b90fa457b4" providerId="LiveId" clId="{1E8BEC21-15BC-4083-8700-7189692B0B0A}" dt="2024-05-06T06:33:51.303" v="4" actId="13926"/>
          <ac:spMkLst>
            <pc:docMk/>
            <pc:sldMk cId="1119052762" sldId="635"/>
            <ac:spMk id="3" creationId="{13717629-F3F1-1C89-1FE4-533C5DAD5AF1}"/>
          </ac:spMkLst>
        </pc:spChg>
      </pc:sldChg>
    </pc:docChg>
  </pc:docChgLst>
  <pc:docChgLst>
    <pc:chgData name="SUMA K G" userId="c26ce1b90fa457b4" providerId="LiveId" clId="{11ECF899-B465-4622-ACA5-77C11D3E2324}"/>
    <pc:docChg chg="undo custSel addSld delSld modSld">
      <pc:chgData name="SUMA K G" userId="c26ce1b90fa457b4" providerId="LiveId" clId="{11ECF899-B465-4622-ACA5-77C11D3E2324}" dt="2024-03-14T05:27:52.187" v="358" actId="22"/>
      <pc:docMkLst>
        <pc:docMk/>
      </pc:docMkLst>
      <pc:sldChg chg="del">
        <pc:chgData name="SUMA K G" userId="c26ce1b90fa457b4" providerId="LiveId" clId="{11ECF899-B465-4622-ACA5-77C11D3E2324}" dt="2024-03-14T04:32:46.902" v="3" actId="47"/>
        <pc:sldMkLst>
          <pc:docMk/>
          <pc:sldMk cId="3675906361" sldId="259"/>
        </pc:sldMkLst>
      </pc:sldChg>
      <pc:sldChg chg="modSp add del mod">
        <pc:chgData name="SUMA K G" userId="c26ce1b90fa457b4" providerId="LiveId" clId="{11ECF899-B465-4622-ACA5-77C11D3E2324}" dt="2024-03-14T05:02:06.753" v="138" actId="13926"/>
        <pc:sldMkLst>
          <pc:docMk/>
          <pc:sldMk cId="1385568766" sldId="260"/>
        </pc:sldMkLst>
        <pc:spChg chg="mod">
          <ac:chgData name="SUMA K G" userId="c26ce1b90fa457b4" providerId="LiveId" clId="{11ECF899-B465-4622-ACA5-77C11D3E2324}" dt="2024-03-14T05:02:06.753" v="138" actId="13926"/>
          <ac:spMkLst>
            <pc:docMk/>
            <pc:sldMk cId="1385568766" sldId="260"/>
            <ac:spMk id="3" creationId="{EC7FE152-4D77-18DF-A8D9-2F7A2946B887}"/>
          </ac:spMkLst>
        </pc:spChg>
      </pc:sldChg>
      <pc:sldChg chg="modSp add del mod">
        <pc:chgData name="SUMA K G" userId="c26ce1b90fa457b4" providerId="LiveId" clId="{11ECF899-B465-4622-ACA5-77C11D3E2324}" dt="2024-03-14T04:32:50.338" v="12" actId="47"/>
        <pc:sldMkLst>
          <pc:docMk/>
          <pc:sldMk cId="2773029733" sldId="585"/>
        </pc:sldMkLst>
        <pc:spChg chg="mod">
          <ac:chgData name="SUMA K G" userId="c26ce1b90fa457b4" providerId="LiveId" clId="{11ECF899-B465-4622-ACA5-77C11D3E2324}" dt="2024-03-14T04:32:32.045" v="1" actId="13926"/>
          <ac:spMkLst>
            <pc:docMk/>
            <pc:sldMk cId="2773029733" sldId="585"/>
            <ac:spMk id="3" creationId="{FD6B1D31-C4E7-8A73-DE3F-694072EBD1FA}"/>
          </ac:spMkLst>
        </pc:spChg>
      </pc:sldChg>
      <pc:sldChg chg="modSp del">
        <pc:chgData name="SUMA K G" userId="c26ce1b90fa457b4" providerId="LiveId" clId="{11ECF899-B465-4622-ACA5-77C11D3E2324}" dt="2024-03-14T04:32:47.923" v="4" actId="47"/>
        <pc:sldMkLst>
          <pc:docMk/>
          <pc:sldMk cId="3800709820" sldId="588"/>
        </pc:sldMkLst>
        <pc:spChg chg="mod">
          <ac:chgData name="SUMA K G" userId="c26ce1b90fa457b4" providerId="LiveId" clId="{11ECF899-B465-4622-ACA5-77C11D3E2324}" dt="2024-03-14T04:32:15.266" v="0"/>
          <ac:spMkLst>
            <pc:docMk/>
            <pc:sldMk cId="3800709820" sldId="588"/>
            <ac:spMk id="2" creationId="{072D6822-A75A-2077-6A93-BF7523FB79C1}"/>
          </ac:spMkLst>
        </pc:spChg>
      </pc:sldChg>
      <pc:sldChg chg="modSp del">
        <pc:chgData name="SUMA K G" userId="c26ce1b90fa457b4" providerId="LiveId" clId="{11ECF899-B465-4622-ACA5-77C11D3E2324}" dt="2024-03-14T04:32:48.184" v="5" actId="47"/>
        <pc:sldMkLst>
          <pc:docMk/>
          <pc:sldMk cId="3527457641" sldId="589"/>
        </pc:sldMkLst>
        <pc:spChg chg="mod">
          <ac:chgData name="SUMA K G" userId="c26ce1b90fa457b4" providerId="LiveId" clId="{11ECF899-B465-4622-ACA5-77C11D3E2324}" dt="2024-03-14T04:32:15.266" v="0"/>
          <ac:spMkLst>
            <pc:docMk/>
            <pc:sldMk cId="3527457641" sldId="589"/>
            <ac:spMk id="2" creationId="{903F7DA9-5C5B-9612-3644-098A57580EEF}"/>
          </ac:spMkLst>
        </pc:spChg>
        <pc:spChg chg="mod">
          <ac:chgData name="SUMA K G" userId="c26ce1b90fa457b4" providerId="LiveId" clId="{11ECF899-B465-4622-ACA5-77C11D3E2324}" dt="2024-03-14T04:32:15.266" v="0"/>
          <ac:spMkLst>
            <pc:docMk/>
            <pc:sldMk cId="3527457641" sldId="589"/>
            <ac:spMk id="3" creationId="{204C9BB6-7328-6629-28C0-A7B498FC714B}"/>
          </ac:spMkLst>
        </pc:spChg>
      </pc:sldChg>
      <pc:sldChg chg="modSp del">
        <pc:chgData name="SUMA K G" userId="c26ce1b90fa457b4" providerId="LiveId" clId="{11ECF899-B465-4622-ACA5-77C11D3E2324}" dt="2024-03-14T04:32:48.394" v="6" actId="47"/>
        <pc:sldMkLst>
          <pc:docMk/>
          <pc:sldMk cId="4077017567" sldId="590"/>
        </pc:sldMkLst>
        <pc:spChg chg="mod">
          <ac:chgData name="SUMA K G" userId="c26ce1b90fa457b4" providerId="LiveId" clId="{11ECF899-B465-4622-ACA5-77C11D3E2324}" dt="2024-03-14T04:32:15.266" v="0"/>
          <ac:spMkLst>
            <pc:docMk/>
            <pc:sldMk cId="4077017567" sldId="590"/>
            <ac:spMk id="2" creationId="{3EF3494A-79F4-0652-BDE1-9E4A86B5111C}"/>
          </ac:spMkLst>
        </pc:spChg>
        <pc:spChg chg="mod">
          <ac:chgData name="SUMA K G" userId="c26ce1b90fa457b4" providerId="LiveId" clId="{11ECF899-B465-4622-ACA5-77C11D3E2324}" dt="2024-03-14T04:32:15.266" v="0"/>
          <ac:spMkLst>
            <pc:docMk/>
            <pc:sldMk cId="4077017567" sldId="590"/>
            <ac:spMk id="3" creationId="{1647939E-4D35-BF42-5E0E-F5438C2B0D34}"/>
          </ac:spMkLst>
        </pc:spChg>
      </pc:sldChg>
      <pc:sldChg chg="modSp del">
        <pc:chgData name="SUMA K G" userId="c26ce1b90fa457b4" providerId="LiveId" clId="{11ECF899-B465-4622-ACA5-77C11D3E2324}" dt="2024-03-14T04:32:48.624" v="7" actId="47"/>
        <pc:sldMkLst>
          <pc:docMk/>
          <pc:sldMk cId="3426694462" sldId="591"/>
        </pc:sldMkLst>
        <pc:spChg chg="mod">
          <ac:chgData name="SUMA K G" userId="c26ce1b90fa457b4" providerId="LiveId" clId="{11ECF899-B465-4622-ACA5-77C11D3E2324}" dt="2024-03-14T04:32:15.266" v="0"/>
          <ac:spMkLst>
            <pc:docMk/>
            <pc:sldMk cId="3426694462" sldId="591"/>
            <ac:spMk id="2" creationId="{B2075BA3-AFF8-2CB4-8F1D-2A4AA72A2324}"/>
          </ac:spMkLst>
        </pc:spChg>
        <pc:spChg chg="mod">
          <ac:chgData name="SUMA K G" userId="c26ce1b90fa457b4" providerId="LiveId" clId="{11ECF899-B465-4622-ACA5-77C11D3E2324}" dt="2024-03-14T04:32:15.266" v="0"/>
          <ac:spMkLst>
            <pc:docMk/>
            <pc:sldMk cId="3426694462" sldId="591"/>
            <ac:spMk id="3" creationId="{FA858516-8F0D-CECE-7390-888E272A3A09}"/>
          </ac:spMkLst>
        </pc:spChg>
      </pc:sldChg>
      <pc:sldChg chg="modSp del">
        <pc:chgData name="SUMA K G" userId="c26ce1b90fa457b4" providerId="LiveId" clId="{11ECF899-B465-4622-ACA5-77C11D3E2324}" dt="2024-03-14T04:32:48.731" v="8" actId="47"/>
        <pc:sldMkLst>
          <pc:docMk/>
          <pc:sldMk cId="2548196930" sldId="592"/>
        </pc:sldMkLst>
        <pc:spChg chg="mod">
          <ac:chgData name="SUMA K G" userId="c26ce1b90fa457b4" providerId="LiveId" clId="{11ECF899-B465-4622-ACA5-77C11D3E2324}" dt="2024-03-14T04:32:15.266" v="0"/>
          <ac:spMkLst>
            <pc:docMk/>
            <pc:sldMk cId="2548196930" sldId="592"/>
            <ac:spMk id="2" creationId="{421E6D7F-246F-FB8B-2481-66C28EA5F8BC}"/>
          </ac:spMkLst>
        </pc:spChg>
      </pc:sldChg>
      <pc:sldChg chg="modSp add del mod">
        <pc:chgData name="SUMA K G" userId="c26ce1b90fa457b4" providerId="LiveId" clId="{11ECF899-B465-4622-ACA5-77C11D3E2324}" dt="2024-03-14T05:02:32.955" v="142" actId="13926"/>
        <pc:sldMkLst>
          <pc:docMk/>
          <pc:sldMk cId="1492335786" sldId="593"/>
        </pc:sldMkLst>
        <pc:spChg chg="mod">
          <ac:chgData name="SUMA K G" userId="c26ce1b90fa457b4" providerId="LiveId" clId="{11ECF899-B465-4622-ACA5-77C11D3E2324}" dt="2024-03-14T04:33:14.911" v="62" actId="6549"/>
          <ac:spMkLst>
            <pc:docMk/>
            <pc:sldMk cId="1492335786" sldId="593"/>
            <ac:spMk id="2" creationId="{98819586-5792-D415-7CBD-256EF52DBDE4}"/>
          </ac:spMkLst>
        </pc:spChg>
        <pc:spChg chg="mod">
          <ac:chgData name="SUMA K G" userId="c26ce1b90fa457b4" providerId="LiveId" clId="{11ECF899-B465-4622-ACA5-77C11D3E2324}" dt="2024-03-14T05:02:32.955" v="142" actId="13926"/>
          <ac:spMkLst>
            <pc:docMk/>
            <pc:sldMk cId="1492335786" sldId="593"/>
            <ac:spMk id="3" creationId="{B358D988-1C1B-413B-99C9-816CB8BAA687}"/>
          </ac:spMkLst>
        </pc:spChg>
      </pc:sldChg>
      <pc:sldChg chg="modSp new mod">
        <pc:chgData name="SUMA K G" userId="c26ce1b90fa457b4" providerId="LiveId" clId="{11ECF899-B465-4622-ACA5-77C11D3E2324}" dt="2024-03-14T05:03:32.634" v="168" actId="13926"/>
        <pc:sldMkLst>
          <pc:docMk/>
          <pc:sldMk cId="4019616091" sldId="594"/>
        </pc:sldMkLst>
        <pc:spChg chg="mod">
          <ac:chgData name="SUMA K G" userId="c26ce1b90fa457b4" providerId="LiveId" clId="{11ECF899-B465-4622-ACA5-77C11D3E2324}" dt="2024-03-14T05:02:58.865" v="162" actId="113"/>
          <ac:spMkLst>
            <pc:docMk/>
            <pc:sldMk cId="4019616091" sldId="594"/>
            <ac:spMk id="2" creationId="{E37CB2AE-2A6F-F400-A323-23F98D96574F}"/>
          </ac:spMkLst>
        </pc:spChg>
        <pc:spChg chg="mod">
          <ac:chgData name="SUMA K G" userId="c26ce1b90fa457b4" providerId="LiveId" clId="{11ECF899-B465-4622-ACA5-77C11D3E2324}" dt="2024-03-14T05:03:32.634" v="168" actId="13926"/>
          <ac:spMkLst>
            <pc:docMk/>
            <pc:sldMk cId="4019616091" sldId="594"/>
            <ac:spMk id="3" creationId="{3BC64BF1-FFF7-AB69-AB25-7C1DC94A747A}"/>
          </ac:spMkLst>
        </pc:spChg>
      </pc:sldChg>
      <pc:sldChg chg="modSp new mod">
        <pc:chgData name="SUMA K G" userId="c26ce1b90fa457b4" providerId="LiveId" clId="{11ECF899-B465-4622-ACA5-77C11D3E2324}" dt="2024-03-14T05:04:25.610" v="205" actId="13926"/>
        <pc:sldMkLst>
          <pc:docMk/>
          <pc:sldMk cId="976618138" sldId="595"/>
        </pc:sldMkLst>
        <pc:spChg chg="mod">
          <ac:chgData name="SUMA K G" userId="c26ce1b90fa457b4" providerId="LiveId" clId="{11ECF899-B465-4622-ACA5-77C11D3E2324}" dt="2024-03-14T05:03:51.294" v="197" actId="113"/>
          <ac:spMkLst>
            <pc:docMk/>
            <pc:sldMk cId="976618138" sldId="595"/>
            <ac:spMk id="2" creationId="{A9244629-3AD6-89D7-F1FC-3259C9E1003A}"/>
          </ac:spMkLst>
        </pc:spChg>
        <pc:spChg chg="mod">
          <ac:chgData name="SUMA K G" userId="c26ce1b90fa457b4" providerId="LiveId" clId="{11ECF899-B465-4622-ACA5-77C11D3E2324}" dt="2024-03-14T05:04:25.610" v="205" actId="13926"/>
          <ac:spMkLst>
            <pc:docMk/>
            <pc:sldMk cId="976618138" sldId="595"/>
            <ac:spMk id="3" creationId="{1D291F41-1D45-DC3D-8CEA-425F1BFE69CC}"/>
          </ac:spMkLst>
        </pc:spChg>
      </pc:sldChg>
      <pc:sldChg chg="modSp new mod">
        <pc:chgData name="SUMA K G" userId="c26ce1b90fa457b4" providerId="LiveId" clId="{11ECF899-B465-4622-ACA5-77C11D3E2324}" dt="2024-03-14T05:05:12.674" v="213" actId="13926"/>
        <pc:sldMkLst>
          <pc:docMk/>
          <pc:sldMk cId="483228705" sldId="596"/>
        </pc:sldMkLst>
        <pc:spChg chg="mod">
          <ac:chgData name="SUMA K G" userId="c26ce1b90fa457b4" providerId="LiveId" clId="{11ECF899-B465-4622-ACA5-77C11D3E2324}" dt="2024-03-14T05:04:41.497" v="207" actId="108"/>
          <ac:spMkLst>
            <pc:docMk/>
            <pc:sldMk cId="483228705" sldId="596"/>
            <ac:spMk id="2" creationId="{AF996202-5F94-70C7-79E6-7DFEC28B6949}"/>
          </ac:spMkLst>
        </pc:spChg>
        <pc:spChg chg="mod">
          <ac:chgData name="SUMA K G" userId="c26ce1b90fa457b4" providerId="LiveId" clId="{11ECF899-B465-4622-ACA5-77C11D3E2324}" dt="2024-03-14T05:05:12.674" v="213" actId="13926"/>
          <ac:spMkLst>
            <pc:docMk/>
            <pc:sldMk cId="483228705" sldId="596"/>
            <ac:spMk id="3" creationId="{D8A291A3-8B56-DE93-A4C6-B4AEB6B3AC67}"/>
          </ac:spMkLst>
        </pc:spChg>
      </pc:sldChg>
      <pc:sldChg chg="addSp delSp modSp new mod">
        <pc:chgData name="SUMA K G" userId="c26ce1b90fa457b4" providerId="LiveId" clId="{11ECF899-B465-4622-ACA5-77C11D3E2324}" dt="2024-03-14T05:07:39.151" v="230" actId="14100"/>
        <pc:sldMkLst>
          <pc:docMk/>
          <pc:sldMk cId="1387488720" sldId="597"/>
        </pc:sldMkLst>
        <pc:spChg chg="mod">
          <ac:chgData name="SUMA K G" userId="c26ce1b90fa457b4" providerId="LiveId" clId="{11ECF899-B465-4622-ACA5-77C11D3E2324}" dt="2024-03-14T05:05:36.112" v="214"/>
          <ac:spMkLst>
            <pc:docMk/>
            <pc:sldMk cId="1387488720" sldId="597"/>
            <ac:spMk id="2" creationId="{C3FDBE41-1530-3A52-BFB9-6F4751C64BDC}"/>
          </ac:spMkLst>
        </pc:spChg>
        <pc:spChg chg="mod">
          <ac:chgData name="SUMA K G" userId="c26ce1b90fa457b4" providerId="LiveId" clId="{11ECF899-B465-4622-ACA5-77C11D3E2324}" dt="2024-03-14T05:07:39.151" v="230" actId="14100"/>
          <ac:spMkLst>
            <pc:docMk/>
            <pc:sldMk cId="1387488720" sldId="597"/>
            <ac:spMk id="3" creationId="{C9303133-D0D2-475B-2AAB-DEFF6064023C}"/>
          </ac:spMkLst>
        </pc:spChg>
        <pc:spChg chg="add del">
          <ac:chgData name="SUMA K G" userId="c26ce1b90fa457b4" providerId="LiveId" clId="{11ECF899-B465-4622-ACA5-77C11D3E2324}" dt="2024-03-14T04:53:47.468" v="75" actId="22"/>
          <ac:spMkLst>
            <pc:docMk/>
            <pc:sldMk cId="1387488720" sldId="597"/>
            <ac:spMk id="5" creationId="{93E4128D-AD86-381A-6C5E-B252A1BB2318}"/>
          </ac:spMkLst>
        </pc:spChg>
      </pc:sldChg>
      <pc:sldChg chg="modSp new mod">
        <pc:chgData name="SUMA K G" userId="c26ce1b90fa457b4" providerId="LiveId" clId="{11ECF899-B465-4622-ACA5-77C11D3E2324}" dt="2024-03-14T05:09:13.504" v="242" actId="13926"/>
        <pc:sldMkLst>
          <pc:docMk/>
          <pc:sldMk cId="1505507602" sldId="598"/>
        </pc:sldMkLst>
        <pc:spChg chg="mod">
          <ac:chgData name="SUMA K G" userId="c26ce1b90fa457b4" providerId="LiveId" clId="{11ECF899-B465-4622-ACA5-77C11D3E2324}" dt="2024-03-14T05:05:38.429" v="215"/>
          <ac:spMkLst>
            <pc:docMk/>
            <pc:sldMk cId="1505507602" sldId="598"/>
            <ac:spMk id="2" creationId="{67F5AAF8-A5EA-9C2C-C394-CC3C36FDEF29}"/>
          </ac:spMkLst>
        </pc:spChg>
        <pc:spChg chg="mod">
          <ac:chgData name="SUMA K G" userId="c26ce1b90fa457b4" providerId="LiveId" clId="{11ECF899-B465-4622-ACA5-77C11D3E2324}" dt="2024-03-14T05:09:13.504" v="242" actId="13926"/>
          <ac:spMkLst>
            <pc:docMk/>
            <pc:sldMk cId="1505507602" sldId="598"/>
            <ac:spMk id="3" creationId="{DAD8053C-14F3-848F-2175-181898407EF2}"/>
          </ac:spMkLst>
        </pc:spChg>
      </pc:sldChg>
      <pc:sldChg chg="modSp new mod">
        <pc:chgData name="SUMA K G" userId="c26ce1b90fa457b4" providerId="LiveId" clId="{11ECF899-B465-4622-ACA5-77C11D3E2324}" dt="2024-03-14T05:09:50.921" v="247" actId="13926"/>
        <pc:sldMkLst>
          <pc:docMk/>
          <pc:sldMk cId="2219327340" sldId="599"/>
        </pc:sldMkLst>
        <pc:spChg chg="mod">
          <ac:chgData name="SUMA K G" userId="c26ce1b90fa457b4" providerId="LiveId" clId="{11ECF899-B465-4622-ACA5-77C11D3E2324}" dt="2024-03-14T05:05:40.200" v="216"/>
          <ac:spMkLst>
            <pc:docMk/>
            <pc:sldMk cId="2219327340" sldId="599"/>
            <ac:spMk id="2" creationId="{3EE28311-51AF-676C-6378-1201B853FDD2}"/>
          </ac:spMkLst>
        </pc:spChg>
        <pc:spChg chg="mod">
          <ac:chgData name="SUMA K G" userId="c26ce1b90fa457b4" providerId="LiveId" clId="{11ECF899-B465-4622-ACA5-77C11D3E2324}" dt="2024-03-14T05:09:50.921" v="247" actId="13926"/>
          <ac:spMkLst>
            <pc:docMk/>
            <pc:sldMk cId="2219327340" sldId="599"/>
            <ac:spMk id="3" creationId="{136C1D1D-BCAA-408A-7AF0-D11A50993A89}"/>
          </ac:spMkLst>
        </pc:spChg>
      </pc:sldChg>
      <pc:sldChg chg="modSp new mod">
        <pc:chgData name="SUMA K G" userId="c26ce1b90fa457b4" providerId="LiveId" clId="{11ECF899-B465-4622-ACA5-77C11D3E2324}" dt="2024-03-14T05:11:15.641" v="257" actId="13926"/>
        <pc:sldMkLst>
          <pc:docMk/>
          <pc:sldMk cId="3883197779" sldId="600"/>
        </pc:sldMkLst>
        <pc:spChg chg="mod">
          <ac:chgData name="SUMA K G" userId="c26ce1b90fa457b4" providerId="LiveId" clId="{11ECF899-B465-4622-ACA5-77C11D3E2324}" dt="2024-03-14T05:10:10.533" v="248"/>
          <ac:spMkLst>
            <pc:docMk/>
            <pc:sldMk cId="3883197779" sldId="600"/>
            <ac:spMk id="2" creationId="{880DD37E-5603-F0B9-F8AF-D85891DA68D6}"/>
          </ac:spMkLst>
        </pc:spChg>
        <pc:spChg chg="mod">
          <ac:chgData name="SUMA K G" userId="c26ce1b90fa457b4" providerId="LiveId" clId="{11ECF899-B465-4622-ACA5-77C11D3E2324}" dt="2024-03-14T05:11:15.641" v="257" actId="13926"/>
          <ac:spMkLst>
            <pc:docMk/>
            <pc:sldMk cId="3883197779" sldId="600"/>
            <ac:spMk id="3" creationId="{544119D8-3C8A-B916-D590-F8C8FDF893B1}"/>
          </ac:spMkLst>
        </pc:spChg>
      </pc:sldChg>
      <pc:sldChg chg="modSp new del mod">
        <pc:chgData name="SUMA K G" userId="c26ce1b90fa457b4" providerId="LiveId" clId="{11ECF899-B465-4622-ACA5-77C11D3E2324}" dt="2024-03-14T05:11:45.865" v="264" actId="2696"/>
        <pc:sldMkLst>
          <pc:docMk/>
          <pc:sldMk cId="1324129400" sldId="601"/>
        </pc:sldMkLst>
        <pc:spChg chg="mod">
          <ac:chgData name="SUMA K G" userId="c26ce1b90fa457b4" providerId="LiveId" clId="{11ECF899-B465-4622-ACA5-77C11D3E2324}" dt="2024-03-14T05:11:22.753" v="258"/>
          <ac:spMkLst>
            <pc:docMk/>
            <pc:sldMk cId="1324129400" sldId="601"/>
            <ac:spMk id="2" creationId="{E5E0F55C-6A56-4605-0069-E85A0BBF2DBD}"/>
          </ac:spMkLst>
        </pc:spChg>
        <pc:spChg chg="mod">
          <ac:chgData name="SUMA K G" userId="c26ce1b90fa457b4" providerId="LiveId" clId="{11ECF899-B465-4622-ACA5-77C11D3E2324}" dt="2024-03-14T05:11:31.879" v="263" actId="27636"/>
          <ac:spMkLst>
            <pc:docMk/>
            <pc:sldMk cId="1324129400" sldId="601"/>
            <ac:spMk id="3" creationId="{107912D3-B229-5E37-2156-BE3B8F1934C3}"/>
          </ac:spMkLst>
        </pc:spChg>
      </pc:sldChg>
      <pc:sldChg chg="add">
        <pc:chgData name="SUMA K G" userId="c26ce1b90fa457b4" providerId="LiveId" clId="{11ECF899-B465-4622-ACA5-77C11D3E2324}" dt="2024-03-14T05:11:48.650" v="265"/>
        <pc:sldMkLst>
          <pc:docMk/>
          <pc:sldMk cId="1773662785" sldId="601"/>
        </pc:sldMkLst>
      </pc:sldChg>
      <pc:sldChg chg="modSp new mod">
        <pc:chgData name="SUMA K G" userId="c26ce1b90fa457b4" providerId="LiveId" clId="{11ECF899-B465-4622-ACA5-77C11D3E2324}" dt="2024-03-14T05:12:20.412" v="273" actId="108"/>
        <pc:sldMkLst>
          <pc:docMk/>
          <pc:sldMk cId="2042579537" sldId="602"/>
        </pc:sldMkLst>
        <pc:spChg chg="mod">
          <ac:chgData name="SUMA K G" userId="c26ce1b90fa457b4" providerId="LiveId" clId="{11ECF899-B465-4622-ACA5-77C11D3E2324}" dt="2024-03-14T05:12:20.412" v="273" actId="108"/>
          <ac:spMkLst>
            <pc:docMk/>
            <pc:sldMk cId="2042579537" sldId="602"/>
            <ac:spMk id="2" creationId="{6E2A1380-D21B-2F97-AD08-AAD4DCB886BD}"/>
          </ac:spMkLst>
        </pc:spChg>
        <pc:spChg chg="mod">
          <ac:chgData name="SUMA K G" userId="c26ce1b90fa457b4" providerId="LiveId" clId="{11ECF899-B465-4622-ACA5-77C11D3E2324}" dt="2024-03-14T05:12:00.865" v="269" actId="5793"/>
          <ac:spMkLst>
            <pc:docMk/>
            <pc:sldMk cId="2042579537" sldId="602"/>
            <ac:spMk id="3" creationId="{DB7835BF-0D00-6067-B4E1-A66B9DE67960}"/>
          </ac:spMkLst>
        </pc:spChg>
      </pc:sldChg>
      <pc:sldChg chg="modSp new mod">
        <pc:chgData name="SUMA K G" userId="c26ce1b90fa457b4" providerId="LiveId" clId="{11ECF899-B465-4622-ACA5-77C11D3E2324}" dt="2024-03-14T05:12:35.581" v="278" actId="20577"/>
        <pc:sldMkLst>
          <pc:docMk/>
          <pc:sldMk cId="1656693505" sldId="603"/>
        </pc:sldMkLst>
        <pc:spChg chg="mod">
          <ac:chgData name="SUMA K G" userId="c26ce1b90fa457b4" providerId="LiveId" clId="{11ECF899-B465-4622-ACA5-77C11D3E2324}" dt="2024-03-14T05:12:24.472" v="274" actId="108"/>
          <ac:spMkLst>
            <pc:docMk/>
            <pc:sldMk cId="1656693505" sldId="603"/>
            <ac:spMk id="2" creationId="{2CB2EFEF-A225-D051-0693-5CEA8384C086}"/>
          </ac:spMkLst>
        </pc:spChg>
        <pc:spChg chg="mod">
          <ac:chgData name="SUMA K G" userId="c26ce1b90fa457b4" providerId="LiveId" clId="{11ECF899-B465-4622-ACA5-77C11D3E2324}" dt="2024-03-14T05:12:35.581" v="278" actId="20577"/>
          <ac:spMkLst>
            <pc:docMk/>
            <pc:sldMk cId="1656693505" sldId="603"/>
            <ac:spMk id="3" creationId="{5EAE13CF-92C2-22C1-F921-BAEAF0C2075F}"/>
          </ac:spMkLst>
        </pc:spChg>
      </pc:sldChg>
      <pc:sldChg chg="addSp modSp new mod">
        <pc:chgData name="SUMA K G" userId="c26ce1b90fa457b4" providerId="LiveId" clId="{11ECF899-B465-4622-ACA5-77C11D3E2324}" dt="2024-03-14T05:24:59.145" v="343"/>
        <pc:sldMkLst>
          <pc:docMk/>
          <pc:sldMk cId="2993535919" sldId="604"/>
        </pc:sldMkLst>
        <pc:spChg chg="mod">
          <ac:chgData name="SUMA K G" userId="c26ce1b90fa457b4" providerId="LiveId" clId="{11ECF899-B465-4622-ACA5-77C11D3E2324}" dt="2024-03-14T05:24:59.145" v="343"/>
          <ac:spMkLst>
            <pc:docMk/>
            <pc:sldMk cId="2993535919" sldId="604"/>
            <ac:spMk id="2" creationId="{85C66FEA-4821-D012-A335-25342C0896B4}"/>
          </ac:spMkLst>
        </pc:spChg>
        <pc:spChg chg="mod">
          <ac:chgData name="SUMA K G" userId="c26ce1b90fa457b4" providerId="LiveId" clId="{11ECF899-B465-4622-ACA5-77C11D3E2324}" dt="2024-03-14T05:13:39.628" v="298" actId="20577"/>
          <ac:spMkLst>
            <pc:docMk/>
            <pc:sldMk cId="2993535919" sldId="604"/>
            <ac:spMk id="3" creationId="{1AC0840E-F558-4877-1DDA-D7AE8CC195EB}"/>
          </ac:spMkLst>
        </pc:spChg>
        <pc:spChg chg="add">
          <ac:chgData name="SUMA K G" userId="c26ce1b90fa457b4" providerId="LiveId" clId="{11ECF899-B465-4622-ACA5-77C11D3E2324}" dt="2024-03-14T04:55:09.197" v="97"/>
          <ac:spMkLst>
            <pc:docMk/>
            <pc:sldMk cId="2993535919" sldId="604"/>
            <ac:spMk id="4" creationId="{84D633FA-07B0-E4C6-0241-80D9E0E7FF8C}"/>
          </ac:spMkLst>
        </pc:spChg>
        <pc:picChg chg="add">
          <ac:chgData name="SUMA K G" userId="c26ce1b90fa457b4" providerId="LiveId" clId="{11ECF899-B465-4622-ACA5-77C11D3E2324}" dt="2024-03-14T04:55:09.197" v="97"/>
          <ac:picMkLst>
            <pc:docMk/>
            <pc:sldMk cId="2993535919" sldId="604"/>
            <ac:picMk id="1026" creationId="{EB17FC86-F7FA-E3F2-0020-6F435C83EC38}"/>
          </ac:picMkLst>
        </pc:picChg>
        <pc:picChg chg="add mod">
          <ac:chgData name="SUMA K G" userId="c26ce1b90fa457b4" providerId="LiveId" clId="{11ECF899-B465-4622-ACA5-77C11D3E2324}" dt="2024-03-14T05:13:42.907" v="299" actId="1076"/>
          <ac:picMkLst>
            <pc:docMk/>
            <pc:sldMk cId="2993535919" sldId="604"/>
            <ac:picMk id="1028" creationId="{B05AB3FB-C1E6-32EA-5E3C-B1BA09AC7058}"/>
          </ac:picMkLst>
        </pc:picChg>
      </pc:sldChg>
      <pc:sldChg chg="modSp new mod">
        <pc:chgData name="SUMA K G" userId="c26ce1b90fa457b4" providerId="LiveId" clId="{11ECF899-B465-4622-ACA5-77C11D3E2324}" dt="2024-03-14T05:14:56.395" v="318" actId="123"/>
        <pc:sldMkLst>
          <pc:docMk/>
          <pc:sldMk cId="3630761230" sldId="605"/>
        </pc:sldMkLst>
        <pc:spChg chg="mod">
          <ac:chgData name="SUMA K G" userId="c26ce1b90fa457b4" providerId="LiveId" clId="{11ECF899-B465-4622-ACA5-77C11D3E2324}" dt="2024-03-14T04:57:12.840" v="136"/>
          <ac:spMkLst>
            <pc:docMk/>
            <pc:sldMk cId="3630761230" sldId="605"/>
            <ac:spMk id="2" creationId="{6D2F27BD-4025-E18E-FB08-A64F04DF5BA6}"/>
          </ac:spMkLst>
        </pc:spChg>
        <pc:spChg chg="mod">
          <ac:chgData name="SUMA K G" userId="c26ce1b90fa457b4" providerId="LiveId" clId="{11ECF899-B465-4622-ACA5-77C11D3E2324}" dt="2024-03-14T05:14:56.395" v="318" actId="123"/>
          <ac:spMkLst>
            <pc:docMk/>
            <pc:sldMk cId="3630761230" sldId="605"/>
            <ac:spMk id="3" creationId="{7C6B876E-88C3-2536-79ED-EE4F233D701B}"/>
          </ac:spMkLst>
        </pc:spChg>
      </pc:sldChg>
      <pc:sldChg chg="modSp new mod">
        <pc:chgData name="SUMA K G" userId="c26ce1b90fa457b4" providerId="LiveId" clId="{11ECF899-B465-4622-ACA5-77C11D3E2324}" dt="2024-03-14T05:16:39.895" v="331" actId="27636"/>
        <pc:sldMkLst>
          <pc:docMk/>
          <pc:sldMk cId="3369875745" sldId="606"/>
        </pc:sldMkLst>
        <pc:spChg chg="mod">
          <ac:chgData name="SUMA K G" userId="c26ce1b90fa457b4" providerId="LiveId" clId="{11ECF899-B465-4622-ACA5-77C11D3E2324}" dt="2024-03-14T05:16:39.895" v="331" actId="27636"/>
          <ac:spMkLst>
            <pc:docMk/>
            <pc:sldMk cId="3369875745" sldId="606"/>
            <ac:spMk id="3" creationId="{7FB77685-FBCE-8F35-D4B5-44D737FCB71C}"/>
          </ac:spMkLst>
        </pc:spChg>
      </pc:sldChg>
      <pc:sldChg chg="addSp modSp new mod">
        <pc:chgData name="SUMA K G" userId="c26ce1b90fa457b4" providerId="LiveId" clId="{11ECF899-B465-4622-ACA5-77C11D3E2324}" dt="2024-03-14T05:24:29.549" v="339" actId="20577"/>
        <pc:sldMkLst>
          <pc:docMk/>
          <pc:sldMk cId="89338151" sldId="607"/>
        </pc:sldMkLst>
        <pc:spChg chg="mod">
          <ac:chgData name="SUMA K G" userId="c26ce1b90fa457b4" providerId="LiveId" clId="{11ECF899-B465-4622-ACA5-77C11D3E2324}" dt="2024-03-14T05:24:29.549" v="339" actId="20577"/>
          <ac:spMkLst>
            <pc:docMk/>
            <pc:sldMk cId="89338151" sldId="607"/>
            <ac:spMk id="2" creationId="{20D844DF-7B0F-F2BE-4183-6278F30CF654}"/>
          </ac:spMkLst>
        </pc:spChg>
        <pc:picChg chg="add mod">
          <ac:chgData name="SUMA K G" userId="c26ce1b90fa457b4" providerId="LiveId" clId="{11ECF899-B465-4622-ACA5-77C11D3E2324}" dt="2024-03-14T05:21:36.610" v="335" actId="1076"/>
          <ac:picMkLst>
            <pc:docMk/>
            <pc:sldMk cId="89338151" sldId="607"/>
            <ac:picMk id="5" creationId="{69C92BC1-80F7-469D-CAFB-6EDACC69BA02}"/>
          </ac:picMkLst>
        </pc:picChg>
      </pc:sldChg>
      <pc:sldChg chg="addSp modSp new mod">
        <pc:chgData name="SUMA K G" userId="c26ce1b90fa457b4" providerId="LiveId" clId="{11ECF899-B465-4622-ACA5-77C11D3E2324}" dt="2024-03-14T05:24:48.522" v="341" actId="14100"/>
        <pc:sldMkLst>
          <pc:docMk/>
          <pc:sldMk cId="2565770647" sldId="608"/>
        </pc:sldMkLst>
        <pc:spChg chg="mod">
          <ac:chgData name="SUMA K G" userId="c26ce1b90fa457b4" providerId="LiveId" clId="{11ECF899-B465-4622-ACA5-77C11D3E2324}" dt="2024-03-14T05:24:48.522" v="341" actId="14100"/>
          <ac:spMkLst>
            <pc:docMk/>
            <pc:sldMk cId="2565770647" sldId="608"/>
            <ac:spMk id="2" creationId="{C0E86544-A42A-0BC4-8182-081A255E8F8D}"/>
          </ac:spMkLst>
        </pc:spChg>
        <pc:picChg chg="add mod">
          <ac:chgData name="SUMA K G" userId="c26ce1b90fa457b4" providerId="LiveId" clId="{11ECF899-B465-4622-ACA5-77C11D3E2324}" dt="2024-03-14T05:22:06.718" v="338" actId="1076"/>
          <ac:picMkLst>
            <pc:docMk/>
            <pc:sldMk cId="2565770647" sldId="608"/>
            <ac:picMk id="5" creationId="{699276ED-A769-8491-70A1-BCCDCB0DD506}"/>
          </ac:picMkLst>
        </pc:picChg>
      </pc:sldChg>
      <pc:sldChg chg="addSp modSp new mod">
        <pc:chgData name="SUMA K G" userId="c26ce1b90fa457b4" providerId="LiveId" clId="{11ECF899-B465-4622-ACA5-77C11D3E2324}" dt="2024-03-14T05:26:54.394" v="356" actId="20577"/>
        <pc:sldMkLst>
          <pc:docMk/>
          <pc:sldMk cId="1226681328" sldId="609"/>
        </pc:sldMkLst>
        <pc:spChg chg="mod">
          <ac:chgData name="SUMA K G" userId="c26ce1b90fa457b4" providerId="LiveId" clId="{11ECF899-B465-4622-ACA5-77C11D3E2324}" dt="2024-03-14T05:26:54.394" v="356" actId="20577"/>
          <ac:spMkLst>
            <pc:docMk/>
            <pc:sldMk cId="1226681328" sldId="609"/>
            <ac:spMk id="3" creationId="{2528CF43-E649-E6FF-77F2-64F8EA32A03F}"/>
          </ac:spMkLst>
        </pc:spChg>
        <pc:picChg chg="add mod">
          <ac:chgData name="SUMA K G" userId="c26ce1b90fa457b4" providerId="LiveId" clId="{11ECF899-B465-4622-ACA5-77C11D3E2324}" dt="2024-03-14T05:26:36.322" v="347" actId="1076"/>
          <ac:picMkLst>
            <pc:docMk/>
            <pc:sldMk cId="1226681328" sldId="609"/>
            <ac:picMk id="5" creationId="{2CBD1D33-5E7B-A037-FF69-BE82597CEBA5}"/>
          </ac:picMkLst>
        </pc:picChg>
      </pc:sldChg>
      <pc:sldChg chg="addSp new mod">
        <pc:chgData name="SUMA K G" userId="c26ce1b90fa457b4" providerId="LiveId" clId="{11ECF899-B465-4622-ACA5-77C11D3E2324}" dt="2024-03-14T05:27:52.187" v="358" actId="22"/>
        <pc:sldMkLst>
          <pc:docMk/>
          <pc:sldMk cId="1310060643" sldId="610"/>
        </pc:sldMkLst>
        <pc:picChg chg="add">
          <ac:chgData name="SUMA K G" userId="c26ce1b90fa457b4" providerId="LiveId" clId="{11ECF899-B465-4622-ACA5-77C11D3E2324}" dt="2024-03-14T05:27:52.187" v="358" actId="22"/>
          <ac:picMkLst>
            <pc:docMk/>
            <pc:sldMk cId="1310060643" sldId="610"/>
            <ac:picMk id="5" creationId="{BA3060EE-6573-023E-225F-4ED534B6833E}"/>
          </ac:picMkLst>
        </pc:picChg>
      </pc:sldChg>
    </pc:docChg>
  </pc:docChgLst>
  <pc:docChgLst>
    <pc:chgData name="SUMA K G" userId="c26ce1b90fa457b4" providerId="LiveId" clId="{5729466F-74CB-42F9-900A-344FEDBCC59E}"/>
    <pc:docChg chg="delSld modSld">
      <pc:chgData name="SUMA K G" userId="c26ce1b90fa457b4" providerId="LiveId" clId="{5729466F-74CB-42F9-900A-344FEDBCC59E}" dt="2024-04-25T18:58:05.468" v="25" actId="47"/>
      <pc:docMkLst>
        <pc:docMk/>
      </pc:docMkLst>
      <pc:sldChg chg="modSp mod">
        <pc:chgData name="SUMA K G" userId="c26ce1b90fa457b4" providerId="LiveId" clId="{5729466F-74CB-42F9-900A-344FEDBCC59E}" dt="2024-04-25T18:57:54.022" v="4" actId="13926"/>
        <pc:sldMkLst>
          <pc:docMk/>
          <pc:sldMk cId="1376155376" sldId="262"/>
        </pc:sldMkLst>
        <pc:spChg chg="mod">
          <ac:chgData name="SUMA K G" userId="c26ce1b90fa457b4" providerId="LiveId" clId="{5729466F-74CB-42F9-900A-344FEDBCC59E}" dt="2024-04-25T18:57:54.022" v="4" actId="13926"/>
          <ac:spMkLst>
            <pc:docMk/>
            <pc:sldMk cId="1376155376" sldId="262"/>
            <ac:spMk id="3" creationId="{7D4E399C-0F79-D05C-02E6-4842741B3DD4}"/>
          </ac:spMkLst>
        </pc:spChg>
      </pc:sldChg>
      <pc:sldChg chg="modSp mod">
        <pc:chgData name="SUMA K G" userId="c26ce1b90fa457b4" providerId="LiveId" clId="{5729466F-74CB-42F9-900A-344FEDBCC59E}" dt="2024-04-25T18:57:47.186" v="2"/>
        <pc:sldMkLst>
          <pc:docMk/>
          <pc:sldMk cId="2773029733" sldId="585"/>
        </pc:sldMkLst>
        <pc:spChg chg="mod">
          <ac:chgData name="SUMA K G" userId="c26ce1b90fa457b4" providerId="LiveId" clId="{5729466F-74CB-42F9-900A-344FEDBCC59E}" dt="2024-04-25T18:57:47.186" v="2"/>
          <ac:spMkLst>
            <pc:docMk/>
            <pc:sldMk cId="2773029733" sldId="585"/>
            <ac:spMk id="3" creationId="{FD6B1D31-C4E7-8A73-DE3F-694072EBD1FA}"/>
          </ac:spMkLst>
        </pc:spChg>
      </pc:sldChg>
      <pc:sldChg chg="del">
        <pc:chgData name="SUMA K G" userId="c26ce1b90fa457b4" providerId="LiveId" clId="{5729466F-74CB-42F9-900A-344FEDBCC59E}" dt="2024-04-25T18:57:55.636" v="5" actId="47"/>
        <pc:sldMkLst>
          <pc:docMk/>
          <pc:sldMk cId="3510979788" sldId="630"/>
        </pc:sldMkLst>
      </pc:sldChg>
      <pc:sldChg chg="del">
        <pc:chgData name="SUMA K G" userId="c26ce1b90fa457b4" providerId="LiveId" clId="{5729466F-74CB-42F9-900A-344FEDBCC59E}" dt="2024-04-25T18:57:55.743" v="6" actId="47"/>
        <pc:sldMkLst>
          <pc:docMk/>
          <pc:sldMk cId="3062081970" sldId="633"/>
        </pc:sldMkLst>
      </pc:sldChg>
      <pc:sldChg chg="del">
        <pc:chgData name="SUMA K G" userId="c26ce1b90fa457b4" providerId="LiveId" clId="{5729466F-74CB-42F9-900A-344FEDBCC59E}" dt="2024-04-25T18:57:59.141" v="19" actId="47"/>
        <pc:sldMkLst>
          <pc:docMk/>
          <pc:sldMk cId="3295295101" sldId="634"/>
        </pc:sldMkLst>
      </pc:sldChg>
      <pc:sldChg chg="del">
        <pc:chgData name="SUMA K G" userId="c26ce1b90fa457b4" providerId="LiveId" clId="{5729466F-74CB-42F9-900A-344FEDBCC59E}" dt="2024-04-25T18:58:00.253" v="21" actId="47"/>
        <pc:sldMkLst>
          <pc:docMk/>
          <pc:sldMk cId="612893306" sldId="635"/>
        </pc:sldMkLst>
      </pc:sldChg>
      <pc:sldChg chg="del">
        <pc:chgData name="SUMA K G" userId="c26ce1b90fa457b4" providerId="LiveId" clId="{5729466F-74CB-42F9-900A-344FEDBCC59E}" dt="2024-04-25T18:58:01.742" v="22" actId="47"/>
        <pc:sldMkLst>
          <pc:docMk/>
          <pc:sldMk cId="2337312035" sldId="636"/>
        </pc:sldMkLst>
      </pc:sldChg>
      <pc:sldChg chg="del">
        <pc:chgData name="SUMA K G" userId="c26ce1b90fa457b4" providerId="LiveId" clId="{5729466F-74CB-42F9-900A-344FEDBCC59E}" dt="2024-04-25T18:58:02.086" v="23" actId="47"/>
        <pc:sldMkLst>
          <pc:docMk/>
          <pc:sldMk cId="749676599" sldId="637"/>
        </pc:sldMkLst>
      </pc:sldChg>
      <pc:sldChg chg="del">
        <pc:chgData name="SUMA K G" userId="c26ce1b90fa457b4" providerId="LiveId" clId="{5729466F-74CB-42F9-900A-344FEDBCC59E}" dt="2024-04-25T18:57:55.957" v="7" actId="47"/>
        <pc:sldMkLst>
          <pc:docMk/>
          <pc:sldMk cId="1244791872" sldId="638"/>
        </pc:sldMkLst>
      </pc:sldChg>
      <pc:sldChg chg="del">
        <pc:chgData name="SUMA K G" userId="c26ce1b90fa457b4" providerId="LiveId" clId="{5729466F-74CB-42F9-900A-344FEDBCC59E}" dt="2024-04-25T18:58:05.468" v="25" actId="47"/>
        <pc:sldMkLst>
          <pc:docMk/>
          <pc:sldMk cId="1725908813" sldId="639"/>
        </pc:sldMkLst>
      </pc:sldChg>
      <pc:sldChg chg="del">
        <pc:chgData name="SUMA K G" userId="c26ce1b90fa457b4" providerId="LiveId" clId="{5729466F-74CB-42F9-900A-344FEDBCC59E}" dt="2024-04-25T18:57:56.094" v="8" actId="47"/>
        <pc:sldMkLst>
          <pc:docMk/>
          <pc:sldMk cId="291496963" sldId="642"/>
        </pc:sldMkLst>
      </pc:sldChg>
      <pc:sldChg chg="del">
        <pc:chgData name="SUMA K G" userId="c26ce1b90fa457b4" providerId="LiveId" clId="{5729466F-74CB-42F9-900A-344FEDBCC59E}" dt="2024-04-25T18:57:56.227" v="9" actId="47"/>
        <pc:sldMkLst>
          <pc:docMk/>
          <pc:sldMk cId="1496755845" sldId="643"/>
        </pc:sldMkLst>
      </pc:sldChg>
      <pc:sldChg chg="del">
        <pc:chgData name="SUMA K G" userId="c26ce1b90fa457b4" providerId="LiveId" clId="{5729466F-74CB-42F9-900A-344FEDBCC59E}" dt="2024-04-25T18:57:56.367" v="10" actId="47"/>
        <pc:sldMkLst>
          <pc:docMk/>
          <pc:sldMk cId="2619659469" sldId="644"/>
        </pc:sldMkLst>
      </pc:sldChg>
      <pc:sldChg chg="del">
        <pc:chgData name="SUMA K G" userId="c26ce1b90fa457b4" providerId="LiveId" clId="{5729466F-74CB-42F9-900A-344FEDBCC59E}" dt="2024-04-25T18:57:56.546" v="11" actId="47"/>
        <pc:sldMkLst>
          <pc:docMk/>
          <pc:sldMk cId="1369358000" sldId="645"/>
        </pc:sldMkLst>
      </pc:sldChg>
      <pc:sldChg chg="del">
        <pc:chgData name="SUMA K G" userId="c26ce1b90fa457b4" providerId="LiveId" clId="{5729466F-74CB-42F9-900A-344FEDBCC59E}" dt="2024-04-25T18:57:56.870" v="13" actId="47"/>
        <pc:sldMkLst>
          <pc:docMk/>
          <pc:sldMk cId="1959660540" sldId="646"/>
        </pc:sldMkLst>
      </pc:sldChg>
      <pc:sldChg chg="del">
        <pc:chgData name="SUMA K G" userId="c26ce1b90fa457b4" providerId="LiveId" clId="{5729466F-74CB-42F9-900A-344FEDBCC59E}" dt="2024-04-25T18:57:56.995" v="14" actId="47"/>
        <pc:sldMkLst>
          <pc:docMk/>
          <pc:sldMk cId="2785153132" sldId="647"/>
        </pc:sldMkLst>
      </pc:sldChg>
      <pc:sldChg chg="del">
        <pc:chgData name="SUMA K G" userId="c26ce1b90fa457b4" providerId="LiveId" clId="{5729466F-74CB-42F9-900A-344FEDBCC59E}" dt="2024-04-25T18:57:56.680" v="12" actId="47"/>
        <pc:sldMkLst>
          <pc:docMk/>
          <pc:sldMk cId="4238709060" sldId="648"/>
        </pc:sldMkLst>
      </pc:sldChg>
      <pc:sldChg chg="del">
        <pc:chgData name="SUMA K G" userId="c26ce1b90fa457b4" providerId="LiveId" clId="{5729466F-74CB-42F9-900A-344FEDBCC59E}" dt="2024-04-25T18:57:57.700" v="15" actId="47"/>
        <pc:sldMkLst>
          <pc:docMk/>
          <pc:sldMk cId="491176430" sldId="649"/>
        </pc:sldMkLst>
      </pc:sldChg>
      <pc:sldChg chg="del">
        <pc:chgData name="SUMA K G" userId="c26ce1b90fa457b4" providerId="LiveId" clId="{5729466F-74CB-42F9-900A-344FEDBCC59E}" dt="2024-04-25T18:57:57.867" v="16" actId="47"/>
        <pc:sldMkLst>
          <pc:docMk/>
          <pc:sldMk cId="818399057" sldId="650"/>
        </pc:sldMkLst>
      </pc:sldChg>
      <pc:sldChg chg="del">
        <pc:chgData name="SUMA K G" userId="c26ce1b90fa457b4" providerId="LiveId" clId="{5729466F-74CB-42F9-900A-344FEDBCC59E}" dt="2024-04-25T18:57:58.065" v="17" actId="47"/>
        <pc:sldMkLst>
          <pc:docMk/>
          <pc:sldMk cId="800709261" sldId="651"/>
        </pc:sldMkLst>
      </pc:sldChg>
      <pc:sldChg chg="del">
        <pc:chgData name="SUMA K G" userId="c26ce1b90fa457b4" providerId="LiveId" clId="{5729466F-74CB-42F9-900A-344FEDBCC59E}" dt="2024-04-25T18:57:58.218" v="18" actId="47"/>
        <pc:sldMkLst>
          <pc:docMk/>
          <pc:sldMk cId="3632805150" sldId="652"/>
        </pc:sldMkLst>
      </pc:sldChg>
      <pc:sldChg chg="del">
        <pc:chgData name="SUMA K G" userId="c26ce1b90fa457b4" providerId="LiveId" clId="{5729466F-74CB-42F9-900A-344FEDBCC59E}" dt="2024-04-25T18:57:59.696" v="20" actId="47"/>
        <pc:sldMkLst>
          <pc:docMk/>
          <pc:sldMk cId="2327921478" sldId="653"/>
        </pc:sldMkLst>
      </pc:sldChg>
      <pc:sldChg chg="del">
        <pc:chgData name="SUMA K G" userId="c26ce1b90fa457b4" providerId="LiveId" clId="{5729466F-74CB-42F9-900A-344FEDBCC59E}" dt="2024-04-25T18:58:03.822" v="24" actId="47"/>
        <pc:sldMkLst>
          <pc:docMk/>
          <pc:sldMk cId="484685258" sldId="654"/>
        </pc:sldMkLst>
      </pc:sldChg>
    </pc:docChg>
  </pc:docChgLst>
  <pc:docChgLst>
    <pc:chgData name="SUMA K G" userId="c26ce1b90fa457b4" providerId="LiveId" clId="{177E9484-130E-4E12-B564-3031E4042324}"/>
    <pc:docChg chg="custSel addSld delSld modSld">
      <pc:chgData name="SUMA K G" userId="c26ce1b90fa457b4" providerId="LiveId" clId="{177E9484-130E-4E12-B564-3031E4042324}" dt="2024-04-25T19:30:48.330" v="196" actId="13926"/>
      <pc:docMkLst>
        <pc:docMk/>
      </pc:docMkLst>
      <pc:sldChg chg="modSp mod">
        <pc:chgData name="SUMA K G" userId="c26ce1b90fa457b4" providerId="LiveId" clId="{177E9484-130E-4E12-B564-3031E4042324}" dt="2024-04-25T19:30:48.330" v="196" actId="13926"/>
        <pc:sldMkLst>
          <pc:docMk/>
          <pc:sldMk cId="1376155376" sldId="262"/>
        </pc:sldMkLst>
        <pc:spChg chg="mod">
          <ac:chgData name="SUMA K G" userId="c26ce1b90fa457b4" providerId="LiveId" clId="{177E9484-130E-4E12-B564-3031E4042324}" dt="2024-04-25T19:30:48.330" v="196" actId="13926"/>
          <ac:spMkLst>
            <pc:docMk/>
            <pc:sldMk cId="1376155376" sldId="262"/>
            <ac:spMk id="3" creationId="{7D4E399C-0F79-D05C-02E6-4842741B3DD4}"/>
          </ac:spMkLst>
        </pc:spChg>
      </pc:sldChg>
      <pc:sldChg chg="del">
        <pc:chgData name="SUMA K G" userId="c26ce1b90fa457b4" providerId="LiveId" clId="{177E9484-130E-4E12-B564-3031E4042324}" dt="2024-04-25T19:02:27.880" v="2" actId="47"/>
        <pc:sldMkLst>
          <pc:docMk/>
          <pc:sldMk cId="2115586567" sldId="631"/>
        </pc:sldMkLst>
      </pc:sldChg>
      <pc:sldChg chg="addSp delSp modSp mod">
        <pc:chgData name="SUMA K G" userId="c26ce1b90fa457b4" providerId="LiveId" clId="{177E9484-130E-4E12-B564-3031E4042324}" dt="2024-04-25T19:11:20.380" v="52" actId="255"/>
        <pc:sldMkLst>
          <pc:docMk/>
          <pc:sldMk cId="2140396993" sldId="632"/>
        </pc:sldMkLst>
        <pc:spChg chg="mod">
          <ac:chgData name="SUMA K G" userId="c26ce1b90fa457b4" providerId="LiveId" clId="{177E9484-130E-4E12-B564-3031E4042324}" dt="2024-04-25T19:03:39.625" v="25" actId="20577"/>
          <ac:spMkLst>
            <pc:docMk/>
            <pc:sldMk cId="2140396993" sldId="632"/>
            <ac:spMk id="2" creationId="{ABC5FC96-A151-8F4F-02B2-A1B03E193593}"/>
          </ac:spMkLst>
        </pc:spChg>
        <pc:spChg chg="mod">
          <ac:chgData name="SUMA K G" userId="c26ce1b90fa457b4" providerId="LiveId" clId="{177E9484-130E-4E12-B564-3031E4042324}" dt="2024-04-25T19:11:20.380" v="52" actId="255"/>
          <ac:spMkLst>
            <pc:docMk/>
            <pc:sldMk cId="2140396993" sldId="632"/>
            <ac:spMk id="3" creationId="{7E3B465C-D001-FD38-A2B4-820946B1BCE2}"/>
          </ac:spMkLst>
        </pc:spChg>
        <pc:picChg chg="add del mod">
          <ac:chgData name="SUMA K G" userId="c26ce1b90fa457b4" providerId="LiveId" clId="{177E9484-130E-4E12-B564-3031E4042324}" dt="2024-04-25T19:10:53.044" v="46" actId="21"/>
          <ac:picMkLst>
            <pc:docMk/>
            <pc:sldMk cId="2140396993" sldId="632"/>
            <ac:picMk id="1026" creationId="{E5BE3D48-7B39-346E-91D1-30F322612EB2}"/>
          </ac:picMkLst>
        </pc:picChg>
      </pc:sldChg>
      <pc:sldChg chg="modSp new mod">
        <pc:chgData name="SUMA K G" userId="c26ce1b90fa457b4" providerId="LiveId" clId="{177E9484-130E-4E12-B564-3031E4042324}" dt="2024-04-25T19:11:30.674" v="56" actId="14100"/>
        <pc:sldMkLst>
          <pc:docMk/>
          <pc:sldMk cId="1548233411" sldId="633"/>
        </pc:sldMkLst>
        <pc:spChg chg="mod">
          <ac:chgData name="SUMA K G" userId="c26ce1b90fa457b4" providerId="LiveId" clId="{177E9484-130E-4E12-B564-3031E4042324}" dt="2024-04-25T19:09:38.713" v="39"/>
          <ac:spMkLst>
            <pc:docMk/>
            <pc:sldMk cId="1548233411" sldId="633"/>
            <ac:spMk id="2" creationId="{592DEE19-47D4-9A8B-FF8F-0B350A5B1AD3}"/>
          </ac:spMkLst>
        </pc:spChg>
        <pc:spChg chg="mod">
          <ac:chgData name="SUMA K G" userId="c26ce1b90fa457b4" providerId="LiveId" clId="{177E9484-130E-4E12-B564-3031E4042324}" dt="2024-04-25T19:11:30.674" v="56" actId="14100"/>
          <ac:spMkLst>
            <pc:docMk/>
            <pc:sldMk cId="1548233411" sldId="633"/>
            <ac:spMk id="3" creationId="{F580B3C9-E974-C652-5154-39C46FED2B5F}"/>
          </ac:spMkLst>
        </pc:spChg>
      </pc:sldChg>
      <pc:sldChg chg="modSp new mod">
        <pc:chgData name="SUMA K G" userId="c26ce1b90fa457b4" providerId="LiveId" clId="{177E9484-130E-4E12-B564-3031E4042324}" dt="2024-04-25T19:11:43.866" v="66" actId="20577"/>
        <pc:sldMkLst>
          <pc:docMk/>
          <pc:sldMk cId="1718805419" sldId="634"/>
        </pc:sldMkLst>
        <pc:spChg chg="mod">
          <ac:chgData name="SUMA K G" userId="c26ce1b90fa457b4" providerId="LiveId" clId="{177E9484-130E-4E12-B564-3031E4042324}" dt="2024-04-25T19:11:43.866" v="66" actId="20577"/>
          <ac:spMkLst>
            <pc:docMk/>
            <pc:sldMk cId="1718805419" sldId="634"/>
            <ac:spMk id="2" creationId="{5CD696CF-E2D7-E3E3-2690-728C708290B7}"/>
          </ac:spMkLst>
        </pc:spChg>
        <pc:spChg chg="mod">
          <ac:chgData name="SUMA K G" userId="c26ce1b90fa457b4" providerId="LiveId" clId="{177E9484-130E-4E12-B564-3031E4042324}" dt="2024-04-25T19:11:39.106" v="59" actId="13926"/>
          <ac:spMkLst>
            <pc:docMk/>
            <pc:sldMk cId="1718805419" sldId="634"/>
            <ac:spMk id="3" creationId="{E35852D7-D016-3663-0316-DCC29DEC72B7}"/>
          </ac:spMkLst>
        </pc:spChg>
      </pc:sldChg>
      <pc:sldChg chg="addSp modSp new mod">
        <pc:chgData name="SUMA K G" userId="c26ce1b90fa457b4" providerId="LiveId" clId="{177E9484-130E-4E12-B564-3031E4042324}" dt="2024-04-25T19:11:59.490" v="76" actId="13926"/>
        <pc:sldMkLst>
          <pc:docMk/>
          <pc:sldMk cId="2135059970" sldId="635"/>
        </pc:sldMkLst>
        <pc:spChg chg="mod">
          <ac:chgData name="SUMA K G" userId="c26ce1b90fa457b4" providerId="LiveId" clId="{177E9484-130E-4E12-B564-3031E4042324}" dt="2024-04-25T19:11:47.448" v="73" actId="20577"/>
          <ac:spMkLst>
            <pc:docMk/>
            <pc:sldMk cId="2135059970" sldId="635"/>
            <ac:spMk id="2" creationId="{2CD1D5A8-1CF6-9FB2-F83E-6FA7CD0783AE}"/>
          </ac:spMkLst>
        </pc:spChg>
        <pc:spChg chg="mod">
          <ac:chgData name="SUMA K G" userId="c26ce1b90fa457b4" providerId="LiveId" clId="{177E9484-130E-4E12-B564-3031E4042324}" dt="2024-04-25T19:11:59.490" v="76" actId="13926"/>
          <ac:spMkLst>
            <pc:docMk/>
            <pc:sldMk cId="2135059970" sldId="635"/>
            <ac:spMk id="3" creationId="{07CB8CD3-2E61-EE5E-4E7E-47A504D0BE39}"/>
          </ac:spMkLst>
        </pc:spChg>
        <pc:picChg chg="add mod">
          <ac:chgData name="SUMA K G" userId="c26ce1b90fa457b4" providerId="LiveId" clId="{177E9484-130E-4E12-B564-3031E4042324}" dt="2024-04-25T19:10:54.932" v="47"/>
          <ac:picMkLst>
            <pc:docMk/>
            <pc:sldMk cId="2135059970" sldId="635"/>
            <ac:picMk id="1026" creationId="{E5BE3D48-7B39-346E-91D1-30F322612EB2}"/>
          </ac:picMkLst>
        </pc:picChg>
      </pc:sldChg>
      <pc:sldChg chg="modSp new mod">
        <pc:chgData name="SUMA K G" userId="c26ce1b90fa457b4" providerId="LiveId" clId="{177E9484-130E-4E12-B564-3031E4042324}" dt="2024-04-25T19:21:43.048" v="79" actId="27636"/>
        <pc:sldMkLst>
          <pc:docMk/>
          <pc:sldMk cId="3433225504" sldId="636"/>
        </pc:sldMkLst>
        <pc:spChg chg="mod">
          <ac:chgData name="SUMA K G" userId="c26ce1b90fa457b4" providerId="LiveId" clId="{177E9484-130E-4E12-B564-3031E4042324}" dt="2024-04-25T19:21:43.048" v="79" actId="27636"/>
          <ac:spMkLst>
            <pc:docMk/>
            <pc:sldMk cId="3433225504" sldId="636"/>
            <ac:spMk id="3" creationId="{D76EEDD0-3242-79A6-FA9F-2A13A15CBAA0}"/>
          </ac:spMkLst>
        </pc:spChg>
      </pc:sldChg>
      <pc:sldChg chg="modSp new mod">
        <pc:chgData name="SUMA K G" userId="c26ce1b90fa457b4" providerId="LiveId" clId="{177E9484-130E-4E12-B564-3031E4042324}" dt="2024-04-25T19:21:53.247" v="81"/>
        <pc:sldMkLst>
          <pc:docMk/>
          <pc:sldMk cId="1411210120" sldId="637"/>
        </pc:sldMkLst>
        <pc:spChg chg="mod">
          <ac:chgData name="SUMA K G" userId="c26ce1b90fa457b4" providerId="LiveId" clId="{177E9484-130E-4E12-B564-3031E4042324}" dt="2024-04-25T19:21:53.247" v="81"/>
          <ac:spMkLst>
            <pc:docMk/>
            <pc:sldMk cId="1411210120" sldId="637"/>
            <ac:spMk id="3" creationId="{86AE9BDC-B349-0E4C-4F31-F524387D2AEE}"/>
          </ac:spMkLst>
        </pc:spChg>
      </pc:sldChg>
      <pc:sldChg chg="addSp new">
        <pc:chgData name="SUMA K G" userId="c26ce1b90fa457b4" providerId="LiveId" clId="{177E9484-130E-4E12-B564-3031E4042324}" dt="2024-04-25T19:22:00.976" v="83"/>
        <pc:sldMkLst>
          <pc:docMk/>
          <pc:sldMk cId="2504296830" sldId="638"/>
        </pc:sldMkLst>
        <pc:picChg chg="add">
          <ac:chgData name="SUMA K G" userId="c26ce1b90fa457b4" providerId="LiveId" clId="{177E9484-130E-4E12-B564-3031E4042324}" dt="2024-04-25T19:22:00.976" v="83"/>
          <ac:picMkLst>
            <pc:docMk/>
            <pc:sldMk cId="2504296830" sldId="638"/>
            <ac:picMk id="2050" creationId="{21FE7139-8359-1BA3-5B7B-87E3DC73A4E9}"/>
          </ac:picMkLst>
        </pc:picChg>
      </pc:sldChg>
      <pc:sldChg chg="modSp new mod">
        <pc:chgData name="SUMA K G" userId="c26ce1b90fa457b4" providerId="LiveId" clId="{177E9484-130E-4E12-B564-3031E4042324}" dt="2024-04-25T19:22:11.138" v="86" actId="27636"/>
        <pc:sldMkLst>
          <pc:docMk/>
          <pc:sldMk cId="4175353976" sldId="639"/>
        </pc:sldMkLst>
        <pc:spChg chg="mod">
          <ac:chgData name="SUMA K G" userId="c26ce1b90fa457b4" providerId="LiveId" clId="{177E9484-130E-4E12-B564-3031E4042324}" dt="2024-04-25T19:22:11.138" v="86" actId="27636"/>
          <ac:spMkLst>
            <pc:docMk/>
            <pc:sldMk cId="4175353976" sldId="639"/>
            <ac:spMk id="3" creationId="{C9795F37-3F11-7D68-8A10-06A3082EC0A9}"/>
          </ac:spMkLst>
        </pc:spChg>
      </pc:sldChg>
      <pc:sldChg chg="addSp modSp new mod">
        <pc:chgData name="SUMA K G" userId="c26ce1b90fa457b4" providerId="LiveId" clId="{177E9484-130E-4E12-B564-3031E4042324}" dt="2024-04-25T19:22:45.047" v="103"/>
        <pc:sldMkLst>
          <pc:docMk/>
          <pc:sldMk cId="984967428" sldId="640"/>
        </pc:sldMkLst>
        <pc:spChg chg="mod">
          <ac:chgData name="SUMA K G" userId="c26ce1b90fa457b4" providerId="LiveId" clId="{177E9484-130E-4E12-B564-3031E4042324}" dt="2024-04-25T19:22:32.717" v="97" actId="20577"/>
          <ac:spMkLst>
            <pc:docMk/>
            <pc:sldMk cId="984967428" sldId="640"/>
            <ac:spMk id="2" creationId="{534CCED3-EE4D-A763-516D-4F26BC6BA98A}"/>
          </ac:spMkLst>
        </pc:spChg>
        <pc:spChg chg="mod">
          <ac:chgData name="SUMA K G" userId="c26ce1b90fa457b4" providerId="LiveId" clId="{177E9484-130E-4E12-B564-3031E4042324}" dt="2024-04-25T19:22:45.047" v="103"/>
          <ac:spMkLst>
            <pc:docMk/>
            <pc:sldMk cId="984967428" sldId="640"/>
            <ac:spMk id="3" creationId="{23F2DB27-97CE-7AE2-5410-879CF998A70E}"/>
          </ac:spMkLst>
        </pc:spChg>
        <pc:picChg chg="add">
          <ac:chgData name="SUMA K G" userId="c26ce1b90fa457b4" providerId="LiveId" clId="{177E9484-130E-4E12-B564-3031E4042324}" dt="2024-04-25T19:22:30.001" v="88" actId="22"/>
          <ac:picMkLst>
            <pc:docMk/>
            <pc:sldMk cId="984967428" sldId="640"/>
            <ac:picMk id="5" creationId="{A3A6AF04-B07D-B51A-3368-485F8BAB834D}"/>
          </ac:picMkLst>
        </pc:picChg>
      </pc:sldChg>
      <pc:sldChg chg="addSp delSp modSp new mod">
        <pc:chgData name="SUMA K G" userId="c26ce1b90fa457b4" providerId="LiveId" clId="{177E9484-130E-4E12-B564-3031E4042324}" dt="2024-04-25T19:23:15.759" v="110" actId="14100"/>
        <pc:sldMkLst>
          <pc:docMk/>
          <pc:sldMk cId="2549826248" sldId="641"/>
        </pc:sldMkLst>
        <pc:spChg chg="add del mod">
          <ac:chgData name="SUMA K G" userId="c26ce1b90fa457b4" providerId="LiveId" clId="{177E9484-130E-4E12-B564-3031E4042324}" dt="2024-04-25T19:23:15.759" v="110" actId="14100"/>
          <ac:spMkLst>
            <pc:docMk/>
            <pc:sldMk cId="2549826248" sldId="641"/>
            <ac:spMk id="3" creationId="{EE7CA1CC-A1B7-A3A4-E9CF-95AB1D945645}"/>
          </ac:spMkLst>
        </pc:spChg>
        <pc:spChg chg="add mod">
          <ac:chgData name="SUMA K G" userId="c26ce1b90fa457b4" providerId="LiveId" clId="{177E9484-130E-4E12-B564-3031E4042324}" dt="2024-04-25T19:23:02.280" v="108"/>
          <ac:spMkLst>
            <pc:docMk/>
            <pc:sldMk cId="2549826248" sldId="641"/>
            <ac:spMk id="4" creationId="{0413BABA-A47F-7F97-7D47-9D23C701CF56}"/>
          </ac:spMkLst>
        </pc:spChg>
        <pc:picChg chg="add mod">
          <ac:chgData name="SUMA K G" userId="c26ce1b90fa457b4" providerId="LiveId" clId="{177E9484-130E-4E12-B564-3031E4042324}" dt="2024-04-25T19:22:54.253" v="106" actId="1076"/>
          <ac:picMkLst>
            <pc:docMk/>
            <pc:sldMk cId="2549826248" sldId="641"/>
            <ac:picMk id="4098" creationId="{8FD9DEE2-80B2-B4E5-F21B-26799EC59F1A}"/>
          </ac:picMkLst>
        </pc:picChg>
      </pc:sldChg>
      <pc:sldChg chg="modSp new mod">
        <pc:chgData name="SUMA K G" userId="c26ce1b90fa457b4" providerId="LiveId" clId="{177E9484-130E-4E12-B564-3031E4042324}" dt="2024-04-25T19:23:32.822" v="114" actId="27636"/>
        <pc:sldMkLst>
          <pc:docMk/>
          <pc:sldMk cId="2831552760" sldId="642"/>
        </pc:sldMkLst>
        <pc:spChg chg="mod">
          <ac:chgData name="SUMA K G" userId="c26ce1b90fa457b4" providerId="LiveId" clId="{177E9484-130E-4E12-B564-3031E4042324}" dt="2024-04-25T19:23:26.415" v="112"/>
          <ac:spMkLst>
            <pc:docMk/>
            <pc:sldMk cId="2831552760" sldId="642"/>
            <ac:spMk id="2" creationId="{CDB4EB16-4F47-4CCD-BF8F-C94012000A8E}"/>
          </ac:spMkLst>
        </pc:spChg>
        <pc:spChg chg="mod">
          <ac:chgData name="SUMA K G" userId="c26ce1b90fa457b4" providerId="LiveId" clId="{177E9484-130E-4E12-B564-3031E4042324}" dt="2024-04-25T19:23:32.822" v="114" actId="27636"/>
          <ac:spMkLst>
            <pc:docMk/>
            <pc:sldMk cId="2831552760" sldId="642"/>
            <ac:spMk id="3" creationId="{6CB72518-53D9-41EC-7746-C862391EC69F}"/>
          </ac:spMkLst>
        </pc:spChg>
      </pc:sldChg>
      <pc:sldChg chg="modSp new mod">
        <pc:chgData name="SUMA K G" userId="c26ce1b90fa457b4" providerId="LiveId" clId="{177E9484-130E-4E12-B564-3031E4042324}" dt="2024-04-25T19:23:45.598" v="118" actId="27636"/>
        <pc:sldMkLst>
          <pc:docMk/>
          <pc:sldMk cId="4201822665" sldId="643"/>
        </pc:sldMkLst>
        <pc:spChg chg="mod">
          <ac:chgData name="SUMA K G" userId="c26ce1b90fa457b4" providerId="LiveId" clId="{177E9484-130E-4E12-B564-3031E4042324}" dt="2024-04-25T19:23:40.450" v="116"/>
          <ac:spMkLst>
            <pc:docMk/>
            <pc:sldMk cId="4201822665" sldId="643"/>
            <ac:spMk id="2" creationId="{E54EA8B6-DCD8-226B-2C36-28D9199596F4}"/>
          </ac:spMkLst>
        </pc:spChg>
        <pc:spChg chg="mod">
          <ac:chgData name="SUMA K G" userId="c26ce1b90fa457b4" providerId="LiveId" clId="{177E9484-130E-4E12-B564-3031E4042324}" dt="2024-04-25T19:23:45.598" v="118" actId="27636"/>
          <ac:spMkLst>
            <pc:docMk/>
            <pc:sldMk cId="4201822665" sldId="643"/>
            <ac:spMk id="3" creationId="{91B09191-C94F-D485-AF3E-D4987DABEC4F}"/>
          </ac:spMkLst>
        </pc:spChg>
      </pc:sldChg>
      <pc:sldChg chg="modSp new mod">
        <pc:chgData name="SUMA K G" userId="c26ce1b90fa457b4" providerId="LiveId" clId="{177E9484-130E-4E12-B564-3031E4042324}" dt="2024-04-25T19:24:01.683" v="122" actId="27636"/>
        <pc:sldMkLst>
          <pc:docMk/>
          <pc:sldMk cId="3107014009" sldId="644"/>
        </pc:sldMkLst>
        <pc:spChg chg="mod">
          <ac:chgData name="SUMA K G" userId="c26ce1b90fa457b4" providerId="LiveId" clId="{177E9484-130E-4E12-B564-3031E4042324}" dt="2024-04-25T19:23:55.663" v="120"/>
          <ac:spMkLst>
            <pc:docMk/>
            <pc:sldMk cId="3107014009" sldId="644"/>
            <ac:spMk id="2" creationId="{99E54582-3621-7EEA-5008-CA61A69BE676}"/>
          </ac:spMkLst>
        </pc:spChg>
        <pc:spChg chg="mod">
          <ac:chgData name="SUMA K G" userId="c26ce1b90fa457b4" providerId="LiveId" clId="{177E9484-130E-4E12-B564-3031E4042324}" dt="2024-04-25T19:24:01.683" v="122" actId="27636"/>
          <ac:spMkLst>
            <pc:docMk/>
            <pc:sldMk cId="3107014009" sldId="644"/>
            <ac:spMk id="3" creationId="{CD578C5C-7AA7-7AEA-0ADF-69CA5BF0BCAF}"/>
          </ac:spMkLst>
        </pc:spChg>
      </pc:sldChg>
      <pc:sldChg chg="modSp new mod">
        <pc:chgData name="SUMA K G" userId="c26ce1b90fa457b4" providerId="LiveId" clId="{177E9484-130E-4E12-B564-3031E4042324}" dt="2024-04-25T19:25:16.570" v="140" actId="27636"/>
        <pc:sldMkLst>
          <pc:docMk/>
          <pc:sldMk cId="621275505" sldId="645"/>
        </pc:sldMkLst>
        <pc:spChg chg="mod">
          <ac:chgData name="SUMA K G" userId="c26ce1b90fa457b4" providerId="LiveId" clId="{177E9484-130E-4E12-B564-3031E4042324}" dt="2024-04-25T19:24:07.470" v="124"/>
          <ac:spMkLst>
            <pc:docMk/>
            <pc:sldMk cId="621275505" sldId="645"/>
            <ac:spMk id="2" creationId="{D584758E-22CE-822B-FC75-507A74242CBA}"/>
          </ac:spMkLst>
        </pc:spChg>
        <pc:spChg chg="mod">
          <ac:chgData name="SUMA K G" userId="c26ce1b90fa457b4" providerId="LiveId" clId="{177E9484-130E-4E12-B564-3031E4042324}" dt="2024-04-25T19:25:16.570" v="140" actId="27636"/>
          <ac:spMkLst>
            <pc:docMk/>
            <pc:sldMk cId="621275505" sldId="645"/>
            <ac:spMk id="3" creationId="{55F8305C-B3F2-DB78-1A98-AF3EC2AFED5B}"/>
          </ac:spMkLst>
        </pc:spChg>
      </pc:sldChg>
      <pc:sldChg chg="modSp new mod">
        <pc:chgData name="SUMA K G" userId="c26ce1b90fa457b4" providerId="LiveId" clId="{177E9484-130E-4E12-B564-3031E4042324}" dt="2024-04-25T19:24:33.813" v="129" actId="27636"/>
        <pc:sldMkLst>
          <pc:docMk/>
          <pc:sldMk cId="3121625364" sldId="646"/>
        </pc:sldMkLst>
        <pc:spChg chg="mod">
          <ac:chgData name="SUMA K G" userId="c26ce1b90fa457b4" providerId="LiveId" clId="{177E9484-130E-4E12-B564-3031E4042324}" dt="2024-04-25T19:24:33.813" v="129" actId="27636"/>
          <ac:spMkLst>
            <pc:docMk/>
            <pc:sldMk cId="3121625364" sldId="646"/>
            <ac:spMk id="3" creationId="{A61DD986-D3D1-6DE4-7A66-F2B463D8C8D0}"/>
          </ac:spMkLst>
        </pc:spChg>
      </pc:sldChg>
      <pc:sldChg chg="new">
        <pc:chgData name="SUMA K G" userId="c26ce1b90fa457b4" providerId="LiveId" clId="{177E9484-130E-4E12-B564-3031E4042324}" dt="2024-04-25T19:25:18.719" v="141" actId="680"/>
        <pc:sldMkLst>
          <pc:docMk/>
          <pc:sldMk cId="3444560896" sldId="647"/>
        </pc:sldMkLst>
      </pc:sldChg>
      <pc:sldChg chg="modSp new mod">
        <pc:chgData name="SUMA K G" userId="c26ce1b90fa457b4" providerId="LiveId" clId="{177E9484-130E-4E12-B564-3031E4042324}" dt="2024-04-25T19:25:39.403" v="145" actId="27636"/>
        <pc:sldMkLst>
          <pc:docMk/>
          <pc:sldMk cId="1728756116" sldId="648"/>
        </pc:sldMkLst>
        <pc:spChg chg="mod">
          <ac:chgData name="SUMA K G" userId="c26ce1b90fa457b4" providerId="LiveId" clId="{177E9484-130E-4E12-B564-3031E4042324}" dt="2024-04-25T19:25:34" v="143"/>
          <ac:spMkLst>
            <pc:docMk/>
            <pc:sldMk cId="1728756116" sldId="648"/>
            <ac:spMk id="2" creationId="{DA2B60A6-6B0C-C9AB-18D1-EB621C3DCC24}"/>
          </ac:spMkLst>
        </pc:spChg>
        <pc:spChg chg="mod">
          <ac:chgData name="SUMA K G" userId="c26ce1b90fa457b4" providerId="LiveId" clId="{177E9484-130E-4E12-B564-3031E4042324}" dt="2024-04-25T19:25:39.403" v="145" actId="27636"/>
          <ac:spMkLst>
            <pc:docMk/>
            <pc:sldMk cId="1728756116" sldId="648"/>
            <ac:spMk id="3" creationId="{AD0E3AB6-3E65-0640-9B95-A5A1ED54293A}"/>
          </ac:spMkLst>
        </pc:spChg>
      </pc:sldChg>
      <pc:sldChg chg="modSp new mod">
        <pc:chgData name="SUMA K G" userId="c26ce1b90fa457b4" providerId="LiveId" clId="{177E9484-130E-4E12-B564-3031E4042324}" dt="2024-04-25T19:26:06.954" v="153" actId="27636"/>
        <pc:sldMkLst>
          <pc:docMk/>
          <pc:sldMk cId="1532738761" sldId="649"/>
        </pc:sldMkLst>
        <pc:spChg chg="mod">
          <ac:chgData name="SUMA K G" userId="c26ce1b90fa457b4" providerId="LiveId" clId="{177E9484-130E-4E12-B564-3031E4042324}" dt="2024-04-25T19:25:50.211" v="147"/>
          <ac:spMkLst>
            <pc:docMk/>
            <pc:sldMk cId="1532738761" sldId="649"/>
            <ac:spMk id="2" creationId="{11EF32DF-18CE-E733-930C-74E7212B1D00}"/>
          </ac:spMkLst>
        </pc:spChg>
        <pc:spChg chg="mod">
          <ac:chgData name="SUMA K G" userId="c26ce1b90fa457b4" providerId="LiveId" clId="{177E9484-130E-4E12-B564-3031E4042324}" dt="2024-04-25T19:26:06.954" v="153" actId="27636"/>
          <ac:spMkLst>
            <pc:docMk/>
            <pc:sldMk cId="1532738761" sldId="649"/>
            <ac:spMk id="3" creationId="{C279F1D8-FD66-002A-C8E4-2907A413ECB5}"/>
          </ac:spMkLst>
        </pc:spChg>
      </pc:sldChg>
      <pc:sldChg chg="modSp new mod">
        <pc:chgData name="SUMA K G" userId="c26ce1b90fa457b4" providerId="LiveId" clId="{177E9484-130E-4E12-B564-3031E4042324}" dt="2024-04-25T19:26:22.714" v="154"/>
        <pc:sldMkLst>
          <pc:docMk/>
          <pc:sldMk cId="4172055002" sldId="650"/>
        </pc:sldMkLst>
        <pc:spChg chg="mod">
          <ac:chgData name="SUMA K G" userId="c26ce1b90fa457b4" providerId="LiveId" clId="{177E9484-130E-4E12-B564-3031E4042324}" dt="2024-04-25T19:25:53.407" v="149"/>
          <ac:spMkLst>
            <pc:docMk/>
            <pc:sldMk cId="4172055002" sldId="650"/>
            <ac:spMk id="2" creationId="{0738E166-A315-75D6-92E4-E549A73D9258}"/>
          </ac:spMkLst>
        </pc:spChg>
        <pc:spChg chg="mod">
          <ac:chgData name="SUMA K G" userId="c26ce1b90fa457b4" providerId="LiveId" clId="{177E9484-130E-4E12-B564-3031E4042324}" dt="2024-04-25T19:26:22.714" v="154"/>
          <ac:spMkLst>
            <pc:docMk/>
            <pc:sldMk cId="4172055002" sldId="650"/>
            <ac:spMk id="3" creationId="{4E9DC741-A8B4-F50B-DDBC-A8B72B95A74A}"/>
          </ac:spMkLst>
        </pc:spChg>
      </pc:sldChg>
      <pc:sldChg chg="modSp new mod">
        <pc:chgData name="SUMA K G" userId="c26ce1b90fa457b4" providerId="LiveId" clId="{177E9484-130E-4E12-B564-3031E4042324}" dt="2024-04-25T19:26:38.584" v="158" actId="27636"/>
        <pc:sldMkLst>
          <pc:docMk/>
          <pc:sldMk cId="2540866453" sldId="651"/>
        </pc:sldMkLst>
        <pc:spChg chg="mod">
          <ac:chgData name="SUMA K G" userId="c26ce1b90fa457b4" providerId="LiveId" clId="{177E9484-130E-4E12-B564-3031E4042324}" dt="2024-04-25T19:25:56.359" v="151"/>
          <ac:spMkLst>
            <pc:docMk/>
            <pc:sldMk cId="2540866453" sldId="651"/>
            <ac:spMk id="2" creationId="{1F71CD86-CDBA-750C-A53D-00FABB239E15}"/>
          </ac:spMkLst>
        </pc:spChg>
        <pc:spChg chg="mod">
          <ac:chgData name="SUMA K G" userId="c26ce1b90fa457b4" providerId="LiveId" clId="{177E9484-130E-4E12-B564-3031E4042324}" dt="2024-04-25T19:26:38.584" v="158" actId="27636"/>
          <ac:spMkLst>
            <pc:docMk/>
            <pc:sldMk cId="2540866453" sldId="651"/>
            <ac:spMk id="3" creationId="{C5E1FB25-F679-EF6A-CAA2-80D891AD7778}"/>
          </ac:spMkLst>
        </pc:spChg>
      </pc:sldChg>
      <pc:sldChg chg="modSp new mod">
        <pc:chgData name="SUMA K G" userId="c26ce1b90fa457b4" providerId="LiveId" clId="{177E9484-130E-4E12-B564-3031E4042324}" dt="2024-04-25T19:26:54.974" v="162" actId="27636"/>
        <pc:sldMkLst>
          <pc:docMk/>
          <pc:sldMk cId="1771308492" sldId="652"/>
        </pc:sldMkLst>
        <pc:spChg chg="mod">
          <ac:chgData name="SUMA K G" userId="c26ce1b90fa457b4" providerId="LiveId" clId="{177E9484-130E-4E12-B564-3031E4042324}" dt="2024-04-25T19:26:46.089" v="160"/>
          <ac:spMkLst>
            <pc:docMk/>
            <pc:sldMk cId="1771308492" sldId="652"/>
            <ac:spMk id="2" creationId="{793449EF-B874-AD86-1DC0-394E1D2014B1}"/>
          </ac:spMkLst>
        </pc:spChg>
        <pc:spChg chg="mod">
          <ac:chgData name="SUMA K G" userId="c26ce1b90fa457b4" providerId="LiveId" clId="{177E9484-130E-4E12-B564-3031E4042324}" dt="2024-04-25T19:26:54.974" v="162" actId="27636"/>
          <ac:spMkLst>
            <pc:docMk/>
            <pc:sldMk cId="1771308492" sldId="652"/>
            <ac:spMk id="3" creationId="{81633043-663A-CB1E-9718-F54125C44A8F}"/>
          </ac:spMkLst>
        </pc:spChg>
      </pc:sldChg>
      <pc:sldChg chg="modSp new mod">
        <pc:chgData name="SUMA K G" userId="c26ce1b90fa457b4" providerId="LiveId" clId="{177E9484-130E-4E12-B564-3031E4042324}" dt="2024-04-25T19:27:09.341" v="166"/>
        <pc:sldMkLst>
          <pc:docMk/>
          <pc:sldMk cId="3419986860" sldId="653"/>
        </pc:sldMkLst>
        <pc:spChg chg="mod">
          <ac:chgData name="SUMA K G" userId="c26ce1b90fa457b4" providerId="LiveId" clId="{177E9484-130E-4E12-B564-3031E4042324}" dt="2024-04-25T19:27:09.341" v="166"/>
          <ac:spMkLst>
            <pc:docMk/>
            <pc:sldMk cId="3419986860" sldId="653"/>
            <ac:spMk id="2" creationId="{FC2331EA-2BD3-2DBF-2E0B-AE5A1082A14D}"/>
          </ac:spMkLst>
        </pc:spChg>
        <pc:spChg chg="mod">
          <ac:chgData name="SUMA K G" userId="c26ce1b90fa457b4" providerId="LiveId" clId="{177E9484-130E-4E12-B564-3031E4042324}" dt="2024-04-25T19:27:04.971" v="165" actId="27636"/>
          <ac:spMkLst>
            <pc:docMk/>
            <pc:sldMk cId="3419986860" sldId="653"/>
            <ac:spMk id="3" creationId="{84E6FAFA-43CE-DEA7-D3AD-707CA08B1657}"/>
          </ac:spMkLst>
        </pc:spChg>
      </pc:sldChg>
      <pc:sldChg chg="modSp new mod">
        <pc:chgData name="SUMA K G" userId="c26ce1b90fa457b4" providerId="LiveId" clId="{177E9484-130E-4E12-B564-3031E4042324}" dt="2024-04-25T19:27:18.405" v="169"/>
        <pc:sldMkLst>
          <pc:docMk/>
          <pc:sldMk cId="2488320780" sldId="654"/>
        </pc:sldMkLst>
        <pc:spChg chg="mod">
          <ac:chgData name="SUMA K G" userId="c26ce1b90fa457b4" providerId="LiveId" clId="{177E9484-130E-4E12-B564-3031E4042324}" dt="2024-04-25T19:27:12.155" v="168"/>
          <ac:spMkLst>
            <pc:docMk/>
            <pc:sldMk cId="2488320780" sldId="654"/>
            <ac:spMk id="2" creationId="{8B69C6A6-9E85-A2C1-7F13-A5FF257641A6}"/>
          </ac:spMkLst>
        </pc:spChg>
        <pc:spChg chg="mod">
          <ac:chgData name="SUMA K G" userId="c26ce1b90fa457b4" providerId="LiveId" clId="{177E9484-130E-4E12-B564-3031E4042324}" dt="2024-04-25T19:27:18.405" v="169"/>
          <ac:spMkLst>
            <pc:docMk/>
            <pc:sldMk cId="2488320780" sldId="654"/>
            <ac:spMk id="3" creationId="{C1FA20C5-AE55-0223-5C80-64A4021A50CB}"/>
          </ac:spMkLst>
        </pc:spChg>
      </pc:sldChg>
      <pc:sldChg chg="modSp new mod">
        <pc:chgData name="SUMA K G" userId="c26ce1b90fa457b4" providerId="LiveId" clId="{177E9484-130E-4E12-B564-3031E4042324}" dt="2024-04-25T19:27:32.256" v="173"/>
        <pc:sldMkLst>
          <pc:docMk/>
          <pc:sldMk cId="442567465" sldId="655"/>
        </pc:sldMkLst>
        <pc:spChg chg="mod">
          <ac:chgData name="SUMA K G" userId="c26ce1b90fa457b4" providerId="LiveId" clId="{177E9484-130E-4E12-B564-3031E4042324}" dt="2024-04-25T19:27:32.256" v="173"/>
          <ac:spMkLst>
            <pc:docMk/>
            <pc:sldMk cId="442567465" sldId="655"/>
            <ac:spMk id="2" creationId="{59BF1F63-B8F4-7E6C-E3A3-1CF41FEBB7E8}"/>
          </ac:spMkLst>
        </pc:spChg>
        <pc:spChg chg="mod">
          <ac:chgData name="SUMA K G" userId="c26ce1b90fa457b4" providerId="LiveId" clId="{177E9484-130E-4E12-B564-3031E4042324}" dt="2024-04-25T19:27:27.239" v="172" actId="27636"/>
          <ac:spMkLst>
            <pc:docMk/>
            <pc:sldMk cId="442567465" sldId="655"/>
            <ac:spMk id="3" creationId="{DE55AEAD-AB26-00FB-B8DA-22C7B7FB9587}"/>
          </ac:spMkLst>
        </pc:spChg>
      </pc:sldChg>
      <pc:sldChg chg="del">
        <pc:chgData name="SUMA K G" userId="c26ce1b90fa457b4" providerId="LiveId" clId="{177E9484-130E-4E12-B564-3031E4042324}" dt="2024-04-25T19:02:28.058" v="3" actId="47"/>
        <pc:sldMkLst>
          <pc:docMk/>
          <pc:sldMk cId="2361540044" sldId="655"/>
        </pc:sldMkLst>
      </pc:sldChg>
      <pc:sldChg chg="new">
        <pc:chgData name="SUMA K G" userId="c26ce1b90fa457b4" providerId="LiveId" clId="{177E9484-130E-4E12-B564-3031E4042324}" dt="2024-04-25T19:28:08.667" v="174" actId="680"/>
        <pc:sldMkLst>
          <pc:docMk/>
          <pc:sldMk cId="4163169801" sldId="656"/>
        </pc:sldMkLst>
      </pc:sldChg>
      <pc:sldChg chg="del">
        <pc:chgData name="SUMA K G" userId="c26ce1b90fa457b4" providerId="LiveId" clId="{177E9484-130E-4E12-B564-3031E4042324}" dt="2024-04-25T19:02:28.240" v="4" actId="47"/>
        <pc:sldMkLst>
          <pc:docMk/>
          <pc:sldMk cId="4198953775" sldId="656"/>
        </pc:sldMkLst>
      </pc:sldChg>
      <pc:sldChg chg="del">
        <pc:chgData name="SUMA K G" userId="c26ce1b90fa457b4" providerId="LiveId" clId="{177E9484-130E-4E12-B564-3031E4042324}" dt="2024-04-25T19:02:28.439" v="5" actId="47"/>
        <pc:sldMkLst>
          <pc:docMk/>
          <pc:sldMk cId="187819370" sldId="657"/>
        </pc:sldMkLst>
      </pc:sldChg>
      <pc:sldChg chg="modSp new mod">
        <pc:chgData name="SUMA K G" userId="c26ce1b90fa457b4" providerId="LiveId" clId="{177E9484-130E-4E12-B564-3031E4042324}" dt="2024-04-25T19:28:17.302" v="177"/>
        <pc:sldMkLst>
          <pc:docMk/>
          <pc:sldMk cId="215455815" sldId="657"/>
        </pc:sldMkLst>
        <pc:spChg chg="mod">
          <ac:chgData name="SUMA K G" userId="c26ce1b90fa457b4" providerId="LiveId" clId="{177E9484-130E-4E12-B564-3031E4042324}" dt="2024-04-25T19:28:11.418" v="176"/>
          <ac:spMkLst>
            <pc:docMk/>
            <pc:sldMk cId="215455815" sldId="657"/>
            <ac:spMk id="2" creationId="{C1EDB9EB-C368-F6BE-335D-7916DF8887A2}"/>
          </ac:spMkLst>
        </pc:spChg>
        <pc:spChg chg="mod">
          <ac:chgData name="SUMA K G" userId="c26ce1b90fa457b4" providerId="LiveId" clId="{177E9484-130E-4E12-B564-3031E4042324}" dt="2024-04-25T19:28:17.302" v="177"/>
          <ac:spMkLst>
            <pc:docMk/>
            <pc:sldMk cId="215455815" sldId="657"/>
            <ac:spMk id="3" creationId="{110569E7-F76D-A9BA-4300-3C43D348FBB8}"/>
          </ac:spMkLst>
        </pc:spChg>
      </pc:sldChg>
      <pc:sldChg chg="modSp new mod">
        <pc:chgData name="SUMA K G" userId="c26ce1b90fa457b4" providerId="LiveId" clId="{177E9484-130E-4E12-B564-3031E4042324}" dt="2024-04-25T19:28:32.030" v="181" actId="27636"/>
        <pc:sldMkLst>
          <pc:docMk/>
          <pc:sldMk cId="140570190" sldId="658"/>
        </pc:sldMkLst>
        <pc:spChg chg="mod">
          <ac:chgData name="SUMA K G" userId="c26ce1b90fa457b4" providerId="LiveId" clId="{177E9484-130E-4E12-B564-3031E4042324}" dt="2024-04-25T19:28:24.104" v="179"/>
          <ac:spMkLst>
            <pc:docMk/>
            <pc:sldMk cId="140570190" sldId="658"/>
            <ac:spMk id="2" creationId="{67BD6469-1FE3-8C7D-FC15-297CCE41BB96}"/>
          </ac:spMkLst>
        </pc:spChg>
        <pc:spChg chg="mod">
          <ac:chgData name="SUMA K G" userId="c26ce1b90fa457b4" providerId="LiveId" clId="{177E9484-130E-4E12-B564-3031E4042324}" dt="2024-04-25T19:28:32.030" v="181" actId="27636"/>
          <ac:spMkLst>
            <pc:docMk/>
            <pc:sldMk cId="140570190" sldId="658"/>
            <ac:spMk id="3" creationId="{DD66E0FF-A9F5-F628-B694-E83BE61FE6F7}"/>
          </ac:spMkLst>
        </pc:spChg>
      </pc:sldChg>
      <pc:sldChg chg="modSp new mod">
        <pc:chgData name="SUMA K G" userId="c26ce1b90fa457b4" providerId="LiveId" clId="{177E9484-130E-4E12-B564-3031E4042324}" dt="2024-04-25T19:28:47.448" v="186" actId="27636"/>
        <pc:sldMkLst>
          <pc:docMk/>
          <pc:sldMk cId="3838120174" sldId="659"/>
        </pc:sldMkLst>
        <pc:spChg chg="mod">
          <ac:chgData name="SUMA K G" userId="c26ce1b90fa457b4" providerId="LiveId" clId="{177E9484-130E-4E12-B564-3031E4042324}" dt="2024-04-25T19:28:39.356" v="184" actId="27636"/>
          <ac:spMkLst>
            <pc:docMk/>
            <pc:sldMk cId="3838120174" sldId="659"/>
            <ac:spMk id="2" creationId="{3B0D643D-561D-B671-26AD-C9A9B6827478}"/>
          </ac:spMkLst>
        </pc:spChg>
        <pc:spChg chg="mod">
          <ac:chgData name="SUMA K G" userId="c26ce1b90fa457b4" providerId="LiveId" clId="{177E9484-130E-4E12-B564-3031E4042324}" dt="2024-04-25T19:28:47.448" v="186" actId="27636"/>
          <ac:spMkLst>
            <pc:docMk/>
            <pc:sldMk cId="3838120174" sldId="659"/>
            <ac:spMk id="3" creationId="{3B5C1C42-6E4B-FA42-A48B-178190BA0CE4}"/>
          </ac:spMkLst>
        </pc:spChg>
      </pc:sldChg>
      <pc:sldChg chg="modSp new mod">
        <pc:chgData name="SUMA K G" userId="c26ce1b90fa457b4" providerId="LiveId" clId="{177E9484-130E-4E12-B564-3031E4042324}" dt="2024-04-25T19:29:12.185" v="191" actId="27636"/>
        <pc:sldMkLst>
          <pc:docMk/>
          <pc:sldMk cId="3049697209" sldId="660"/>
        </pc:sldMkLst>
        <pc:spChg chg="mod">
          <ac:chgData name="SUMA K G" userId="c26ce1b90fa457b4" providerId="LiveId" clId="{177E9484-130E-4E12-B564-3031E4042324}" dt="2024-04-25T19:28:54.691" v="189" actId="27636"/>
          <ac:spMkLst>
            <pc:docMk/>
            <pc:sldMk cId="3049697209" sldId="660"/>
            <ac:spMk id="2" creationId="{673191FF-5252-5548-9C76-3389A1FC58FA}"/>
          </ac:spMkLst>
        </pc:spChg>
        <pc:spChg chg="mod">
          <ac:chgData name="SUMA K G" userId="c26ce1b90fa457b4" providerId="LiveId" clId="{177E9484-130E-4E12-B564-3031E4042324}" dt="2024-04-25T19:29:12.185" v="191" actId="27636"/>
          <ac:spMkLst>
            <pc:docMk/>
            <pc:sldMk cId="3049697209" sldId="660"/>
            <ac:spMk id="3" creationId="{49B3DA14-85E6-0061-0372-5BFF0208C1F6}"/>
          </ac:spMkLst>
        </pc:spChg>
      </pc:sldChg>
      <pc:sldChg chg="modSp new mod">
        <pc:chgData name="SUMA K G" userId="c26ce1b90fa457b4" providerId="LiveId" clId="{177E9484-130E-4E12-B564-3031E4042324}" dt="2024-04-25T19:29:28.690" v="195" actId="27636"/>
        <pc:sldMkLst>
          <pc:docMk/>
          <pc:sldMk cId="3570972906" sldId="661"/>
        </pc:sldMkLst>
        <pc:spChg chg="mod">
          <ac:chgData name="SUMA K G" userId="c26ce1b90fa457b4" providerId="LiveId" clId="{177E9484-130E-4E12-B564-3031E4042324}" dt="2024-04-25T19:29:23.132" v="193"/>
          <ac:spMkLst>
            <pc:docMk/>
            <pc:sldMk cId="3570972906" sldId="661"/>
            <ac:spMk id="2" creationId="{28C016DB-1BBB-C28A-85EE-B3ECDE32C755}"/>
          </ac:spMkLst>
        </pc:spChg>
        <pc:spChg chg="mod">
          <ac:chgData name="SUMA K G" userId="c26ce1b90fa457b4" providerId="LiveId" clId="{177E9484-130E-4E12-B564-3031E4042324}" dt="2024-04-25T19:29:28.690" v="195" actId="27636"/>
          <ac:spMkLst>
            <pc:docMk/>
            <pc:sldMk cId="3570972906" sldId="661"/>
            <ac:spMk id="3" creationId="{551459DC-72A3-9012-BBEF-EE65FB12867E}"/>
          </ac:spMkLst>
        </pc:spChg>
      </pc:sldChg>
    </pc:docChg>
  </pc:docChgLst>
  <pc:docChgLst>
    <pc:chgData name="SUMA K G" userId="c26ce1b90fa457b4" providerId="LiveId" clId="{39E1F23D-DDE8-44AE-BC1A-17CC33E926C1}"/>
    <pc:docChg chg="undo custSel addSld delSld modSld sldOrd">
      <pc:chgData name="SUMA K G" userId="c26ce1b90fa457b4" providerId="LiveId" clId="{39E1F23D-DDE8-44AE-BC1A-17CC33E926C1}" dt="2024-04-04T05:29:33.969" v="545" actId="20577"/>
      <pc:docMkLst>
        <pc:docMk/>
      </pc:docMkLst>
      <pc:sldChg chg="modSp mod">
        <pc:chgData name="SUMA K G" userId="c26ce1b90fa457b4" providerId="LiveId" clId="{39E1F23D-DDE8-44AE-BC1A-17CC33E926C1}" dt="2024-04-04T04:00:50.559" v="160" actId="13926"/>
        <pc:sldMkLst>
          <pc:docMk/>
          <pc:sldMk cId="1385568766" sldId="260"/>
        </pc:sldMkLst>
        <pc:spChg chg="mod">
          <ac:chgData name="SUMA K G" userId="c26ce1b90fa457b4" providerId="LiveId" clId="{39E1F23D-DDE8-44AE-BC1A-17CC33E926C1}" dt="2024-04-04T04:00:50.559" v="160" actId="13926"/>
          <ac:spMkLst>
            <pc:docMk/>
            <pc:sldMk cId="1385568766" sldId="260"/>
            <ac:spMk id="3" creationId="{EC7FE152-4D77-18DF-A8D9-2F7A2946B887}"/>
          </ac:spMkLst>
        </pc:spChg>
      </pc:sldChg>
      <pc:sldChg chg="modSp mod">
        <pc:chgData name="SUMA K G" userId="c26ce1b90fa457b4" providerId="LiveId" clId="{39E1F23D-DDE8-44AE-BC1A-17CC33E926C1}" dt="2024-04-04T05:29:33.969" v="545" actId="20577"/>
        <pc:sldMkLst>
          <pc:docMk/>
          <pc:sldMk cId="2773029733" sldId="585"/>
        </pc:sldMkLst>
        <pc:spChg chg="mod">
          <ac:chgData name="SUMA K G" userId="c26ce1b90fa457b4" providerId="LiveId" clId="{39E1F23D-DDE8-44AE-BC1A-17CC33E926C1}" dt="2024-04-04T05:29:33.969" v="545" actId="20577"/>
          <ac:spMkLst>
            <pc:docMk/>
            <pc:sldMk cId="2773029733" sldId="585"/>
            <ac:spMk id="3" creationId="{FD6B1D31-C4E7-8A73-DE3F-694072EBD1FA}"/>
          </ac:spMkLst>
        </pc:spChg>
      </pc:sldChg>
      <pc:sldChg chg="del">
        <pc:chgData name="SUMA K G" userId="c26ce1b90fa457b4" providerId="LiveId" clId="{39E1F23D-DDE8-44AE-BC1A-17CC33E926C1}" dt="2024-04-04T04:00:42.754" v="158" actId="47"/>
        <pc:sldMkLst>
          <pc:docMk/>
          <pc:sldMk cId="3351007628" sldId="622"/>
        </pc:sldMkLst>
      </pc:sldChg>
      <pc:sldChg chg="modSp new mod">
        <pc:chgData name="SUMA K G" userId="c26ce1b90fa457b4" providerId="LiveId" clId="{39E1F23D-DDE8-44AE-BC1A-17CC33E926C1}" dt="2024-04-04T03:58:58.919" v="102" actId="20577"/>
        <pc:sldMkLst>
          <pc:docMk/>
          <pc:sldMk cId="1773576367" sldId="623"/>
        </pc:sldMkLst>
        <pc:spChg chg="mod">
          <ac:chgData name="SUMA K G" userId="c26ce1b90fa457b4" providerId="LiveId" clId="{39E1F23D-DDE8-44AE-BC1A-17CC33E926C1}" dt="2024-04-04T03:58:09.794" v="77" actId="6549"/>
          <ac:spMkLst>
            <pc:docMk/>
            <pc:sldMk cId="1773576367" sldId="623"/>
            <ac:spMk id="2" creationId="{62CFD67A-AF25-2F07-7CCF-E8C57BA01F89}"/>
          </ac:spMkLst>
        </pc:spChg>
        <pc:spChg chg="mod">
          <ac:chgData name="SUMA K G" userId="c26ce1b90fa457b4" providerId="LiveId" clId="{39E1F23D-DDE8-44AE-BC1A-17CC33E926C1}" dt="2024-04-04T03:58:58.919" v="102" actId="20577"/>
          <ac:spMkLst>
            <pc:docMk/>
            <pc:sldMk cId="1773576367" sldId="623"/>
            <ac:spMk id="3" creationId="{E81C95D5-E225-B0AC-1F28-1996878717A0}"/>
          </ac:spMkLst>
        </pc:spChg>
      </pc:sldChg>
      <pc:sldChg chg="modSp new mod ord">
        <pc:chgData name="SUMA K G" userId="c26ce1b90fa457b4" providerId="LiveId" clId="{39E1F23D-DDE8-44AE-BC1A-17CC33E926C1}" dt="2024-04-04T05:11:15.280" v="267"/>
        <pc:sldMkLst>
          <pc:docMk/>
          <pc:sldMk cId="414711314" sldId="624"/>
        </pc:sldMkLst>
        <pc:spChg chg="mod">
          <ac:chgData name="SUMA K G" userId="c26ce1b90fa457b4" providerId="LiveId" clId="{39E1F23D-DDE8-44AE-BC1A-17CC33E926C1}" dt="2024-04-04T04:01:36.059" v="168" actId="113"/>
          <ac:spMkLst>
            <pc:docMk/>
            <pc:sldMk cId="414711314" sldId="624"/>
            <ac:spMk id="2" creationId="{3681CEA3-0A3F-603B-EE54-6AFC803AB51D}"/>
          </ac:spMkLst>
        </pc:spChg>
        <pc:spChg chg="mod">
          <ac:chgData name="SUMA K G" userId="c26ce1b90fa457b4" providerId="LiveId" clId="{39E1F23D-DDE8-44AE-BC1A-17CC33E926C1}" dt="2024-04-04T04:01:43.725" v="171" actId="123"/>
          <ac:spMkLst>
            <pc:docMk/>
            <pc:sldMk cId="414711314" sldId="624"/>
            <ac:spMk id="3" creationId="{29B81F87-B17F-DAA1-336A-26C60BF6BAC0}"/>
          </ac:spMkLst>
        </pc:spChg>
      </pc:sldChg>
      <pc:sldChg chg="add">
        <pc:chgData name="SUMA K G" userId="c26ce1b90fa457b4" providerId="LiveId" clId="{39E1F23D-DDE8-44AE-BC1A-17CC33E926C1}" dt="2024-04-04T05:11:12.311" v="265"/>
        <pc:sldMkLst>
          <pc:docMk/>
          <pc:sldMk cId="2453609987" sldId="625"/>
        </pc:sldMkLst>
      </pc:sldChg>
      <pc:sldChg chg="addSp modSp new del mod">
        <pc:chgData name="SUMA K G" userId="c26ce1b90fa457b4" providerId="LiveId" clId="{39E1F23D-DDE8-44AE-BC1A-17CC33E926C1}" dt="2024-04-04T05:11:06.113" v="264" actId="2696"/>
        <pc:sldMkLst>
          <pc:docMk/>
          <pc:sldMk cId="3159803120" sldId="625"/>
        </pc:sldMkLst>
        <pc:spChg chg="mod">
          <ac:chgData name="SUMA K G" userId="c26ce1b90fa457b4" providerId="LiveId" clId="{39E1F23D-DDE8-44AE-BC1A-17CC33E926C1}" dt="2024-04-04T04:01:32.853" v="167"/>
          <ac:spMkLst>
            <pc:docMk/>
            <pc:sldMk cId="3159803120" sldId="625"/>
            <ac:spMk id="2" creationId="{730AB86D-4ABA-2C36-D785-1E22D52E8060}"/>
          </ac:spMkLst>
        </pc:spChg>
        <pc:picChg chg="add mod">
          <ac:chgData name="SUMA K G" userId="c26ce1b90fa457b4" providerId="LiveId" clId="{39E1F23D-DDE8-44AE-BC1A-17CC33E926C1}" dt="2024-04-04T04:01:23.314" v="166" actId="1076"/>
          <ac:picMkLst>
            <pc:docMk/>
            <pc:sldMk cId="3159803120" sldId="625"/>
            <ac:picMk id="5" creationId="{9BC79062-4064-2A16-7331-D4879B825C42}"/>
          </ac:picMkLst>
        </pc:picChg>
      </pc:sldChg>
      <pc:sldChg chg="addSp modSp new mod ord">
        <pc:chgData name="SUMA K G" userId="c26ce1b90fa457b4" providerId="LiveId" clId="{39E1F23D-DDE8-44AE-BC1A-17CC33E926C1}" dt="2024-04-04T05:29:09.427" v="521"/>
        <pc:sldMkLst>
          <pc:docMk/>
          <pc:sldMk cId="3913018523" sldId="626"/>
        </pc:sldMkLst>
        <pc:spChg chg="mod">
          <ac:chgData name="SUMA K G" userId="c26ce1b90fa457b4" providerId="LiveId" clId="{39E1F23D-DDE8-44AE-BC1A-17CC33E926C1}" dt="2024-04-04T04:24:28.239" v="188"/>
          <ac:spMkLst>
            <pc:docMk/>
            <pc:sldMk cId="3913018523" sldId="626"/>
            <ac:spMk id="2" creationId="{EA33E442-6EA7-3307-4BD9-BE0396D13563}"/>
          </ac:spMkLst>
        </pc:spChg>
        <pc:picChg chg="add mod modCrop">
          <ac:chgData name="SUMA K G" userId="c26ce1b90fa457b4" providerId="LiveId" clId="{39E1F23D-DDE8-44AE-BC1A-17CC33E926C1}" dt="2024-04-04T05:08:14.633" v="250" actId="732"/>
          <ac:picMkLst>
            <pc:docMk/>
            <pc:sldMk cId="3913018523" sldId="626"/>
            <ac:picMk id="5" creationId="{50A7FCA5-6A2B-D469-ADCE-7B355D2B7091}"/>
          </ac:picMkLst>
        </pc:picChg>
      </pc:sldChg>
      <pc:sldChg chg="addSp modSp new mod ord">
        <pc:chgData name="SUMA K G" userId="c26ce1b90fa457b4" providerId="LiveId" clId="{39E1F23D-DDE8-44AE-BC1A-17CC33E926C1}" dt="2024-04-04T05:08:53.031" v="255"/>
        <pc:sldMkLst>
          <pc:docMk/>
          <pc:sldMk cId="2937526511" sldId="627"/>
        </pc:sldMkLst>
        <pc:spChg chg="mod">
          <ac:chgData name="SUMA K G" userId="c26ce1b90fa457b4" providerId="LiveId" clId="{39E1F23D-DDE8-44AE-BC1A-17CC33E926C1}" dt="2024-04-04T04:24:19.123" v="187" actId="255"/>
          <ac:spMkLst>
            <pc:docMk/>
            <pc:sldMk cId="2937526511" sldId="627"/>
            <ac:spMk id="2" creationId="{49A3D982-9D5A-E2D2-D852-18D49C8B2F35}"/>
          </ac:spMkLst>
        </pc:spChg>
        <pc:picChg chg="add mod">
          <ac:chgData name="SUMA K G" userId="c26ce1b90fa457b4" providerId="LiveId" clId="{39E1F23D-DDE8-44AE-BC1A-17CC33E926C1}" dt="2024-04-04T04:23:53.206" v="181" actId="1076"/>
          <ac:picMkLst>
            <pc:docMk/>
            <pc:sldMk cId="2937526511" sldId="627"/>
            <ac:picMk id="5" creationId="{8A15924C-2D5E-C867-0D01-6CD981E2C566}"/>
          </ac:picMkLst>
        </pc:picChg>
      </pc:sldChg>
      <pc:sldChg chg="addSp modSp new mod">
        <pc:chgData name="SUMA K G" userId="c26ce1b90fa457b4" providerId="LiveId" clId="{39E1F23D-DDE8-44AE-BC1A-17CC33E926C1}" dt="2024-04-04T05:08:47.119" v="253" actId="1076"/>
        <pc:sldMkLst>
          <pc:docMk/>
          <pc:sldMk cId="2419977516" sldId="628"/>
        </pc:sldMkLst>
        <pc:spChg chg="mod">
          <ac:chgData name="SUMA K G" userId="c26ce1b90fa457b4" providerId="LiveId" clId="{39E1F23D-DDE8-44AE-BC1A-17CC33E926C1}" dt="2024-04-04T04:24:57.115" v="193" actId="113"/>
          <ac:spMkLst>
            <pc:docMk/>
            <pc:sldMk cId="2419977516" sldId="628"/>
            <ac:spMk id="2" creationId="{28747D81-86B4-2C03-2893-2993F6D82D76}"/>
          </ac:spMkLst>
        </pc:spChg>
        <pc:picChg chg="add mod">
          <ac:chgData name="SUMA K G" userId="c26ce1b90fa457b4" providerId="LiveId" clId="{39E1F23D-DDE8-44AE-BC1A-17CC33E926C1}" dt="2024-04-04T05:08:47.119" v="253" actId="1076"/>
          <ac:picMkLst>
            <pc:docMk/>
            <pc:sldMk cId="2419977516" sldId="628"/>
            <ac:picMk id="5" creationId="{272C8C76-B507-BABB-293B-E8EBC2268278}"/>
          </ac:picMkLst>
        </pc:picChg>
      </pc:sldChg>
      <pc:sldChg chg="addSp modSp new mod ord">
        <pc:chgData name="SUMA K G" userId="c26ce1b90fa457b4" providerId="LiveId" clId="{39E1F23D-DDE8-44AE-BC1A-17CC33E926C1}" dt="2024-04-04T05:29:17.912" v="523"/>
        <pc:sldMkLst>
          <pc:docMk/>
          <pc:sldMk cId="270657564" sldId="629"/>
        </pc:sldMkLst>
        <pc:spChg chg="mod">
          <ac:chgData name="SUMA K G" userId="c26ce1b90fa457b4" providerId="LiveId" clId="{39E1F23D-DDE8-44AE-BC1A-17CC33E926C1}" dt="2024-04-04T04:25:09.374" v="197" actId="113"/>
          <ac:spMkLst>
            <pc:docMk/>
            <pc:sldMk cId="270657564" sldId="629"/>
            <ac:spMk id="2" creationId="{02D374A1-8F2F-45C4-D21A-7349CC5D0B37}"/>
          </ac:spMkLst>
        </pc:spChg>
        <pc:picChg chg="add mod">
          <ac:chgData name="SUMA K G" userId="c26ce1b90fa457b4" providerId="LiveId" clId="{39E1F23D-DDE8-44AE-BC1A-17CC33E926C1}" dt="2024-04-04T04:25:31.239" v="201" actId="14100"/>
          <ac:picMkLst>
            <pc:docMk/>
            <pc:sldMk cId="270657564" sldId="629"/>
            <ac:picMk id="5" creationId="{F74E83DF-EC5B-1BA4-EF05-0903BD06D7C1}"/>
          </ac:picMkLst>
        </pc:picChg>
      </pc:sldChg>
      <pc:sldChg chg="modSp new mod">
        <pc:chgData name="SUMA K G" userId="c26ce1b90fa457b4" providerId="LiveId" clId="{39E1F23D-DDE8-44AE-BC1A-17CC33E926C1}" dt="2024-04-04T05:10:18.924" v="263" actId="20577"/>
        <pc:sldMkLst>
          <pc:docMk/>
          <pc:sldMk cId="2477074326" sldId="630"/>
        </pc:sldMkLst>
        <pc:spChg chg="mod">
          <ac:chgData name="SUMA K G" userId="c26ce1b90fa457b4" providerId="LiveId" clId="{39E1F23D-DDE8-44AE-BC1A-17CC33E926C1}" dt="2024-04-04T05:10:18.924" v="263" actId="20577"/>
          <ac:spMkLst>
            <pc:docMk/>
            <pc:sldMk cId="2477074326" sldId="630"/>
            <ac:spMk id="3" creationId="{F4B13E75-2A1C-1CAB-D03B-CC2283B623D2}"/>
          </ac:spMkLst>
        </pc:spChg>
      </pc:sldChg>
      <pc:sldChg chg="addSp modSp new mod">
        <pc:chgData name="SUMA K G" userId="c26ce1b90fa457b4" providerId="LiveId" clId="{39E1F23D-DDE8-44AE-BC1A-17CC33E926C1}" dt="2024-04-04T04:27:02.347" v="226" actId="14100"/>
        <pc:sldMkLst>
          <pc:docMk/>
          <pc:sldMk cId="1263642625" sldId="631"/>
        </pc:sldMkLst>
        <pc:spChg chg="mod">
          <ac:chgData name="SUMA K G" userId="c26ce1b90fa457b4" providerId="LiveId" clId="{39E1F23D-DDE8-44AE-BC1A-17CC33E926C1}" dt="2024-04-04T04:27:02.347" v="226" actId="14100"/>
          <ac:spMkLst>
            <pc:docMk/>
            <pc:sldMk cId="1263642625" sldId="631"/>
            <ac:spMk id="2" creationId="{D1BA5FD5-901F-E3A1-7F69-13A642C10154}"/>
          </ac:spMkLst>
        </pc:spChg>
        <pc:picChg chg="add mod">
          <ac:chgData name="SUMA K G" userId="c26ce1b90fa457b4" providerId="LiveId" clId="{39E1F23D-DDE8-44AE-BC1A-17CC33E926C1}" dt="2024-04-04T04:26:57.258" v="224" actId="1076"/>
          <ac:picMkLst>
            <pc:docMk/>
            <pc:sldMk cId="1263642625" sldId="631"/>
            <ac:picMk id="5" creationId="{6BABFAAC-57F8-33A8-CCEA-8AD26567FE69}"/>
          </ac:picMkLst>
        </pc:picChg>
      </pc:sldChg>
      <pc:sldChg chg="addSp modSp new mod">
        <pc:chgData name="SUMA K G" userId="c26ce1b90fa457b4" providerId="LiveId" clId="{39E1F23D-DDE8-44AE-BC1A-17CC33E926C1}" dt="2024-04-04T04:27:43.810" v="235" actId="1076"/>
        <pc:sldMkLst>
          <pc:docMk/>
          <pc:sldMk cId="42080973" sldId="632"/>
        </pc:sldMkLst>
        <pc:spChg chg="mod">
          <ac:chgData name="SUMA K G" userId="c26ce1b90fa457b4" providerId="LiveId" clId="{39E1F23D-DDE8-44AE-BC1A-17CC33E926C1}" dt="2024-04-04T04:27:17.165" v="230" actId="20577"/>
          <ac:spMkLst>
            <pc:docMk/>
            <pc:sldMk cId="42080973" sldId="632"/>
            <ac:spMk id="2" creationId="{8781FF0F-4955-011E-D7BD-56A7F5822892}"/>
          </ac:spMkLst>
        </pc:spChg>
        <pc:picChg chg="add mod">
          <ac:chgData name="SUMA K G" userId="c26ce1b90fa457b4" providerId="LiveId" clId="{39E1F23D-DDE8-44AE-BC1A-17CC33E926C1}" dt="2024-04-04T04:27:43.810" v="235" actId="1076"/>
          <ac:picMkLst>
            <pc:docMk/>
            <pc:sldMk cId="42080973" sldId="632"/>
            <ac:picMk id="5" creationId="{0FAE0F5F-109D-26B1-84C5-5BA122BC5E85}"/>
          </ac:picMkLst>
        </pc:picChg>
      </pc:sldChg>
      <pc:sldChg chg="addSp modSp new mod">
        <pc:chgData name="SUMA K G" userId="c26ce1b90fa457b4" providerId="LiveId" clId="{39E1F23D-DDE8-44AE-BC1A-17CC33E926C1}" dt="2024-04-04T04:28:12.863" v="243" actId="20577"/>
        <pc:sldMkLst>
          <pc:docMk/>
          <pc:sldMk cId="1275490951" sldId="633"/>
        </pc:sldMkLst>
        <pc:spChg chg="mod">
          <ac:chgData name="SUMA K G" userId="c26ce1b90fa457b4" providerId="LiveId" clId="{39E1F23D-DDE8-44AE-BC1A-17CC33E926C1}" dt="2024-04-04T04:28:12.863" v="243" actId="20577"/>
          <ac:spMkLst>
            <pc:docMk/>
            <pc:sldMk cId="1275490951" sldId="633"/>
            <ac:spMk id="2" creationId="{AC820117-8DF2-09F8-44BF-A00E27E856CD}"/>
          </ac:spMkLst>
        </pc:spChg>
        <pc:picChg chg="add mod">
          <ac:chgData name="SUMA K G" userId="c26ce1b90fa457b4" providerId="LiveId" clId="{39E1F23D-DDE8-44AE-BC1A-17CC33E926C1}" dt="2024-04-04T04:28:04.334" v="240" actId="1076"/>
          <ac:picMkLst>
            <pc:docMk/>
            <pc:sldMk cId="1275490951" sldId="633"/>
            <ac:picMk id="5" creationId="{1DCF7E12-D1FC-1DF5-C0A8-3D65138F20EE}"/>
          </ac:picMkLst>
        </pc:picChg>
      </pc:sldChg>
      <pc:sldChg chg="addSp modSp new mod">
        <pc:chgData name="SUMA K G" userId="c26ce1b90fa457b4" providerId="LiveId" clId="{39E1F23D-DDE8-44AE-BC1A-17CC33E926C1}" dt="2024-04-04T04:28:39.859" v="248" actId="14100"/>
        <pc:sldMkLst>
          <pc:docMk/>
          <pc:sldMk cId="3505784726" sldId="634"/>
        </pc:sldMkLst>
        <pc:spChg chg="mod">
          <ac:chgData name="SUMA K G" userId="c26ce1b90fa457b4" providerId="LiveId" clId="{39E1F23D-DDE8-44AE-BC1A-17CC33E926C1}" dt="2024-04-04T04:28:23.977" v="245"/>
          <ac:spMkLst>
            <pc:docMk/>
            <pc:sldMk cId="3505784726" sldId="634"/>
            <ac:spMk id="2" creationId="{F12DB2A1-5FDA-93E5-3B98-2A46DC53AD77}"/>
          </ac:spMkLst>
        </pc:spChg>
        <pc:picChg chg="add mod">
          <ac:chgData name="SUMA K G" userId="c26ce1b90fa457b4" providerId="LiveId" clId="{39E1F23D-DDE8-44AE-BC1A-17CC33E926C1}" dt="2024-04-04T04:28:39.859" v="248" actId="14100"/>
          <ac:picMkLst>
            <pc:docMk/>
            <pc:sldMk cId="3505784726" sldId="634"/>
            <ac:picMk id="5" creationId="{118B04A0-20D4-A3A3-94F9-BF5B9B3791EF}"/>
          </ac:picMkLst>
        </pc:picChg>
      </pc:sldChg>
      <pc:sldChg chg="modSp new mod">
        <pc:chgData name="SUMA K G" userId="c26ce1b90fa457b4" providerId="LiveId" clId="{39E1F23D-DDE8-44AE-BC1A-17CC33E926C1}" dt="2024-04-04T05:23:50.674" v="485" actId="13926"/>
        <pc:sldMkLst>
          <pc:docMk/>
          <pc:sldMk cId="2741784574" sldId="635"/>
        </pc:sldMkLst>
        <pc:spChg chg="mod">
          <ac:chgData name="SUMA K G" userId="c26ce1b90fa457b4" providerId="LiveId" clId="{39E1F23D-DDE8-44AE-BC1A-17CC33E926C1}" dt="2024-04-04T05:23:36.194" v="484"/>
          <ac:spMkLst>
            <pc:docMk/>
            <pc:sldMk cId="2741784574" sldId="635"/>
            <ac:spMk id="2" creationId="{EAAF22E5-E550-ABDD-0C8C-F1A5FD9E9B52}"/>
          </ac:spMkLst>
        </pc:spChg>
        <pc:spChg chg="mod">
          <ac:chgData name="SUMA K G" userId="c26ce1b90fa457b4" providerId="LiveId" clId="{39E1F23D-DDE8-44AE-BC1A-17CC33E926C1}" dt="2024-04-04T05:23:50.674" v="485" actId="13926"/>
          <ac:spMkLst>
            <pc:docMk/>
            <pc:sldMk cId="2741784574" sldId="635"/>
            <ac:spMk id="3" creationId="{EB20DCB8-3228-8AC4-BE50-79FACB08D958}"/>
          </ac:spMkLst>
        </pc:spChg>
      </pc:sldChg>
      <pc:sldChg chg="new del">
        <pc:chgData name="SUMA K G" userId="c26ce1b90fa457b4" providerId="LiveId" clId="{39E1F23D-DDE8-44AE-BC1A-17CC33E926C1}" dt="2024-04-04T05:11:16.506" v="268" actId="47"/>
        <pc:sldMkLst>
          <pc:docMk/>
          <pc:sldMk cId="3948609819" sldId="635"/>
        </pc:sldMkLst>
      </pc:sldChg>
      <pc:sldChg chg="addSp modSp new">
        <pc:chgData name="SUMA K G" userId="c26ce1b90fa457b4" providerId="LiveId" clId="{39E1F23D-DDE8-44AE-BC1A-17CC33E926C1}" dt="2024-04-04T05:13:26.094" v="281" actId="1076"/>
        <pc:sldMkLst>
          <pc:docMk/>
          <pc:sldMk cId="2557802128" sldId="636"/>
        </pc:sldMkLst>
        <pc:picChg chg="add mod">
          <ac:chgData name="SUMA K G" userId="c26ce1b90fa457b4" providerId="LiveId" clId="{39E1F23D-DDE8-44AE-BC1A-17CC33E926C1}" dt="2024-04-04T05:13:26.094" v="281" actId="1076"/>
          <ac:picMkLst>
            <pc:docMk/>
            <pc:sldMk cId="2557802128" sldId="636"/>
            <ac:picMk id="1026" creationId="{3A55578E-1A72-B878-A047-EAFE321FADC1}"/>
          </ac:picMkLst>
        </pc:picChg>
      </pc:sldChg>
      <pc:sldChg chg="modSp new mod">
        <pc:chgData name="SUMA K G" userId="c26ce1b90fa457b4" providerId="LiveId" clId="{39E1F23D-DDE8-44AE-BC1A-17CC33E926C1}" dt="2024-04-04T05:24:15.947" v="488" actId="13926"/>
        <pc:sldMkLst>
          <pc:docMk/>
          <pc:sldMk cId="1103824379" sldId="637"/>
        </pc:sldMkLst>
        <pc:spChg chg="mod">
          <ac:chgData name="SUMA K G" userId="c26ce1b90fa457b4" providerId="LiveId" clId="{39E1F23D-DDE8-44AE-BC1A-17CC33E926C1}" dt="2024-04-04T05:14:12.739" v="283"/>
          <ac:spMkLst>
            <pc:docMk/>
            <pc:sldMk cId="1103824379" sldId="637"/>
            <ac:spMk id="2" creationId="{C67352E4-8193-73A4-31BD-C76B478AB0D6}"/>
          </ac:spMkLst>
        </pc:spChg>
        <pc:spChg chg="mod">
          <ac:chgData name="SUMA K G" userId="c26ce1b90fa457b4" providerId="LiveId" clId="{39E1F23D-DDE8-44AE-BC1A-17CC33E926C1}" dt="2024-04-04T05:24:15.947" v="488" actId="13926"/>
          <ac:spMkLst>
            <pc:docMk/>
            <pc:sldMk cId="1103824379" sldId="637"/>
            <ac:spMk id="3" creationId="{E8C3BC44-1EA0-1165-A377-4D5788A4F205}"/>
          </ac:spMkLst>
        </pc:spChg>
      </pc:sldChg>
      <pc:sldChg chg="modSp new mod">
        <pc:chgData name="SUMA K G" userId="c26ce1b90fa457b4" providerId="LiveId" clId="{39E1F23D-DDE8-44AE-BC1A-17CC33E926C1}" dt="2024-04-04T05:14:42.168" v="292" actId="123"/>
        <pc:sldMkLst>
          <pc:docMk/>
          <pc:sldMk cId="1755384943" sldId="638"/>
        </pc:sldMkLst>
        <pc:spChg chg="mod">
          <ac:chgData name="SUMA K G" userId="c26ce1b90fa457b4" providerId="LiveId" clId="{39E1F23D-DDE8-44AE-BC1A-17CC33E926C1}" dt="2024-04-04T05:14:34.289" v="289"/>
          <ac:spMkLst>
            <pc:docMk/>
            <pc:sldMk cId="1755384943" sldId="638"/>
            <ac:spMk id="2" creationId="{A219D0D1-8384-2699-1E35-10A870A3F20D}"/>
          </ac:spMkLst>
        </pc:spChg>
        <pc:spChg chg="mod">
          <ac:chgData name="SUMA K G" userId="c26ce1b90fa457b4" providerId="LiveId" clId="{39E1F23D-DDE8-44AE-BC1A-17CC33E926C1}" dt="2024-04-04T05:14:42.168" v="292" actId="123"/>
          <ac:spMkLst>
            <pc:docMk/>
            <pc:sldMk cId="1755384943" sldId="638"/>
            <ac:spMk id="3" creationId="{9D973E8F-5479-D664-69B3-6A0B4B4AD702}"/>
          </ac:spMkLst>
        </pc:spChg>
      </pc:sldChg>
      <pc:sldChg chg="modSp new mod">
        <pc:chgData name="SUMA K G" userId="c26ce1b90fa457b4" providerId="LiveId" clId="{39E1F23D-DDE8-44AE-BC1A-17CC33E926C1}" dt="2024-04-04T05:25:11.664" v="493" actId="13926"/>
        <pc:sldMkLst>
          <pc:docMk/>
          <pc:sldMk cId="412584905" sldId="639"/>
        </pc:sldMkLst>
        <pc:spChg chg="mod">
          <ac:chgData name="SUMA K G" userId="c26ce1b90fa457b4" providerId="LiveId" clId="{39E1F23D-DDE8-44AE-BC1A-17CC33E926C1}" dt="2024-04-04T05:14:48.685" v="294"/>
          <ac:spMkLst>
            <pc:docMk/>
            <pc:sldMk cId="412584905" sldId="639"/>
            <ac:spMk id="2" creationId="{606F6252-2FB4-5785-B143-A1E5AF6BEB85}"/>
          </ac:spMkLst>
        </pc:spChg>
        <pc:spChg chg="mod">
          <ac:chgData name="SUMA K G" userId="c26ce1b90fa457b4" providerId="LiveId" clId="{39E1F23D-DDE8-44AE-BC1A-17CC33E926C1}" dt="2024-04-04T05:25:11.664" v="493" actId="13926"/>
          <ac:spMkLst>
            <pc:docMk/>
            <pc:sldMk cId="412584905" sldId="639"/>
            <ac:spMk id="3" creationId="{833CA823-F376-46C8-E8BC-34C6AC5CB7F2}"/>
          </ac:spMkLst>
        </pc:spChg>
      </pc:sldChg>
      <pc:sldChg chg="modSp new mod">
        <pc:chgData name="SUMA K G" userId="c26ce1b90fa457b4" providerId="LiveId" clId="{39E1F23D-DDE8-44AE-BC1A-17CC33E926C1}" dt="2024-04-04T05:18:29.560" v="357" actId="255"/>
        <pc:sldMkLst>
          <pc:docMk/>
          <pc:sldMk cId="4068667152" sldId="640"/>
        </pc:sldMkLst>
        <pc:spChg chg="mod">
          <ac:chgData name="SUMA K G" userId="c26ce1b90fa457b4" providerId="LiveId" clId="{39E1F23D-DDE8-44AE-BC1A-17CC33E926C1}" dt="2024-04-04T05:15:03.878" v="299"/>
          <ac:spMkLst>
            <pc:docMk/>
            <pc:sldMk cId="4068667152" sldId="640"/>
            <ac:spMk id="2" creationId="{7F11FF0C-A9F8-06B2-6A4C-88D0CBB02669}"/>
          </ac:spMkLst>
        </pc:spChg>
        <pc:spChg chg="mod">
          <ac:chgData name="SUMA K G" userId="c26ce1b90fa457b4" providerId="LiveId" clId="{39E1F23D-DDE8-44AE-BC1A-17CC33E926C1}" dt="2024-04-04T05:18:29.560" v="357" actId="255"/>
          <ac:spMkLst>
            <pc:docMk/>
            <pc:sldMk cId="4068667152" sldId="640"/>
            <ac:spMk id="3" creationId="{496211E9-5585-3570-D2F4-65C6A40E4B40}"/>
          </ac:spMkLst>
        </pc:spChg>
      </pc:sldChg>
      <pc:sldChg chg="modSp new del mod">
        <pc:chgData name="SUMA K G" userId="c26ce1b90fa457b4" providerId="LiveId" clId="{39E1F23D-DDE8-44AE-BC1A-17CC33E926C1}" dt="2024-04-04T05:18:45.584" v="366" actId="47"/>
        <pc:sldMkLst>
          <pc:docMk/>
          <pc:sldMk cId="414121779" sldId="641"/>
        </pc:sldMkLst>
        <pc:spChg chg="mod">
          <ac:chgData name="SUMA K G" userId="c26ce1b90fa457b4" providerId="LiveId" clId="{39E1F23D-DDE8-44AE-BC1A-17CC33E926C1}" dt="2024-04-04T05:15:09.246" v="301"/>
          <ac:spMkLst>
            <pc:docMk/>
            <pc:sldMk cId="414121779" sldId="641"/>
            <ac:spMk id="2" creationId="{5094301B-ED4E-015F-56CF-5E537DDA2AEC}"/>
          </ac:spMkLst>
        </pc:spChg>
        <pc:spChg chg="mod">
          <ac:chgData name="SUMA K G" userId="c26ce1b90fa457b4" providerId="LiveId" clId="{39E1F23D-DDE8-44AE-BC1A-17CC33E926C1}" dt="2024-04-04T05:15:17.077" v="304" actId="123"/>
          <ac:spMkLst>
            <pc:docMk/>
            <pc:sldMk cId="414121779" sldId="641"/>
            <ac:spMk id="3" creationId="{1C3EAF52-269A-8F73-8059-33699F60CD26}"/>
          </ac:spMkLst>
        </pc:spChg>
      </pc:sldChg>
      <pc:sldChg chg="modSp new mod">
        <pc:chgData name="SUMA K G" userId="c26ce1b90fa457b4" providerId="LiveId" clId="{39E1F23D-DDE8-44AE-BC1A-17CC33E926C1}" dt="2024-04-04T05:15:46.931" v="315" actId="123"/>
        <pc:sldMkLst>
          <pc:docMk/>
          <pc:sldMk cId="1290247787" sldId="642"/>
        </pc:sldMkLst>
        <pc:spChg chg="mod">
          <ac:chgData name="SUMA K G" userId="c26ce1b90fa457b4" providerId="LiveId" clId="{39E1F23D-DDE8-44AE-BC1A-17CC33E926C1}" dt="2024-04-04T05:15:38.122" v="312" actId="27636"/>
          <ac:spMkLst>
            <pc:docMk/>
            <pc:sldMk cId="1290247787" sldId="642"/>
            <ac:spMk id="2" creationId="{02ADD8CC-6022-F557-35CE-81DC843EC4EB}"/>
          </ac:spMkLst>
        </pc:spChg>
        <pc:spChg chg="mod">
          <ac:chgData name="SUMA K G" userId="c26ce1b90fa457b4" providerId="LiveId" clId="{39E1F23D-DDE8-44AE-BC1A-17CC33E926C1}" dt="2024-04-04T05:15:46.931" v="315" actId="123"/>
          <ac:spMkLst>
            <pc:docMk/>
            <pc:sldMk cId="1290247787" sldId="642"/>
            <ac:spMk id="3" creationId="{79069B26-2B5E-0F2E-CF04-7DA16432F25E}"/>
          </ac:spMkLst>
        </pc:spChg>
      </pc:sldChg>
      <pc:sldChg chg="modSp new mod">
        <pc:chgData name="SUMA K G" userId="c26ce1b90fa457b4" providerId="LiveId" clId="{39E1F23D-DDE8-44AE-BC1A-17CC33E926C1}" dt="2024-04-04T05:25:34.968" v="495" actId="13926"/>
        <pc:sldMkLst>
          <pc:docMk/>
          <pc:sldMk cId="2318669714" sldId="643"/>
        </pc:sldMkLst>
        <pc:spChg chg="mod">
          <ac:chgData name="SUMA K G" userId="c26ce1b90fa457b4" providerId="LiveId" clId="{39E1F23D-DDE8-44AE-BC1A-17CC33E926C1}" dt="2024-04-04T05:19:17.383" v="381" actId="14100"/>
          <ac:spMkLst>
            <pc:docMk/>
            <pc:sldMk cId="2318669714" sldId="643"/>
            <ac:spMk id="2" creationId="{3D024E9A-B311-95AD-9EA8-4B5AF899FB35}"/>
          </ac:spMkLst>
        </pc:spChg>
        <pc:spChg chg="mod">
          <ac:chgData name="SUMA K G" userId="c26ce1b90fa457b4" providerId="LiveId" clId="{39E1F23D-DDE8-44AE-BC1A-17CC33E926C1}" dt="2024-04-04T05:25:34.968" v="495" actId="13926"/>
          <ac:spMkLst>
            <pc:docMk/>
            <pc:sldMk cId="2318669714" sldId="643"/>
            <ac:spMk id="3" creationId="{4A85A4E6-27A2-2FE1-895C-2C6A40CA5E4D}"/>
          </ac:spMkLst>
        </pc:spChg>
      </pc:sldChg>
      <pc:sldChg chg="modSp new del mod">
        <pc:chgData name="SUMA K G" userId="c26ce1b90fa457b4" providerId="LiveId" clId="{39E1F23D-DDE8-44AE-BC1A-17CC33E926C1}" dt="2024-04-04T05:19:51.889" v="387" actId="47"/>
        <pc:sldMkLst>
          <pc:docMk/>
          <pc:sldMk cId="1512314585" sldId="644"/>
        </pc:sldMkLst>
        <pc:spChg chg="mod">
          <ac:chgData name="SUMA K G" userId="c26ce1b90fa457b4" providerId="LiveId" clId="{39E1F23D-DDE8-44AE-BC1A-17CC33E926C1}" dt="2024-04-04T05:15:59.504" v="317"/>
          <ac:spMkLst>
            <pc:docMk/>
            <pc:sldMk cId="1512314585" sldId="644"/>
            <ac:spMk id="2" creationId="{5003DB74-3304-FFFB-9DF0-FE8723FD177A}"/>
          </ac:spMkLst>
        </pc:spChg>
        <pc:spChg chg="mod">
          <ac:chgData name="SUMA K G" userId="c26ce1b90fa457b4" providerId="LiveId" clId="{39E1F23D-DDE8-44AE-BC1A-17CC33E926C1}" dt="2024-04-04T05:16:08.390" v="319" actId="255"/>
          <ac:spMkLst>
            <pc:docMk/>
            <pc:sldMk cId="1512314585" sldId="644"/>
            <ac:spMk id="3" creationId="{E202EFA8-26A7-1E98-0194-1C8CF32D3158}"/>
          </ac:spMkLst>
        </pc:spChg>
      </pc:sldChg>
      <pc:sldChg chg="modSp new del mod">
        <pc:chgData name="SUMA K G" userId="c26ce1b90fa457b4" providerId="LiveId" clId="{39E1F23D-DDE8-44AE-BC1A-17CC33E926C1}" dt="2024-04-04T05:19:53.464" v="388" actId="47"/>
        <pc:sldMkLst>
          <pc:docMk/>
          <pc:sldMk cId="4051775819" sldId="645"/>
        </pc:sldMkLst>
        <pc:spChg chg="mod">
          <ac:chgData name="SUMA K G" userId="c26ce1b90fa457b4" providerId="LiveId" clId="{39E1F23D-DDE8-44AE-BC1A-17CC33E926C1}" dt="2024-04-04T05:16:18.649" v="321"/>
          <ac:spMkLst>
            <pc:docMk/>
            <pc:sldMk cId="4051775819" sldId="645"/>
            <ac:spMk id="2" creationId="{DDBBB850-21E6-A7E0-6FD2-170F8CF54ECD}"/>
          </ac:spMkLst>
        </pc:spChg>
        <pc:spChg chg="mod">
          <ac:chgData name="SUMA K G" userId="c26ce1b90fa457b4" providerId="LiveId" clId="{39E1F23D-DDE8-44AE-BC1A-17CC33E926C1}" dt="2024-04-04T05:16:25.149" v="323" actId="255"/>
          <ac:spMkLst>
            <pc:docMk/>
            <pc:sldMk cId="4051775819" sldId="645"/>
            <ac:spMk id="3" creationId="{5EEAE776-3AE1-D02F-A285-CFD593C978C9}"/>
          </ac:spMkLst>
        </pc:spChg>
      </pc:sldChg>
      <pc:sldChg chg="modSp new mod">
        <pc:chgData name="SUMA K G" userId="c26ce1b90fa457b4" providerId="LiveId" clId="{39E1F23D-DDE8-44AE-BC1A-17CC33E926C1}" dt="2024-04-04T05:27:15.030" v="507" actId="14100"/>
        <pc:sldMkLst>
          <pc:docMk/>
          <pc:sldMk cId="4193041739" sldId="646"/>
        </pc:sldMkLst>
        <pc:spChg chg="mod">
          <ac:chgData name="SUMA K G" userId="c26ce1b90fa457b4" providerId="LiveId" clId="{39E1F23D-DDE8-44AE-BC1A-17CC33E926C1}" dt="2024-04-04T05:16:31.371" v="325"/>
          <ac:spMkLst>
            <pc:docMk/>
            <pc:sldMk cId="4193041739" sldId="646"/>
            <ac:spMk id="2" creationId="{97B39E9E-D557-0694-4475-1B3FDC3F937C}"/>
          </ac:spMkLst>
        </pc:spChg>
        <pc:spChg chg="mod">
          <ac:chgData name="SUMA K G" userId="c26ce1b90fa457b4" providerId="LiveId" clId="{39E1F23D-DDE8-44AE-BC1A-17CC33E926C1}" dt="2024-04-04T05:27:15.030" v="507" actId="14100"/>
          <ac:spMkLst>
            <pc:docMk/>
            <pc:sldMk cId="4193041739" sldId="646"/>
            <ac:spMk id="3" creationId="{85B1AE6F-3D67-A5C8-BD42-76658D2B7D42}"/>
          </ac:spMkLst>
        </pc:spChg>
      </pc:sldChg>
      <pc:sldChg chg="modSp new mod">
        <pc:chgData name="SUMA K G" userId="c26ce1b90fa457b4" providerId="LiveId" clId="{39E1F23D-DDE8-44AE-BC1A-17CC33E926C1}" dt="2024-04-04T05:27:33.017" v="508" actId="13926"/>
        <pc:sldMkLst>
          <pc:docMk/>
          <pc:sldMk cId="3788603716" sldId="647"/>
        </pc:sldMkLst>
        <pc:spChg chg="mod">
          <ac:chgData name="SUMA K G" userId="c26ce1b90fa457b4" providerId="LiveId" clId="{39E1F23D-DDE8-44AE-BC1A-17CC33E926C1}" dt="2024-04-04T05:16:47.012" v="330"/>
          <ac:spMkLst>
            <pc:docMk/>
            <pc:sldMk cId="3788603716" sldId="647"/>
            <ac:spMk id="2" creationId="{8CC13C33-ED7B-53C6-855B-51FC1711F051}"/>
          </ac:spMkLst>
        </pc:spChg>
        <pc:spChg chg="mod">
          <ac:chgData name="SUMA K G" userId="c26ce1b90fa457b4" providerId="LiveId" clId="{39E1F23D-DDE8-44AE-BC1A-17CC33E926C1}" dt="2024-04-04T05:27:33.017" v="508" actId="13926"/>
          <ac:spMkLst>
            <pc:docMk/>
            <pc:sldMk cId="3788603716" sldId="647"/>
            <ac:spMk id="3" creationId="{B9E2264E-D99D-753F-3264-E13EC07285BC}"/>
          </ac:spMkLst>
        </pc:spChg>
      </pc:sldChg>
      <pc:sldChg chg="modSp new mod">
        <pc:chgData name="SUMA K G" userId="c26ce1b90fa457b4" providerId="LiveId" clId="{39E1F23D-DDE8-44AE-BC1A-17CC33E926C1}" dt="2024-04-04T05:27:48.023" v="511" actId="255"/>
        <pc:sldMkLst>
          <pc:docMk/>
          <pc:sldMk cId="178717690" sldId="648"/>
        </pc:sldMkLst>
        <pc:spChg chg="mod">
          <ac:chgData name="SUMA K G" userId="c26ce1b90fa457b4" providerId="LiveId" clId="{39E1F23D-DDE8-44AE-BC1A-17CC33E926C1}" dt="2024-04-04T05:27:48.023" v="511" actId="255"/>
          <ac:spMkLst>
            <pc:docMk/>
            <pc:sldMk cId="178717690" sldId="648"/>
            <ac:spMk id="2" creationId="{E2501182-6E5A-2A97-5F4A-C9F2A92931CD}"/>
          </ac:spMkLst>
        </pc:spChg>
        <pc:spChg chg="mod">
          <ac:chgData name="SUMA K G" userId="c26ce1b90fa457b4" providerId="LiveId" clId="{39E1F23D-DDE8-44AE-BC1A-17CC33E926C1}" dt="2024-04-04T05:21:11.603" v="425" actId="14100"/>
          <ac:spMkLst>
            <pc:docMk/>
            <pc:sldMk cId="178717690" sldId="648"/>
            <ac:spMk id="3" creationId="{D932CB82-E660-690D-C341-58448A699754}"/>
          </ac:spMkLst>
        </pc:spChg>
      </pc:sldChg>
      <pc:sldChg chg="modSp new mod">
        <pc:chgData name="SUMA K G" userId="c26ce1b90fa457b4" providerId="LiveId" clId="{39E1F23D-DDE8-44AE-BC1A-17CC33E926C1}" dt="2024-04-04T05:28:09.265" v="512" actId="123"/>
        <pc:sldMkLst>
          <pc:docMk/>
          <pc:sldMk cId="794759481" sldId="649"/>
        </pc:sldMkLst>
        <pc:spChg chg="mod">
          <ac:chgData name="SUMA K G" userId="c26ce1b90fa457b4" providerId="LiveId" clId="{39E1F23D-DDE8-44AE-BC1A-17CC33E926C1}" dt="2024-04-04T05:21:27.846" v="430" actId="27636"/>
          <ac:spMkLst>
            <pc:docMk/>
            <pc:sldMk cId="794759481" sldId="649"/>
            <ac:spMk id="2" creationId="{ABE57B25-4F73-8852-4E9E-BFB54EAAF6E9}"/>
          </ac:spMkLst>
        </pc:spChg>
        <pc:spChg chg="mod">
          <ac:chgData name="SUMA K G" userId="c26ce1b90fa457b4" providerId="LiveId" clId="{39E1F23D-DDE8-44AE-BC1A-17CC33E926C1}" dt="2024-04-04T05:28:09.265" v="512" actId="123"/>
          <ac:spMkLst>
            <pc:docMk/>
            <pc:sldMk cId="794759481" sldId="649"/>
            <ac:spMk id="3" creationId="{61C3B2C1-23BF-A068-AD41-0FFF8EF0F0FE}"/>
          </ac:spMkLst>
        </pc:spChg>
      </pc:sldChg>
      <pc:sldChg chg="modSp new mod">
        <pc:chgData name="SUMA K G" userId="c26ce1b90fa457b4" providerId="LiveId" clId="{39E1F23D-DDE8-44AE-BC1A-17CC33E926C1}" dt="2024-04-04T05:28:22.032" v="514" actId="123"/>
        <pc:sldMkLst>
          <pc:docMk/>
          <pc:sldMk cId="1689412597" sldId="650"/>
        </pc:sldMkLst>
        <pc:spChg chg="mod">
          <ac:chgData name="SUMA K G" userId="c26ce1b90fa457b4" providerId="LiveId" clId="{39E1F23D-DDE8-44AE-BC1A-17CC33E926C1}" dt="2024-04-04T05:17:26.028" v="343" actId="27636"/>
          <ac:spMkLst>
            <pc:docMk/>
            <pc:sldMk cId="1689412597" sldId="650"/>
            <ac:spMk id="2" creationId="{F5228C56-ECAC-7E0A-C120-44BC65C18F4A}"/>
          </ac:spMkLst>
        </pc:spChg>
        <pc:spChg chg="mod">
          <ac:chgData name="SUMA K G" userId="c26ce1b90fa457b4" providerId="LiveId" clId="{39E1F23D-DDE8-44AE-BC1A-17CC33E926C1}" dt="2024-04-04T05:28:22.032" v="514" actId="123"/>
          <ac:spMkLst>
            <pc:docMk/>
            <pc:sldMk cId="1689412597" sldId="650"/>
            <ac:spMk id="3" creationId="{0536EF49-E95F-3F1F-A5B5-41D624ADBFDF}"/>
          </ac:spMkLst>
        </pc:spChg>
      </pc:sldChg>
      <pc:sldChg chg="modSp new mod">
        <pc:chgData name="SUMA K G" userId="c26ce1b90fa457b4" providerId="LiveId" clId="{39E1F23D-DDE8-44AE-BC1A-17CC33E926C1}" dt="2024-04-04T05:28:28.178" v="515" actId="14100"/>
        <pc:sldMkLst>
          <pc:docMk/>
          <pc:sldMk cId="2388653653" sldId="651"/>
        </pc:sldMkLst>
        <pc:spChg chg="mod">
          <ac:chgData name="SUMA K G" userId="c26ce1b90fa457b4" providerId="LiveId" clId="{39E1F23D-DDE8-44AE-BC1A-17CC33E926C1}" dt="2024-04-04T05:23:13.464" v="478" actId="20577"/>
          <ac:spMkLst>
            <pc:docMk/>
            <pc:sldMk cId="2388653653" sldId="651"/>
            <ac:spMk id="2" creationId="{55410E51-937A-ECEA-5FE2-1691C16213A7}"/>
          </ac:spMkLst>
        </pc:spChg>
        <pc:spChg chg="mod">
          <ac:chgData name="SUMA K G" userId="c26ce1b90fa457b4" providerId="LiveId" clId="{39E1F23D-DDE8-44AE-BC1A-17CC33E926C1}" dt="2024-04-04T05:28:28.178" v="515" actId="14100"/>
          <ac:spMkLst>
            <pc:docMk/>
            <pc:sldMk cId="2388653653" sldId="651"/>
            <ac:spMk id="3" creationId="{3A4EC71C-668D-53D3-59D4-D83293DD6064}"/>
          </ac:spMkLst>
        </pc:spChg>
      </pc:sldChg>
      <pc:sldChg chg="modSp new mod">
        <pc:chgData name="SUMA K G" userId="c26ce1b90fa457b4" providerId="LiveId" clId="{39E1F23D-DDE8-44AE-BC1A-17CC33E926C1}" dt="2024-04-04T05:28:52.755" v="519" actId="20577"/>
        <pc:sldMkLst>
          <pc:docMk/>
          <pc:sldMk cId="2392241520" sldId="652"/>
        </pc:sldMkLst>
        <pc:spChg chg="mod">
          <ac:chgData name="SUMA K G" userId="c26ce1b90fa457b4" providerId="LiveId" clId="{39E1F23D-DDE8-44AE-BC1A-17CC33E926C1}" dt="2024-04-04T05:23:16.811" v="479" actId="20577"/>
          <ac:spMkLst>
            <pc:docMk/>
            <pc:sldMk cId="2392241520" sldId="652"/>
            <ac:spMk id="2" creationId="{6415BAE6-473D-C37D-C1F2-717EC66978DF}"/>
          </ac:spMkLst>
        </pc:spChg>
        <pc:spChg chg="mod">
          <ac:chgData name="SUMA K G" userId="c26ce1b90fa457b4" providerId="LiveId" clId="{39E1F23D-DDE8-44AE-BC1A-17CC33E926C1}" dt="2024-04-04T05:28:52.755" v="519" actId="20577"/>
          <ac:spMkLst>
            <pc:docMk/>
            <pc:sldMk cId="2392241520" sldId="652"/>
            <ac:spMk id="3" creationId="{153A750A-D696-4028-DEF3-6158A2A56C2F}"/>
          </ac:spMkLst>
        </pc:spChg>
      </pc:sldChg>
      <pc:sldChg chg="modSp new mod">
        <pc:chgData name="SUMA K G" userId="c26ce1b90fa457b4" providerId="LiveId" clId="{39E1F23D-DDE8-44AE-BC1A-17CC33E926C1}" dt="2024-04-04T05:20:19.353" v="400" actId="14100"/>
        <pc:sldMkLst>
          <pc:docMk/>
          <pc:sldMk cId="2090755232" sldId="653"/>
        </pc:sldMkLst>
        <pc:spChg chg="mod">
          <ac:chgData name="SUMA K G" userId="c26ce1b90fa457b4" providerId="LiveId" clId="{39E1F23D-DDE8-44AE-BC1A-17CC33E926C1}" dt="2024-04-04T05:20:16.653" v="399" actId="14100"/>
          <ac:spMkLst>
            <pc:docMk/>
            <pc:sldMk cId="2090755232" sldId="653"/>
            <ac:spMk id="2" creationId="{1146033E-67D9-63E6-5089-F5087E953DE3}"/>
          </ac:spMkLst>
        </pc:spChg>
        <pc:spChg chg="mod">
          <ac:chgData name="SUMA K G" userId="c26ce1b90fa457b4" providerId="LiveId" clId="{39E1F23D-DDE8-44AE-BC1A-17CC33E926C1}" dt="2024-04-04T05:20:19.353" v="400" actId="14100"/>
          <ac:spMkLst>
            <pc:docMk/>
            <pc:sldMk cId="2090755232" sldId="653"/>
            <ac:spMk id="3" creationId="{92D9EE99-30EB-73D9-E0E6-8BA451D7FFBA}"/>
          </ac:spMkLst>
        </pc:spChg>
      </pc:sldChg>
      <pc:sldChg chg="modSp new mod">
        <pc:chgData name="SUMA K G" userId="c26ce1b90fa457b4" providerId="LiveId" clId="{39E1F23D-DDE8-44AE-BC1A-17CC33E926C1}" dt="2024-04-04T05:28:17.966" v="513" actId="123"/>
        <pc:sldMkLst>
          <pc:docMk/>
          <pc:sldMk cId="3014149162" sldId="654"/>
        </pc:sldMkLst>
        <pc:spChg chg="mod">
          <ac:chgData name="SUMA K G" userId="c26ce1b90fa457b4" providerId="LiveId" clId="{39E1F23D-DDE8-44AE-BC1A-17CC33E926C1}" dt="2024-04-04T05:22:22.875" v="455" actId="27636"/>
          <ac:spMkLst>
            <pc:docMk/>
            <pc:sldMk cId="3014149162" sldId="654"/>
            <ac:spMk id="2" creationId="{82C0FF4A-7383-BB33-0A20-6FD339820752}"/>
          </ac:spMkLst>
        </pc:spChg>
        <pc:spChg chg="mod">
          <ac:chgData name="SUMA K G" userId="c26ce1b90fa457b4" providerId="LiveId" clId="{39E1F23D-DDE8-44AE-BC1A-17CC33E926C1}" dt="2024-04-04T05:28:17.966" v="513" actId="123"/>
          <ac:spMkLst>
            <pc:docMk/>
            <pc:sldMk cId="3014149162" sldId="654"/>
            <ac:spMk id="3" creationId="{9EF313AD-C537-CC64-CABF-CDCF1A703417}"/>
          </ac:spMkLst>
        </pc:spChg>
      </pc:sldChg>
      <pc:sldChg chg="modSp new mod">
        <pc:chgData name="SUMA K G" userId="c26ce1b90fa457b4" providerId="LiveId" clId="{39E1F23D-DDE8-44AE-BC1A-17CC33E926C1}" dt="2024-04-04T05:23:10.849" v="477" actId="27636"/>
        <pc:sldMkLst>
          <pc:docMk/>
          <pc:sldMk cId="4257227297" sldId="655"/>
        </pc:sldMkLst>
        <pc:spChg chg="mod">
          <ac:chgData name="SUMA K G" userId="c26ce1b90fa457b4" providerId="LiveId" clId="{39E1F23D-DDE8-44AE-BC1A-17CC33E926C1}" dt="2024-04-04T05:23:10.849" v="477" actId="27636"/>
          <ac:spMkLst>
            <pc:docMk/>
            <pc:sldMk cId="4257227297" sldId="655"/>
            <ac:spMk id="2" creationId="{6F10F886-07AB-FAAB-2AFC-7924BB309195}"/>
          </ac:spMkLst>
        </pc:spChg>
        <pc:spChg chg="mod">
          <ac:chgData name="SUMA K G" userId="c26ce1b90fa457b4" providerId="LiveId" clId="{39E1F23D-DDE8-44AE-BC1A-17CC33E926C1}" dt="2024-04-04T05:23:04.761" v="473" actId="5793"/>
          <ac:spMkLst>
            <pc:docMk/>
            <pc:sldMk cId="4257227297" sldId="655"/>
            <ac:spMk id="3" creationId="{C97C864D-8091-8F3C-AA36-276A3B549EC5}"/>
          </ac:spMkLst>
        </pc:spChg>
      </pc:sldChg>
      <pc:sldChg chg="new">
        <pc:chgData name="SUMA K G" userId="c26ce1b90fa457b4" providerId="LiveId" clId="{39E1F23D-DDE8-44AE-BC1A-17CC33E926C1}" dt="2024-04-04T05:23:26.561" v="482" actId="680"/>
        <pc:sldMkLst>
          <pc:docMk/>
          <pc:sldMk cId="961410801" sldId="656"/>
        </pc:sldMkLst>
      </pc:sldChg>
      <pc:sldChg chg="new">
        <pc:chgData name="SUMA K G" userId="c26ce1b90fa457b4" providerId="LiveId" clId="{39E1F23D-DDE8-44AE-BC1A-17CC33E926C1}" dt="2024-04-04T05:23:28.334" v="483" actId="680"/>
        <pc:sldMkLst>
          <pc:docMk/>
          <pc:sldMk cId="1209909215" sldId="6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646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6477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693760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907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93922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23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6958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71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297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02891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71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4/17/2026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52962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320800" y="1341120"/>
            <a:ext cx="10454640" cy="4003040"/>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l"/>
            <a:endParaRPr lang="en-US" sz="3000" b="1" cap="all" dirty="0">
              <a:solidFill>
                <a:schemeClr val="tx2"/>
              </a:solidFill>
              <a:latin typeface="+mj-lt"/>
              <a:ea typeface="+mj-ea"/>
              <a:cs typeface="+mj-cs"/>
            </a:endParaRPr>
          </a:p>
          <a:p>
            <a:pPr algn="just"/>
            <a:r>
              <a:rPr lang="en-US" sz="3200" b="1" dirty="0">
                <a:solidFill>
                  <a:srgbClr val="FF0000"/>
                </a:solidFill>
                <a:highlight>
                  <a:srgbClr val="C0C0C0"/>
                </a:highlight>
                <a:latin typeface="Cambria" panose="02040503050406030204" pitchFamily="18" charset="0"/>
                <a:ea typeface="Cambria" panose="02040503050406030204" pitchFamily="18" charset="0"/>
              </a:rPr>
              <a:t>HIERARCHICAL ABSTRACT MACHINES</a:t>
            </a:r>
          </a:p>
          <a:p>
            <a:pPr algn="just"/>
            <a:endParaRPr lang="en-US" sz="3200" b="1" dirty="0">
              <a:solidFill>
                <a:srgbClr val="FF0000"/>
              </a:solidFill>
              <a:highlight>
                <a:srgbClr val="C0C0C0"/>
              </a:highlight>
              <a:latin typeface="Cambria" panose="02040503050406030204" pitchFamily="18" charset="0"/>
              <a:ea typeface="Cambria" panose="02040503050406030204" pitchFamily="18" charset="0"/>
            </a:endParaRPr>
          </a:p>
        </p:txBody>
      </p:sp>
      <p:sp>
        <p:nvSpPr>
          <p:cNvPr id="4" name="Subtitle 2">
            <a:extLst>
              <a:ext uri="{FF2B5EF4-FFF2-40B4-BE49-F238E27FC236}">
                <a16:creationId xmlns:a16="http://schemas.microsoft.com/office/drawing/2014/main" id="{A801DB45-417F-527B-47EB-AC2FEB6B23A9}"/>
              </a:ext>
            </a:extLst>
          </p:cNvPr>
          <p:cNvSpPr txBox="1">
            <a:spLocks/>
          </p:cNvSpPr>
          <p:nvPr/>
        </p:nvSpPr>
        <p:spPr>
          <a:xfrm>
            <a:off x="1493520" y="5100320"/>
            <a:ext cx="6493336" cy="1497032"/>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endParaRPr lang="en-IN" sz="2400" dirty="0"/>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60" y="96520"/>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C42C-64AF-545B-564B-41469E2F1E54}"/>
              </a:ext>
            </a:extLst>
          </p:cNvPr>
          <p:cNvSpPr>
            <a:spLocks noGrp="1"/>
          </p:cNvSpPr>
          <p:nvPr>
            <p:ph type="title"/>
          </p:nvPr>
        </p:nvSpPr>
        <p:spPr>
          <a:xfrm>
            <a:off x="955040" y="162560"/>
            <a:ext cx="11054080" cy="2009140"/>
          </a:xfrm>
        </p:spPr>
        <p:txBody>
          <a:bodyPr>
            <a:normAutofit/>
          </a:bodyPr>
          <a:lstStyle/>
          <a:p>
            <a:pPr algn="ctr"/>
            <a:r>
              <a:rPr lang="en-US" dirty="0"/>
              <a:t>Module No. 6</a:t>
            </a:r>
            <a:br>
              <a:rPr lang="en-US" dirty="0"/>
            </a:br>
            <a:r>
              <a:rPr lang="en-IN" dirty="0"/>
              <a:t>Hierarchical Reinforcement Learning</a:t>
            </a:r>
            <a:r>
              <a:rPr lang="en-US" dirty="0"/>
              <a:t/>
            </a:r>
            <a:br>
              <a:rPr lang="en-US" dirty="0"/>
            </a:br>
            <a:r>
              <a:rPr lang="en-US" dirty="0"/>
              <a:t>8 Hours</a:t>
            </a:r>
          </a:p>
        </p:txBody>
      </p:sp>
      <p:sp>
        <p:nvSpPr>
          <p:cNvPr id="3" name="Content Placeholder 2">
            <a:extLst>
              <a:ext uri="{FF2B5EF4-FFF2-40B4-BE49-F238E27FC236}">
                <a16:creationId xmlns:a16="http://schemas.microsoft.com/office/drawing/2014/main" id="{7D4E399C-0F79-D05C-02E6-4842741B3DD4}"/>
              </a:ext>
            </a:extLst>
          </p:cNvPr>
          <p:cNvSpPr>
            <a:spLocks noGrp="1"/>
          </p:cNvSpPr>
          <p:nvPr>
            <p:ph idx="1"/>
          </p:nvPr>
        </p:nvSpPr>
        <p:spPr>
          <a:xfrm>
            <a:off x="1371600" y="2286000"/>
            <a:ext cx="10048240" cy="3581400"/>
          </a:xfrm>
        </p:spPr>
        <p:txBody>
          <a:bodyPr>
            <a:normAutofit/>
          </a:bodyPr>
          <a:lstStyle/>
          <a:p>
            <a:pPr algn="just"/>
            <a:r>
              <a:rPr lang="en-US" sz="2400" dirty="0">
                <a:solidFill>
                  <a:srgbClr val="000000"/>
                </a:solidFill>
                <a:latin typeface="Times New Roman" panose="02020603050405020304" pitchFamily="18" charset="0"/>
              </a:rPr>
              <a:t>Hierarchical Reinforcement Learning</a:t>
            </a:r>
          </a:p>
          <a:p>
            <a:pPr algn="just"/>
            <a:r>
              <a:rPr lang="en-US" sz="2400" dirty="0">
                <a:solidFill>
                  <a:srgbClr val="000000"/>
                </a:solidFill>
                <a:latin typeface="Times New Roman" panose="02020603050405020304" pitchFamily="18" charset="0"/>
              </a:rPr>
              <a:t>Types of Optimality</a:t>
            </a:r>
          </a:p>
          <a:p>
            <a:pPr algn="just"/>
            <a:r>
              <a:rPr lang="en-US" sz="2400" dirty="0">
                <a:solidFill>
                  <a:srgbClr val="000000"/>
                </a:solidFill>
                <a:latin typeface="Times New Roman" panose="02020603050405020304" pitchFamily="18" charset="0"/>
              </a:rPr>
              <a:t>Semi MDP Model</a:t>
            </a:r>
          </a:p>
          <a:p>
            <a:pPr algn="just"/>
            <a:r>
              <a:rPr lang="en-US" sz="2400" dirty="0">
                <a:solidFill>
                  <a:srgbClr val="000000"/>
                </a:solidFill>
                <a:latin typeface="Times New Roman" panose="02020603050405020304" pitchFamily="18" charset="0"/>
              </a:rPr>
              <a:t>Options</a:t>
            </a:r>
          </a:p>
          <a:p>
            <a:pPr algn="just"/>
            <a:r>
              <a:rPr lang="en-US" sz="2400" dirty="0">
                <a:solidFill>
                  <a:srgbClr val="000000"/>
                </a:solidFill>
                <a:latin typeface="Times New Roman" panose="02020603050405020304" pitchFamily="18" charset="0"/>
              </a:rPr>
              <a:t>Learning with Options</a:t>
            </a:r>
          </a:p>
          <a:p>
            <a:pPr algn="just"/>
            <a:r>
              <a:rPr lang="en-US" sz="2400" dirty="0">
                <a:solidFill>
                  <a:srgbClr val="000000"/>
                </a:solidFill>
                <a:highlight>
                  <a:srgbClr val="FFFF00"/>
                </a:highlight>
                <a:latin typeface="Times New Roman" panose="02020603050405020304" pitchFamily="18" charset="0"/>
              </a:rPr>
              <a:t>Hierarchical Abstract Machines</a:t>
            </a:r>
          </a:p>
          <a:p>
            <a:pPr algn="just"/>
            <a:r>
              <a:rPr lang="en-US" sz="2400" dirty="0">
                <a:solidFill>
                  <a:srgbClr val="000000"/>
                </a:solidFill>
                <a:latin typeface="Times New Roman" panose="02020603050405020304" pitchFamily="18" charset="0"/>
              </a:rPr>
              <a:t>A partially observable Markov decision process. </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76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5FC96-A151-8F4F-02B2-A1B03E193593}"/>
              </a:ext>
            </a:extLst>
          </p:cNvPr>
          <p:cNvSpPr>
            <a:spLocks noGrp="1"/>
          </p:cNvSpPr>
          <p:nvPr>
            <p:ph type="title"/>
          </p:nvPr>
        </p:nvSpPr>
        <p:spPr/>
        <p:txBody>
          <a:bodyPr>
            <a:normAutofit fontScale="90000"/>
          </a:bodyPr>
          <a:lstStyle/>
          <a:p>
            <a:pPr algn="l"/>
            <a:r>
              <a:rPr lang="en-US" b="1" i="0" dirty="0">
                <a:solidFill>
                  <a:srgbClr val="242424"/>
                </a:solidFill>
                <a:effectLst/>
                <a:latin typeface="sohne"/>
              </a:rPr>
              <a:t>Hierarchies of Abstract Machines — A forgotten Hierarchical RL Framework</a:t>
            </a:r>
          </a:p>
        </p:txBody>
      </p:sp>
      <p:sp>
        <p:nvSpPr>
          <p:cNvPr id="3" name="Content Placeholder 2">
            <a:extLst>
              <a:ext uri="{FF2B5EF4-FFF2-40B4-BE49-F238E27FC236}">
                <a16:creationId xmlns:a16="http://schemas.microsoft.com/office/drawing/2014/main" id="{7E3B465C-D001-FD38-A2B4-820946B1BCE2}"/>
              </a:ext>
            </a:extLst>
          </p:cNvPr>
          <p:cNvSpPr>
            <a:spLocks noGrp="1"/>
          </p:cNvSpPr>
          <p:nvPr>
            <p:ph idx="1"/>
          </p:nvPr>
        </p:nvSpPr>
        <p:spPr>
          <a:xfrm>
            <a:off x="1513840" y="2336800"/>
            <a:ext cx="9601200" cy="3530600"/>
          </a:xfrm>
        </p:spPr>
        <p:txBody>
          <a:bodyPr>
            <a:noAutofit/>
          </a:bodyPr>
          <a:lstStyle/>
          <a:p>
            <a:pPr algn="just"/>
            <a:r>
              <a:rPr lang="en-US" sz="2600" b="0" i="0" dirty="0">
                <a:solidFill>
                  <a:srgbClr val="242424"/>
                </a:solidFill>
                <a:effectLst/>
                <a:latin typeface="source-serif-pro"/>
              </a:rPr>
              <a:t>Few frameworks come close to the Hierarchies of Abstract Machines (HAMs) framework in elegance and power of expression. </a:t>
            </a:r>
          </a:p>
          <a:p>
            <a:pPr algn="just"/>
            <a:r>
              <a:rPr lang="en-US" sz="2600" b="0" i="0" dirty="0">
                <a:solidFill>
                  <a:srgbClr val="242424"/>
                </a:solidFill>
                <a:effectLst/>
                <a:latin typeface="source-serif-pro"/>
              </a:rPr>
              <a:t>HAMs model hierarchies naturally by assuming there are machines making calls to each other. Each machine has learnt a policy to solve some sub-problem in the environment and the upshot is that they can be “transferred” to other domains easily. </a:t>
            </a:r>
            <a:endParaRPr lang="en-IN" sz="2600" dirty="0"/>
          </a:p>
        </p:txBody>
      </p:sp>
    </p:spTree>
    <p:extLst>
      <p:ext uri="{BB962C8B-B14F-4D97-AF65-F5344CB8AC3E}">
        <p14:creationId xmlns:p14="http://schemas.microsoft.com/office/powerpoint/2010/main" val="2140396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FA0C6-B264-80E2-F54F-E22A89372AB9}"/>
              </a:ext>
            </a:extLst>
          </p:cNvPr>
          <p:cNvSpPr>
            <a:spLocks noGrp="1"/>
          </p:cNvSpPr>
          <p:nvPr>
            <p:ph type="title"/>
          </p:nvPr>
        </p:nvSpPr>
        <p:spPr/>
        <p:txBody>
          <a:bodyPr/>
          <a:lstStyle/>
          <a:p>
            <a:r>
              <a:rPr lang="en-IN" b="1" i="0" dirty="0">
                <a:solidFill>
                  <a:srgbClr val="242424"/>
                </a:solidFill>
                <a:effectLst/>
                <a:latin typeface="source-serif-pro"/>
              </a:rPr>
              <a:t>Why are hierarchies important?</a:t>
            </a:r>
            <a:endParaRPr lang="en-IN" dirty="0"/>
          </a:p>
        </p:txBody>
      </p:sp>
      <p:sp>
        <p:nvSpPr>
          <p:cNvPr id="3" name="Content Placeholder 2">
            <a:extLst>
              <a:ext uri="{FF2B5EF4-FFF2-40B4-BE49-F238E27FC236}">
                <a16:creationId xmlns:a16="http://schemas.microsoft.com/office/drawing/2014/main" id="{13717629-F3F1-1C89-1FE4-533C5DAD5AF1}"/>
              </a:ext>
            </a:extLst>
          </p:cNvPr>
          <p:cNvSpPr>
            <a:spLocks noGrp="1"/>
          </p:cNvSpPr>
          <p:nvPr>
            <p:ph idx="1"/>
          </p:nvPr>
        </p:nvSpPr>
        <p:spPr>
          <a:xfrm>
            <a:off x="1371600" y="1463040"/>
            <a:ext cx="10312400" cy="5090160"/>
          </a:xfrm>
        </p:spPr>
        <p:txBody>
          <a:bodyPr>
            <a:noAutofit/>
          </a:bodyPr>
          <a:lstStyle/>
          <a:p>
            <a:pPr algn="just"/>
            <a:r>
              <a:rPr lang="en-US" sz="2400" b="0" i="0" dirty="0">
                <a:solidFill>
                  <a:srgbClr val="242424"/>
                </a:solidFill>
                <a:effectLst/>
                <a:latin typeface="source-serif-pro"/>
              </a:rPr>
              <a:t>Though there are several answers out there, a simple example to exemplify is to notice that humans try to generalize problem solving by transferring solutions. </a:t>
            </a:r>
          </a:p>
          <a:p>
            <a:pPr algn="just"/>
            <a:r>
              <a:rPr lang="en-US" sz="2400" b="0" i="0" dirty="0">
                <a:solidFill>
                  <a:srgbClr val="242424"/>
                </a:solidFill>
                <a:effectLst/>
                <a:highlight>
                  <a:srgbClr val="FFFF00"/>
                </a:highlight>
                <a:latin typeface="source-serif-pro"/>
              </a:rPr>
              <a:t>For example</a:t>
            </a:r>
            <a:r>
              <a:rPr lang="en-US" sz="2400" b="0" i="0" dirty="0">
                <a:solidFill>
                  <a:srgbClr val="242424"/>
                </a:solidFill>
                <a:effectLst/>
                <a:latin typeface="source-serif-pro"/>
              </a:rPr>
              <a:t>, if you want to learn how to open the door, you don’t necessarily learn “walking” when you are solving that problem. You have probably already learnt how to walk, you have stored that solution somewhere, and you just “use” it. In this case, the hierarchy could be something like “Walk to the Door -&gt; Turn the knob”. </a:t>
            </a:r>
          </a:p>
          <a:p>
            <a:pPr algn="just"/>
            <a:r>
              <a:rPr lang="en-US" sz="2400" b="0" i="0" dirty="0">
                <a:solidFill>
                  <a:srgbClr val="242424"/>
                </a:solidFill>
                <a:effectLst/>
                <a:latin typeface="source-serif-pro"/>
              </a:rPr>
              <a:t>When you are solving a problem, open the window, you just use the hierarchy “Walk to the window -&gt; Push the windows”. The walking part is used multiple times and it is thus useful to store it as a solution in itself. </a:t>
            </a:r>
          </a:p>
          <a:p>
            <a:pPr algn="just"/>
            <a:r>
              <a:rPr lang="en-US" sz="2400" b="0" i="0" dirty="0">
                <a:solidFill>
                  <a:srgbClr val="242424"/>
                </a:solidFill>
                <a:effectLst/>
                <a:latin typeface="source-serif-pro"/>
              </a:rPr>
              <a:t>There are lots of commentaries about why Hierarchies are important. </a:t>
            </a:r>
            <a:r>
              <a:rPr lang="en-US" sz="2400" b="0" i="0" dirty="0">
                <a:solidFill>
                  <a:srgbClr val="242424"/>
                </a:solidFill>
                <a:effectLst/>
                <a:highlight>
                  <a:srgbClr val="FFFF00"/>
                </a:highlight>
                <a:latin typeface="source-serif-pro"/>
              </a:rPr>
              <a:t>Exploration and generalizations are the two main uses.</a:t>
            </a:r>
            <a:endParaRPr lang="en-IN" sz="2400" dirty="0">
              <a:highlight>
                <a:srgbClr val="FFFF00"/>
              </a:highlight>
            </a:endParaRPr>
          </a:p>
        </p:txBody>
      </p:sp>
    </p:spTree>
    <p:extLst>
      <p:ext uri="{BB962C8B-B14F-4D97-AF65-F5344CB8AC3E}">
        <p14:creationId xmlns:p14="http://schemas.microsoft.com/office/powerpoint/2010/main" val="1119052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A468D-B047-DCE0-B7FF-5BEA25E2276F}"/>
              </a:ext>
            </a:extLst>
          </p:cNvPr>
          <p:cNvSpPr>
            <a:spLocks noGrp="1"/>
          </p:cNvSpPr>
          <p:nvPr>
            <p:ph type="title"/>
          </p:nvPr>
        </p:nvSpPr>
        <p:spPr/>
        <p:txBody>
          <a:bodyPr/>
          <a:lstStyle/>
          <a:p>
            <a:r>
              <a:rPr lang="en-IN" b="1" i="0" dirty="0">
                <a:solidFill>
                  <a:srgbClr val="242424"/>
                </a:solidFill>
                <a:effectLst/>
                <a:latin typeface="source-serif-pro"/>
              </a:rPr>
              <a:t>Famous frameworks</a:t>
            </a:r>
            <a:endParaRPr lang="en-IN" dirty="0"/>
          </a:p>
        </p:txBody>
      </p:sp>
      <p:sp>
        <p:nvSpPr>
          <p:cNvPr id="3" name="Content Placeholder 2">
            <a:extLst>
              <a:ext uri="{FF2B5EF4-FFF2-40B4-BE49-F238E27FC236}">
                <a16:creationId xmlns:a16="http://schemas.microsoft.com/office/drawing/2014/main" id="{1C1388D3-488F-297D-A245-8B87EB0A0058}"/>
              </a:ext>
            </a:extLst>
          </p:cNvPr>
          <p:cNvSpPr>
            <a:spLocks noGrp="1"/>
          </p:cNvSpPr>
          <p:nvPr>
            <p:ph idx="1"/>
          </p:nvPr>
        </p:nvSpPr>
        <p:spPr/>
        <p:txBody>
          <a:bodyPr>
            <a:normAutofit/>
          </a:bodyPr>
          <a:lstStyle/>
          <a:p>
            <a:pPr algn="just"/>
            <a:r>
              <a:rPr lang="en-US" sz="2400" b="0" i="0" dirty="0">
                <a:solidFill>
                  <a:srgbClr val="242424"/>
                </a:solidFill>
                <a:effectLst/>
                <a:highlight>
                  <a:srgbClr val="FFFF00"/>
                </a:highlight>
                <a:latin typeface="source-serif-pro"/>
              </a:rPr>
              <a:t>MAXQ and Options </a:t>
            </a:r>
            <a:r>
              <a:rPr lang="en-US" sz="2400" b="0" i="0" dirty="0">
                <a:solidFill>
                  <a:srgbClr val="242424"/>
                </a:solidFill>
                <a:effectLst/>
                <a:latin typeface="source-serif-pro"/>
              </a:rPr>
              <a:t>are two other frameworks which are widely used. </a:t>
            </a:r>
            <a:endParaRPr lang="en-IN" sz="2400" dirty="0"/>
          </a:p>
        </p:txBody>
      </p:sp>
    </p:spTree>
    <p:extLst>
      <p:ext uri="{BB962C8B-B14F-4D97-AF65-F5344CB8AC3E}">
        <p14:creationId xmlns:p14="http://schemas.microsoft.com/office/powerpoint/2010/main" val="1514114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77FB1-79D7-8372-F95B-8FA746698941}"/>
              </a:ext>
            </a:extLst>
          </p:cNvPr>
          <p:cNvSpPr>
            <a:spLocks noGrp="1"/>
          </p:cNvSpPr>
          <p:nvPr>
            <p:ph type="title"/>
          </p:nvPr>
        </p:nvSpPr>
        <p:spPr/>
        <p:txBody>
          <a:bodyPr/>
          <a:lstStyle/>
          <a:p>
            <a:r>
              <a:rPr lang="en-IN" b="1" i="0" dirty="0">
                <a:solidFill>
                  <a:srgbClr val="242424"/>
                </a:solidFill>
                <a:effectLst/>
                <a:latin typeface="source-serif-pro"/>
              </a:rPr>
              <a:t>Example Domain</a:t>
            </a:r>
            <a:endParaRPr lang="en-IN" dirty="0"/>
          </a:p>
        </p:txBody>
      </p:sp>
      <p:sp>
        <p:nvSpPr>
          <p:cNvPr id="3" name="Content Placeholder 2">
            <a:extLst>
              <a:ext uri="{FF2B5EF4-FFF2-40B4-BE49-F238E27FC236}">
                <a16:creationId xmlns:a16="http://schemas.microsoft.com/office/drawing/2014/main" id="{1EA8C1D8-27C4-24E7-0108-FF929DAE48B5}"/>
              </a:ext>
            </a:extLst>
          </p:cNvPr>
          <p:cNvSpPr>
            <a:spLocks noGrp="1"/>
          </p:cNvSpPr>
          <p:nvPr>
            <p:ph idx="1"/>
          </p:nvPr>
        </p:nvSpPr>
        <p:spPr>
          <a:xfrm>
            <a:off x="1371600" y="3429000"/>
            <a:ext cx="10332720" cy="3258582"/>
          </a:xfrm>
        </p:spPr>
        <p:txBody>
          <a:bodyPr>
            <a:normAutofit/>
          </a:bodyPr>
          <a:lstStyle/>
          <a:p>
            <a:pPr algn="just"/>
            <a:r>
              <a:rPr lang="en-US" sz="2400" b="0" i="0" dirty="0">
                <a:solidFill>
                  <a:srgbClr val="242424"/>
                </a:solidFill>
                <a:effectLst/>
                <a:latin typeface="source-serif-pro"/>
              </a:rPr>
              <a:t>The </a:t>
            </a:r>
            <a:r>
              <a:rPr lang="en-US" sz="2400" b="0" i="0" dirty="0" err="1">
                <a:solidFill>
                  <a:srgbClr val="242424"/>
                </a:solidFill>
                <a:effectLst/>
                <a:latin typeface="source-serif-pro"/>
              </a:rPr>
              <a:t>gridworld</a:t>
            </a:r>
            <a:r>
              <a:rPr lang="en-US" sz="2400" b="0" i="0" dirty="0">
                <a:solidFill>
                  <a:srgbClr val="242424"/>
                </a:solidFill>
                <a:effectLst/>
                <a:latin typeface="source-serif-pro"/>
              </a:rPr>
              <a:t> is on the left and the picture on the right is a magnified obstacle, which is concave. </a:t>
            </a:r>
          </a:p>
          <a:p>
            <a:pPr algn="just"/>
            <a:r>
              <a:rPr lang="en-US" sz="2400" b="0" i="0" dirty="0">
                <a:solidFill>
                  <a:srgbClr val="242424"/>
                </a:solidFill>
                <a:effectLst/>
                <a:latin typeface="source-serif-pro"/>
              </a:rPr>
              <a:t>The peculiar shape of the obstacle is to increase the hardness of the problem. If not for the concave shape, the agent (the robot which is trying to solve the problem) can just walk along the walls and get to the other side with ease. In this case the agent might find it beneficial to back-off and go another direction.</a:t>
            </a:r>
            <a:endParaRPr lang="en-IN" sz="2400" dirty="0"/>
          </a:p>
          <a:p>
            <a:pPr algn="just"/>
            <a:endParaRPr lang="en-IN" sz="2400" dirty="0"/>
          </a:p>
        </p:txBody>
      </p:sp>
      <p:pic>
        <p:nvPicPr>
          <p:cNvPr id="1026" name="Picture 2">
            <a:extLst>
              <a:ext uri="{FF2B5EF4-FFF2-40B4-BE49-F238E27FC236}">
                <a16:creationId xmlns:a16="http://schemas.microsoft.com/office/drawing/2014/main" id="{4F7B0D9F-7DE5-4173-6A6F-6975311A9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6607" y="170417"/>
            <a:ext cx="6179185" cy="3048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992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2660-9168-BA43-D7F6-E107B04B7C5D}"/>
              </a:ext>
            </a:extLst>
          </p:cNvPr>
          <p:cNvSpPr>
            <a:spLocks noGrp="1"/>
          </p:cNvSpPr>
          <p:nvPr>
            <p:ph type="title"/>
          </p:nvPr>
        </p:nvSpPr>
        <p:spPr>
          <a:xfrm>
            <a:off x="1371600" y="685800"/>
            <a:ext cx="10464800" cy="1485900"/>
          </a:xfrm>
        </p:spPr>
        <p:txBody>
          <a:bodyPr/>
          <a:lstStyle/>
          <a:p>
            <a:r>
              <a:rPr lang="en-US" b="1" i="0" dirty="0">
                <a:solidFill>
                  <a:srgbClr val="242424"/>
                </a:solidFill>
                <a:effectLst/>
                <a:latin typeface="source-serif-pro"/>
              </a:rPr>
              <a:t>Hierarchy of machines and machine states</a:t>
            </a:r>
            <a:endParaRPr lang="en-IN" dirty="0"/>
          </a:p>
        </p:txBody>
      </p:sp>
      <p:sp>
        <p:nvSpPr>
          <p:cNvPr id="3" name="Content Placeholder 2">
            <a:extLst>
              <a:ext uri="{FF2B5EF4-FFF2-40B4-BE49-F238E27FC236}">
                <a16:creationId xmlns:a16="http://schemas.microsoft.com/office/drawing/2014/main" id="{59489AE0-C5C5-ACFC-7B07-B33224D91EE9}"/>
              </a:ext>
            </a:extLst>
          </p:cNvPr>
          <p:cNvSpPr>
            <a:spLocks noGrp="1"/>
          </p:cNvSpPr>
          <p:nvPr>
            <p:ph idx="1"/>
          </p:nvPr>
        </p:nvSpPr>
        <p:spPr>
          <a:xfrm>
            <a:off x="1371600" y="1534160"/>
            <a:ext cx="10261600" cy="5039360"/>
          </a:xfrm>
        </p:spPr>
        <p:txBody>
          <a:bodyPr>
            <a:normAutofit lnSpcReduction="10000"/>
          </a:bodyPr>
          <a:lstStyle/>
          <a:p>
            <a:pPr algn="just"/>
            <a:r>
              <a:rPr lang="en-US" sz="2400" b="0" i="0" dirty="0">
                <a:solidFill>
                  <a:srgbClr val="242424"/>
                </a:solidFill>
                <a:effectLst/>
                <a:latin typeface="source-serif-pro"/>
              </a:rPr>
              <a:t>It is crucial to understand what machine states are, to construe the learning algorithm. There are four machine states:</a:t>
            </a:r>
          </a:p>
          <a:p>
            <a:pPr algn="just"/>
            <a:endParaRPr lang="en-US" sz="2400" b="0" i="0" dirty="0">
              <a:solidFill>
                <a:srgbClr val="242424"/>
              </a:solidFill>
              <a:effectLst/>
              <a:latin typeface="source-serif-pro"/>
            </a:endParaRPr>
          </a:p>
          <a:p>
            <a:pPr algn="just">
              <a:buFont typeface="Arial" panose="020B0604020202020204" pitchFamily="34" charset="0"/>
              <a:buChar char="•"/>
            </a:pPr>
            <a:r>
              <a:rPr lang="en-US" sz="2400" b="0" i="1" dirty="0">
                <a:solidFill>
                  <a:srgbClr val="242424"/>
                </a:solidFill>
                <a:effectLst/>
                <a:latin typeface="source-serif-pro"/>
              </a:rPr>
              <a:t>Action states </a:t>
            </a:r>
            <a:r>
              <a:rPr lang="en-US" sz="2400" b="0" i="0" dirty="0">
                <a:solidFill>
                  <a:srgbClr val="242424"/>
                </a:solidFill>
                <a:effectLst/>
                <a:latin typeface="source-serif-pro"/>
              </a:rPr>
              <a:t>execute an action in the environment</a:t>
            </a:r>
          </a:p>
          <a:p>
            <a:pPr algn="just">
              <a:buFont typeface="Arial" panose="020B0604020202020204" pitchFamily="34" charset="0"/>
              <a:buChar char="•"/>
            </a:pPr>
            <a:r>
              <a:rPr lang="en-US" sz="2400" b="0" i="1" dirty="0">
                <a:solidFill>
                  <a:srgbClr val="242424"/>
                </a:solidFill>
                <a:effectLst/>
                <a:latin typeface="source-serif-pro"/>
              </a:rPr>
              <a:t>Call states</a:t>
            </a:r>
            <a:r>
              <a:rPr lang="en-US" sz="2400" b="0" i="0" dirty="0">
                <a:solidFill>
                  <a:srgbClr val="242424"/>
                </a:solidFill>
                <a:effectLst/>
                <a:latin typeface="source-serif-pro"/>
              </a:rPr>
              <a:t> execute another machine as a subroutine</a:t>
            </a:r>
          </a:p>
          <a:p>
            <a:pPr algn="just">
              <a:buFont typeface="Arial" panose="020B0604020202020204" pitchFamily="34" charset="0"/>
              <a:buChar char="•"/>
            </a:pPr>
            <a:r>
              <a:rPr lang="en-US" sz="2400" b="0" i="1" dirty="0">
                <a:solidFill>
                  <a:srgbClr val="242424"/>
                </a:solidFill>
                <a:effectLst/>
                <a:latin typeface="source-serif-pro"/>
              </a:rPr>
              <a:t>Choice states</a:t>
            </a:r>
            <a:r>
              <a:rPr lang="en-US" sz="2400" b="0" i="0" dirty="0">
                <a:solidFill>
                  <a:srgbClr val="242424"/>
                </a:solidFill>
                <a:effectLst/>
                <a:latin typeface="source-serif-pro"/>
              </a:rPr>
              <a:t> non-deterministically select a next machine state</a:t>
            </a:r>
          </a:p>
          <a:p>
            <a:pPr algn="just">
              <a:buFont typeface="Arial" panose="020B0604020202020204" pitchFamily="34" charset="0"/>
              <a:buChar char="•"/>
            </a:pPr>
            <a:r>
              <a:rPr lang="en-US" sz="2400" b="0" i="1" dirty="0">
                <a:solidFill>
                  <a:srgbClr val="242424"/>
                </a:solidFill>
                <a:effectLst/>
                <a:latin typeface="source-serif-pro"/>
              </a:rPr>
              <a:t>Stop states</a:t>
            </a:r>
            <a:r>
              <a:rPr lang="en-US" sz="2400" b="0" i="0" dirty="0">
                <a:solidFill>
                  <a:srgbClr val="242424"/>
                </a:solidFill>
                <a:effectLst/>
                <a:latin typeface="source-serif-pro"/>
              </a:rPr>
              <a:t> halt execution of the machine and return control to the previous call state</a:t>
            </a:r>
          </a:p>
          <a:p>
            <a:pPr algn="just">
              <a:buFont typeface="Arial" panose="020B0604020202020204" pitchFamily="34" charset="0"/>
              <a:buChar char="•"/>
            </a:pPr>
            <a:endParaRPr lang="en-US" sz="2400" dirty="0">
              <a:solidFill>
                <a:srgbClr val="242424"/>
              </a:solidFill>
              <a:latin typeface="source-serif-pro"/>
            </a:endParaRPr>
          </a:p>
          <a:p>
            <a:pPr algn="just">
              <a:buFont typeface="Arial" panose="020B0604020202020204" pitchFamily="34" charset="0"/>
              <a:buChar char="•"/>
            </a:pPr>
            <a:r>
              <a:rPr lang="en-US" sz="2400" b="0" i="0" dirty="0">
                <a:solidFill>
                  <a:srgbClr val="242424"/>
                </a:solidFill>
                <a:effectLst/>
                <a:latin typeface="source-serif-pro"/>
              </a:rPr>
              <a:t>The state space of the problem is H X S, where H is the machine state and S is the state of the underlying MDP. The actions are executed as usual, adhering to a policy defined on the states.</a:t>
            </a:r>
            <a:endParaRPr lang="en-IN" sz="2400" dirty="0"/>
          </a:p>
          <a:p>
            <a:pPr algn="just">
              <a:buFont typeface="Arial" panose="020B0604020202020204" pitchFamily="34" charset="0"/>
              <a:buChar char="•"/>
            </a:pPr>
            <a:endParaRPr lang="en-US" sz="2400" b="0" i="0" dirty="0">
              <a:solidFill>
                <a:srgbClr val="242424"/>
              </a:solidFill>
              <a:effectLst/>
              <a:latin typeface="source-serif-pro"/>
            </a:endParaRPr>
          </a:p>
          <a:p>
            <a:pPr algn="just"/>
            <a:endParaRPr lang="en-IN" sz="2400" dirty="0"/>
          </a:p>
        </p:txBody>
      </p:sp>
    </p:spTree>
    <p:extLst>
      <p:ext uri="{BB962C8B-B14F-4D97-AF65-F5344CB8AC3E}">
        <p14:creationId xmlns:p14="http://schemas.microsoft.com/office/powerpoint/2010/main" val="678290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D2C8F-EFCA-C6F5-402C-B49F2FD1CCD2}"/>
              </a:ext>
            </a:extLst>
          </p:cNvPr>
          <p:cNvSpPr>
            <a:spLocks noGrp="1"/>
          </p:cNvSpPr>
          <p:nvPr>
            <p:ph type="title"/>
          </p:nvPr>
        </p:nvSpPr>
        <p:spPr/>
        <p:txBody>
          <a:bodyPr/>
          <a:lstStyle/>
          <a:p>
            <a:r>
              <a:rPr lang="en-US" b="1" i="0" dirty="0">
                <a:solidFill>
                  <a:srgbClr val="242424"/>
                </a:solidFill>
                <a:effectLst/>
                <a:latin typeface="source-serif-pro"/>
              </a:rPr>
              <a:t>Hierarchy of machines and machine states</a:t>
            </a:r>
            <a:endParaRPr lang="en-IN" dirty="0"/>
          </a:p>
        </p:txBody>
      </p:sp>
      <p:sp>
        <p:nvSpPr>
          <p:cNvPr id="3" name="Content Placeholder 2">
            <a:extLst>
              <a:ext uri="{FF2B5EF4-FFF2-40B4-BE49-F238E27FC236}">
                <a16:creationId xmlns:a16="http://schemas.microsoft.com/office/drawing/2014/main" id="{9162CFEE-0985-112F-8950-C9D48C2B00FC}"/>
              </a:ext>
            </a:extLst>
          </p:cNvPr>
          <p:cNvSpPr>
            <a:spLocks noGrp="1"/>
          </p:cNvSpPr>
          <p:nvPr>
            <p:ph idx="1"/>
          </p:nvPr>
        </p:nvSpPr>
        <p:spPr>
          <a:xfrm>
            <a:off x="1371600" y="2286000"/>
            <a:ext cx="10078720" cy="4104640"/>
          </a:xfrm>
        </p:spPr>
        <p:txBody>
          <a:bodyPr>
            <a:normAutofit/>
          </a:bodyPr>
          <a:lstStyle/>
          <a:p>
            <a:pPr algn="just"/>
            <a:r>
              <a:rPr lang="en-US" sz="2300" b="0" i="0" dirty="0">
                <a:solidFill>
                  <a:srgbClr val="242424"/>
                </a:solidFill>
                <a:effectLst/>
                <a:latin typeface="source-serif-pro"/>
              </a:rPr>
              <a:t>When a machine comes across a call state, it deterministically executes the machine is it supposed to. Stop states just return the control back to the parent machine. </a:t>
            </a:r>
          </a:p>
          <a:p>
            <a:pPr algn="just"/>
            <a:r>
              <a:rPr lang="en-US" sz="2300" b="0" i="0" dirty="0">
                <a:solidFill>
                  <a:srgbClr val="242424"/>
                </a:solidFill>
                <a:effectLst/>
                <a:latin typeface="source-serif-pro"/>
              </a:rPr>
              <a:t>The reader may be puzzled about where the learning is happening. </a:t>
            </a:r>
            <a:r>
              <a:rPr lang="en-US" sz="2300" b="1" i="0" dirty="0">
                <a:solidFill>
                  <a:srgbClr val="242424"/>
                </a:solidFill>
                <a:effectLst/>
                <a:latin typeface="source-serif-pro"/>
              </a:rPr>
              <a:t>The only states where learning is happening is in the choice state, where the agent learns which machine to call next or which action to take. </a:t>
            </a:r>
          </a:p>
          <a:p>
            <a:pPr algn="just"/>
            <a:r>
              <a:rPr lang="en-US" sz="2300" b="0" i="0" dirty="0">
                <a:solidFill>
                  <a:srgbClr val="242424"/>
                </a:solidFill>
                <a:effectLst/>
                <a:latin typeface="source-serif-pro"/>
              </a:rPr>
              <a:t>Unlike the case where the learning was directly going to happen on the MDP, where the actions are learnt in every state, in the HAM framework, learning only happens in choice states. Thus, the state space over which the learning is happening could be smaller than actual state space. The following example will make the description clearer.</a:t>
            </a:r>
            <a:endParaRPr lang="en-IN" sz="2300" dirty="0"/>
          </a:p>
        </p:txBody>
      </p:sp>
    </p:spTree>
    <p:extLst>
      <p:ext uri="{BB962C8B-B14F-4D97-AF65-F5344CB8AC3E}">
        <p14:creationId xmlns:p14="http://schemas.microsoft.com/office/powerpoint/2010/main" val="3991810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E57F5-F2C6-5C60-E75A-D3D215B8A9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D9FD22-C968-A00E-2F5B-254EB7AF433A}"/>
              </a:ext>
            </a:extLst>
          </p:cNvPr>
          <p:cNvSpPr>
            <a:spLocks noGrp="1"/>
          </p:cNvSpPr>
          <p:nvPr>
            <p:ph idx="1"/>
          </p:nvPr>
        </p:nvSpPr>
        <p:spPr/>
        <p:txBody>
          <a:bodyPr/>
          <a:lstStyle/>
          <a:p>
            <a:endParaRPr lang="en-IN"/>
          </a:p>
        </p:txBody>
      </p:sp>
      <p:pic>
        <p:nvPicPr>
          <p:cNvPr id="2050" name="Picture 2">
            <a:extLst>
              <a:ext uri="{FF2B5EF4-FFF2-40B4-BE49-F238E27FC236}">
                <a16:creationId xmlns:a16="http://schemas.microsoft.com/office/drawing/2014/main" id="{7BCF1121-8B3E-D657-B145-01D03F86C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175" y="0"/>
            <a:ext cx="78660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480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597A9-041B-3660-1A1E-42508E0F7D9F}"/>
              </a:ext>
            </a:extLst>
          </p:cNvPr>
          <p:cNvSpPr>
            <a:spLocks noGrp="1"/>
          </p:cNvSpPr>
          <p:nvPr>
            <p:ph type="title"/>
          </p:nvPr>
        </p:nvSpPr>
        <p:spPr/>
        <p:txBody>
          <a:bodyPr/>
          <a:lstStyle/>
          <a:p>
            <a:r>
              <a:rPr lang="en-US" b="1" i="0" dirty="0">
                <a:solidFill>
                  <a:srgbClr val="242424"/>
                </a:solidFill>
                <a:effectLst/>
                <a:latin typeface="source-serif-pro"/>
              </a:rPr>
              <a:t>Hierarchy of machines and machine states</a:t>
            </a:r>
            <a:endParaRPr lang="en-IN" dirty="0"/>
          </a:p>
        </p:txBody>
      </p:sp>
      <p:sp>
        <p:nvSpPr>
          <p:cNvPr id="3" name="Content Placeholder 2">
            <a:extLst>
              <a:ext uri="{FF2B5EF4-FFF2-40B4-BE49-F238E27FC236}">
                <a16:creationId xmlns:a16="http://schemas.microsoft.com/office/drawing/2014/main" id="{84A7DA8E-811A-E772-E26B-7AFA79E97589}"/>
              </a:ext>
            </a:extLst>
          </p:cNvPr>
          <p:cNvSpPr>
            <a:spLocks noGrp="1"/>
          </p:cNvSpPr>
          <p:nvPr>
            <p:ph idx="1"/>
          </p:nvPr>
        </p:nvSpPr>
        <p:spPr>
          <a:xfrm>
            <a:off x="1371600" y="2286000"/>
            <a:ext cx="10261600" cy="3581400"/>
          </a:xfrm>
        </p:spPr>
        <p:txBody>
          <a:bodyPr>
            <a:noAutofit/>
          </a:bodyPr>
          <a:lstStyle/>
          <a:p>
            <a:pPr algn="just"/>
            <a:r>
              <a:rPr lang="en-US" sz="2300" b="0" i="0" dirty="0">
                <a:solidFill>
                  <a:srgbClr val="242424"/>
                </a:solidFill>
                <a:effectLst/>
                <a:latin typeface="source-serif-pro"/>
              </a:rPr>
              <a:t>If this hierarchy was used to solve the MDP, whenever an obstacle would be encountered, the agent enters a choice state where it either chooses the follow-wall machine, which just continually follows the wall in some direction, or it chooses the back-off machine, which backs-off and the continues execution. So the agent has to decide which machine to call and with what probability, and that would comprise the machine’s policy! So the learning will happen only in this choice state.</a:t>
            </a:r>
          </a:p>
          <a:p>
            <a:pPr algn="just"/>
            <a:r>
              <a:rPr lang="en-US" sz="2300" b="0" i="0" dirty="0">
                <a:solidFill>
                  <a:srgbClr val="242424"/>
                </a:solidFill>
                <a:effectLst/>
                <a:latin typeface="source-serif-pro"/>
              </a:rPr>
              <a:t>The Q-Learning formulation is fairly straight-forward, but the point of this write-up was to show how background knowledge can be easily </a:t>
            </a:r>
            <a:r>
              <a:rPr lang="en-US" sz="2300" b="0" i="0" dirty="0" err="1">
                <a:solidFill>
                  <a:srgbClr val="242424"/>
                </a:solidFill>
                <a:effectLst/>
                <a:latin typeface="source-serif-pro"/>
              </a:rPr>
              <a:t>encorporated</a:t>
            </a:r>
            <a:r>
              <a:rPr lang="en-US" sz="2300" b="0" i="0" dirty="0">
                <a:solidFill>
                  <a:srgbClr val="242424"/>
                </a:solidFill>
                <a:effectLst/>
                <a:latin typeface="source-serif-pro"/>
              </a:rPr>
              <a:t> in this framework. If one is sure of a part of the policy, they could specify the functioning of a whole machine. If one is unsure about the execution of Machine A vs. Machine B, they could just create a choice state and let the agent learn for itself!</a:t>
            </a:r>
          </a:p>
          <a:p>
            <a:pPr algn="just"/>
            <a:endParaRPr lang="en-IN" sz="2300" dirty="0"/>
          </a:p>
        </p:txBody>
      </p:sp>
    </p:spTree>
    <p:extLst>
      <p:ext uri="{BB962C8B-B14F-4D97-AF65-F5344CB8AC3E}">
        <p14:creationId xmlns:p14="http://schemas.microsoft.com/office/powerpoint/2010/main" val="391861599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583C0EB-225E-46C8-9069-53169E211EF2}"/>
</file>

<file path=customXml/itemProps2.xml><?xml version="1.0" encoding="utf-8"?>
<ds:datastoreItem xmlns:ds="http://schemas.openxmlformats.org/officeDocument/2006/customXml" ds:itemID="{895E8CEA-99D8-4A25-83C0-217CEC0FE7E3}"/>
</file>

<file path=customXml/itemProps3.xml><?xml version="1.0" encoding="utf-8"?>
<ds:datastoreItem xmlns:ds="http://schemas.openxmlformats.org/officeDocument/2006/customXml" ds:itemID="{39D350A8-C2C0-497D-898F-841D0382BC07}"/>
</file>

<file path=docProps/app.xml><?xml version="1.0" encoding="utf-8"?>
<Properties xmlns="http://schemas.openxmlformats.org/officeDocument/2006/extended-properties" xmlns:vt="http://schemas.openxmlformats.org/officeDocument/2006/docPropsVTypes">
  <Template>Crop</Template>
  <TotalTime>3804</TotalTime>
  <Words>820</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Cambria</vt:lpstr>
      <vt:lpstr>Franklin Gothic Book</vt:lpstr>
      <vt:lpstr>sohne</vt:lpstr>
      <vt:lpstr>source-serif-pro</vt:lpstr>
      <vt:lpstr>Times New Roman</vt:lpstr>
      <vt:lpstr>Crop</vt:lpstr>
      <vt:lpstr>PowerPoint Presentation</vt:lpstr>
      <vt:lpstr>Module No. 6 Hierarchical Reinforcement Learning 8 Hours</vt:lpstr>
      <vt:lpstr>Hierarchies of Abstract Machines — A forgotten Hierarchical RL Framework</vt:lpstr>
      <vt:lpstr>Why are hierarchies important?</vt:lpstr>
      <vt:lpstr>Famous frameworks</vt:lpstr>
      <vt:lpstr>Example Domain</vt:lpstr>
      <vt:lpstr>Hierarchy of machines and machine states</vt:lpstr>
      <vt:lpstr>Hierarchy of machines and machine states</vt:lpstr>
      <vt:lpstr>PowerPoint Presentation</vt:lpstr>
      <vt:lpstr>Hierarchy of machines and machine states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35</cp:revision>
  <dcterms:created xsi:type="dcterms:W3CDTF">2023-01-04T16:33:49Z</dcterms:created>
  <dcterms:modified xsi:type="dcterms:W3CDTF">2026-04-17T00:21:16Z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